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handoutMasterIdLst>
    <p:handoutMasterId r:id="rId59"/>
  </p:handoutMasterIdLst>
  <p:sldIdLst>
    <p:sldId id="447" r:id="rId2"/>
    <p:sldId id="430" r:id="rId3"/>
    <p:sldId id="432" r:id="rId4"/>
    <p:sldId id="436" r:id="rId5"/>
    <p:sldId id="903" r:id="rId6"/>
    <p:sldId id="443" r:id="rId7"/>
    <p:sldId id="904" r:id="rId8"/>
    <p:sldId id="715" r:id="rId9"/>
    <p:sldId id="448" r:id="rId10"/>
    <p:sldId id="888" r:id="rId11"/>
    <p:sldId id="889" r:id="rId12"/>
    <p:sldId id="893" r:id="rId13"/>
    <p:sldId id="905" r:id="rId14"/>
    <p:sldId id="906" r:id="rId15"/>
    <p:sldId id="895" r:id="rId16"/>
    <p:sldId id="896" r:id="rId17"/>
    <p:sldId id="907" r:id="rId18"/>
    <p:sldId id="701" r:id="rId19"/>
    <p:sldId id="463" r:id="rId20"/>
    <p:sldId id="702" r:id="rId21"/>
    <p:sldId id="710" r:id="rId22"/>
    <p:sldId id="704" r:id="rId23"/>
    <p:sldId id="711" r:id="rId24"/>
    <p:sldId id="703" r:id="rId25"/>
    <p:sldId id="712" r:id="rId26"/>
    <p:sldId id="713" r:id="rId27"/>
    <p:sldId id="866" r:id="rId28"/>
    <p:sldId id="867" r:id="rId29"/>
    <p:sldId id="444" r:id="rId30"/>
    <p:sldId id="445" r:id="rId31"/>
    <p:sldId id="446" r:id="rId32"/>
    <p:sldId id="256" r:id="rId33"/>
    <p:sldId id="258" r:id="rId34"/>
    <p:sldId id="259" r:id="rId35"/>
    <p:sldId id="261" r:id="rId36"/>
    <p:sldId id="262" r:id="rId37"/>
    <p:sldId id="263" r:id="rId38"/>
    <p:sldId id="264" r:id="rId39"/>
    <p:sldId id="265" r:id="rId40"/>
    <p:sldId id="267" r:id="rId41"/>
    <p:sldId id="268" r:id="rId42"/>
    <p:sldId id="269" r:id="rId43"/>
    <p:sldId id="270" r:id="rId44"/>
    <p:sldId id="271" r:id="rId45"/>
    <p:sldId id="272" r:id="rId46"/>
    <p:sldId id="273" r:id="rId47"/>
    <p:sldId id="274" r:id="rId48"/>
    <p:sldId id="275" r:id="rId49"/>
    <p:sldId id="276" r:id="rId50"/>
    <p:sldId id="277" r:id="rId51"/>
    <p:sldId id="278" r:id="rId52"/>
    <p:sldId id="279" r:id="rId53"/>
    <p:sldId id="280" r:id="rId54"/>
    <p:sldId id="281" r:id="rId55"/>
    <p:sldId id="283" r:id="rId56"/>
    <p:sldId id="647" r:id="rId57"/>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07" d="100"/>
          <a:sy n="107" d="100"/>
        </p:scale>
        <p:origin x="108"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6BAD97-0303-43F3-9FBE-BEEEA637C3E0}"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2015B4B-CA50-4F99-9EA8-5CE3E3DD6F86}">
      <dgm:prSet phldrT="[Text]" custT="1"/>
      <dgm:spPr/>
      <dgm:t>
        <a:bodyPr/>
        <a:lstStyle/>
        <a:p>
          <a:r>
            <a:rPr lang="en-US" sz="2400" dirty="0"/>
            <a:t>CEO</a:t>
          </a:r>
        </a:p>
      </dgm:t>
    </dgm:pt>
    <dgm:pt modelId="{3ACC0F76-4179-41C0-A56F-768BEC8BC2DE}" type="parTrans" cxnId="{FE1F4504-D1CD-4DFF-AFC2-A604D84D3F5D}">
      <dgm:prSet/>
      <dgm:spPr/>
      <dgm:t>
        <a:bodyPr/>
        <a:lstStyle/>
        <a:p>
          <a:endParaRPr lang="en-US" sz="2400"/>
        </a:p>
      </dgm:t>
    </dgm:pt>
    <dgm:pt modelId="{D9F5DE1F-AFD2-42AD-BE0F-75EF544140E9}" type="sibTrans" cxnId="{FE1F4504-D1CD-4DFF-AFC2-A604D84D3F5D}">
      <dgm:prSet/>
      <dgm:spPr/>
      <dgm:t>
        <a:bodyPr/>
        <a:lstStyle/>
        <a:p>
          <a:endParaRPr lang="en-US" sz="2400"/>
        </a:p>
      </dgm:t>
    </dgm:pt>
    <dgm:pt modelId="{B8FBAFB2-F595-41BE-8878-DFCE3CC20A8A}">
      <dgm:prSet phldrT="[Text]" custT="1"/>
      <dgm:spPr/>
      <dgm:t>
        <a:bodyPr/>
        <a:lstStyle/>
        <a:p>
          <a:r>
            <a:rPr lang="en-US" sz="2400" dirty="0" err="1"/>
            <a:t>Mgr</a:t>
          </a:r>
          <a:endParaRPr lang="en-US" sz="2400" dirty="0"/>
        </a:p>
      </dgm:t>
    </dgm:pt>
    <dgm:pt modelId="{DE6A1614-7052-416F-885C-B13E63A39215}" type="parTrans" cxnId="{BE70C410-2AB6-4481-82BB-29C838F5612C}">
      <dgm:prSet/>
      <dgm:spPr/>
      <dgm:t>
        <a:bodyPr/>
        <a:lstStyle/>
        <a:p>
          <a:endParaRPr lang="en-US" sz="2400"/>
        </a:p>
      </dgm:t>
    </dgm:pt>
    <dgm:pt modelId="{5681D5EC-5C5E-4F59-A383-D75F653B5FE5}" type="sibTrans" cxnId="{BE70C410-2AB6-4481-82BB-29C838F5612C}">
      <dgm:prSet/>
      <dgm:spPr/>
      <dgm:t>
        <a:bodyPr/>
        <a:lstStyle/>
        <a:p>
          <a:endParaRPr lang="en-US" sz="2400"/>
        </a:p>
      </dgm:t>
    </dgm:pt>
    <dgm:pt modelId="{E0085B18-A7FA-4793-8FCD-D8323C441004}">
      <dgm:prSet phldrT="[Text]" custT="1"/>
      <dgm:spPr/>
      <dgm:t>
        <a:bodyPr/>
        <a:lstStyle/>
        <a:p>
          <a:r>
            <a:rPr lang="en-US" sz="2400" dirty="0" err="1"/>
            <a:t>Mgr</a:t>
          </a:r>
          <a:endParaRPr lang="en-US" sz="2400" dirty="0"/>
        </a:p>
      </dgm:t>
    </dgm:pt>
    <dgm:pt modelId="{07B65D1C-6A4F-40EE-8460-608C1EC02F6E}" type="parTrans" cxnId="{258A9D24-B344-4160-A6D7-46B5099534D5}">
      <dgm:prSet/>
      <dgm:spPr/>
      <dgm:t>
        <a:bodyPr/>
        <a:lstStyle/>
        <a:p>
          <a:endParaRPr lang="en-US" sz="2400"/>
        </a:p>
      </dgm:t>
    </dgm:pt>
    <dgm:pt modelId="{0DFA6963-22CA-4DEB-ABD9-E2F82AE91144}" type="sibTrans" cxnId="{258A9D24-B344-4160-A6D7-46B5099534D5}">
      <dgm:prSet/>
      <dgm:spPr/>
      <dgm:t>
        <a:bodyPr/>
        <a:lstStyle/>
        <a:p>
          <a:endParaRPr lang="en-US" sz="2400"/>
        </a:p>
      </dgm:t>
    </dgm:pt>
    <dgm:pt modelId="{E2CEB3C5-286A-4260-878B-3627E76453E9}">
      <dgm:prSet phldrT="[Text]" custT="1"/>
      <dgm:spPr/>
      <dgm:t>
        <a:bodyPr/>
        <a:lstStyle/>
        <a:p>
          <a:r>
            <a:rPr lang="en-US" sz="2400" dirty="0" err="1"/>
            <a:t>Mgr</a:t>
          </a:r>
          <a:endParaRPr lang="en-US" sz="2400" dirty="0"/>
        </a:p>
      </dgm:t>
    </dgm:pt>
    <dgm:pt modelId="{624FEED1-B04D-41DD-A5D4-DF2BCAACA3BC}" type="parTrans" cxnId="{B897AE5B-950B-4856-8C8F-CF91BDC5CB05}">
      <dgm:prSet/>
      <dgm:spPr/>
      <dgm:t>
        <a:bodyPr/>
        <a:lstStyle/>
        <a:p>
          <a:endParaRPr lang="en-US" sz="2400"/>
        </a:p>
      </dgm:t>
    </dgm:pt>
    <dgm:pt modelId="{D6C77C9A-4B97-49E6-B8DB-03A6D64B039E}" type="sibTrans" cxnId="{B897AE5B-950B-4856-8C8F-CF91BDC5CB05}">
      <dgm:prSet/>
      <dgm:spPr/>
      <dgm:t>
        <a:bodyPr/>
        <a:lstStyle/>
        <a:p>
          <a:endParaRPr lang="en-US" sz="2400"/>
        </a:p>
      </dgm:t>
    </dgm:pt>
    <dgm:pt modelId="{06C9EEBE-04E0-49BD-A941-3976E12B8A1E}" type="pres">
      <dgm:prSet presAssocID="{676BAD97-0303-43F3-9FBE-BEEEA637C3E0}" presName="hierChild1" presStyleCnt="0">
        <dgm:presLayoutVars>
          <dgm:orgChart val="1"/>
          <dgm:chPref val="1"/>
          <dgm:dir/>
          <dgm:animOne val="branch"/>
          <dgm:animLvl val="lvl"/>
          <dgm:resizeHandles/>
        </dgm:presLayoutVars>
      </dgm:prSet>
      <dgm:spPr/>
      <dgm:t>
        <a:bodyPr/>
        <a:lstStyle/>
        <a:p>
          <a:endParaRPr lang="en-US"/>
        </a:p>
      </dgm:t>
    </dgm:pt>
    <dgm:pt modelId="{3ED72E9A-18E3-40D1-8260-F7C720DA190D}" type="pres">
      <dgm:prSet presAssocID="{C2015B4B-CA50-4F99-9EA8-5CE3E3DD6F86}" presName="hierRoot1" presStyleCnt="0">
        <dgm:presLayoutVars>
          <dgm:hierBranch val="init"/>
        </dgm:presLayoutVars>
      </dgm:prSet>
      <dgm:spPr/>
    </dgm:pt>
    <dgm:pt modelId="{380B325F-31F7-4FEF-9080-12147B1D3B8E}" type="pres">
      <dgm:prSet presAssocID="{C2015B4B-CA50-4F99-9EA8-5CE3E3DD6F86}" presName="rootComposite1" presStyleCnt="0"/>
      <dgm:spPr/>
    </dgm:pt>
    <dgm:pt modelId="{8B637218-9992-41F7-88DF-6CD7DDEF39DD}" type="pres">
      <dgm:prSet presAssocID="{C2015B4B-CA50-4F99-9EA8-5CE3E3DD6F86}" presName="rootText1" presStyleLbl="node0" presStyleIdx="0" presStyleCnt="1" custLinFactNeighborY="-2472">
        <dgm:presLayoutVars>
          <dgm:chPref val="3"/>
        </dgm:presLayoutVars>
      </dgm:prSet>
      <dgm:spPr/>
      <dgm:t>
        <a:bodyPr/>
        <a:lstStyle/>
        <a:p>
          <a:endParaRPr lang="en-US"/>
        </a:p>
      </dgm:t>
    </dgm:pt>
    <dgm:pt modelId="{3D6DFA10-7CAF-4B1E-9E44-ACDFEA5F016A}" type="pres">
      <dgm:prSet presAssocID="{C2015B4B-CA50-4F99-9EA8-5CE3E3DD6F86}" presName="rootConnector1" presStyleLbl="node1" presStyleIdx="0" presStyleCnt="0"/>
      <dgm:spPr/>
      <dgm:t>
        <a:bodyPr/>
        <a:lstStyle/>
        <a:p>
          <a:endParaRPr lang="en-US"/>
        </a:p>
      </dgm:t>
    </dgm:pt>
    <dgm:pt modelId="{653D0874-007A-499E-B9A5-2A90C3AF65A8}" type="pres">
      <dgm:prSet presAssocID="{C2015B4B-CA50-4F99-9EA8-5CE3E3DD6F86}" presName="hierChild2" presStyleCnt="0"/>
      <dgm:spPr/>
    </dgm:pt>
    <dgm:pt modelId="{5CD645FA-ABD8-4E79-A8F8-812416B65425}" type="pres">
      <dgm:prSet presAssocID="{DE6A1614-7052-416F-885C-B13E63A39215}" presName="Name37" presStyleLbl="parChTrans1D2" presStyleIdx="0" presStyleCnt="3"/>
      <dgm:spPr/>
      <dgm:t>
        <a:bodyPr/>
        <a:lstStyle/>
        <a:p>
          <a:endParaRPr lang="en-US"/>
        </a:p>
      </dgm:t>
    </dgm:pt>
    <dgm:pt modelId="{EFCE08F9-A893-46DB-9186-44C716FAA159}" type="pres">
      <dgm:prSet presAssocID="{B8FBAFB2-F595-41BE-8878-DFCE3CC20A8A}" presName="hierRoot2" presStyleCnt="0">
        <dgm:presLayoutVars>
          <dgm:hierBranch val="init"/>
        </dgm:presLayoutVars>
      </dgm:prSet>
      <dgm:spPr/>
    </dgm:pt>
    <dgm:pt modelId="{FFE00AE1-D56A-4B78-BF0E-A19359776359}" type="pres">
      <dgm:prSet presAssocID="{B8FBAFB2-F595-41BE-8878-DFCE3CC20A8A}" presName="rootComposite" presStyleCnt="0"/>
      <dgm:spPr/>
    </dgm:pt>
    <dgm:pt modelId="{9BF34783-CCB2-48C8-AB22-AC3BAFA39AF9}" type="pres">
      <dgm:prSet presAssocID="{B8FBAFB2-F595-41BE-8878-DFCE3CC20A8A}" presName="rootText" presStyleLbl="node2" presStyleIdx="0" presStyleCnt="3">
        <dgm:presLayoutVars>
          <dgm:chPref val="3"/>
        </dgm:presLayoutVars>
      </dgm:prSet>
      <dgm:spPr/>
      <dgm:t>
        <a:bodyPr/>
        <a:lstStyle/>
        <a:p>
          <a:endParaRPr lang="en-US"/>
        </a:p>
      </dgm:t>
    </dgm:pt>
    <dgm:pt modelId="{519FB9EA-82E3-42AB-BC2D-D91524DE7CC1}" type="pres">
      <dgm:prSet presAssocID="{B8FBAFB2-F595-41BE-8878-DFCE3CC20A8A}" presName="rootConnector" presStyleLbl="node2" presStyleIdx="0" presStyleCnt="3"/>
      <dgm:spPr/>
      <dgm:t>
        <a:bodyPr/>
        <a:lstStyle/>
        <a:p>
          <a:endParaRPr lang="en-US"/>
        </a:p>
      </dgm:t>
    </dgm:pt>
    <dgm:pt modelId="{5EEB2EB3-67C0-4394-9136-695D5A75C452}" type="pres">
      <dgm:prSet presAssocID="{B8FBAFB2-F595-41BE-8878-DFCE3CC20A8A}" presName="hierChild4" presStyleCnt="0"/>
      <dgm:spPr/>
    </dgm:pt>
    <dgm:pt modelId="{69C0CC89-7DBA-4459-8593-3ADADEB1190E}" type="pres">
      <dgm:prSet presAssocID="{B8FBAFB2-F595-41BE-8878-DFCE3CC20A8A}" presName="hierChild5" presStyleCnt="0"/>
      <dgm:spPr/>
    </dgm:pt>
    <dgm:pt modelId="{20295699-8050-437E-8412-63C8DF1D714D}" type="pres">
      <dgm:prSet presAssocID="{07B65D1C-6A4F-40EE-8460-608C1EC02F6E}" presName="Name37" presStyleLbl="parChTrans1D2" presStyleIdx="1" presStyleCnt="3"/>
      <dgm:spPr/>
      <dgm:t>
        <a:bodyPr/>
        <a:lstStyle/>
        <a:p>
          <a:endParaRPr lang="en-US"/>
        </a:p>
      </dgm:t>
    </dgm:pt>
    <dgm:pt modelId="{383BBDFE-64B6-466D-9C56-45816BE295D8}" type="pres">
      <dgm:prSet presAssocID="{E0085B18-A7FA-4793-8FCD-D8323C441004}" presName="hierRoot2" presStyleCnt="0">
        <dgm:presLayoutVars>
          <dgm:hierBranch val="init"/>
        </dgm:presLayoutVars>
      </dgm:prSet>
      <dgm:spPr/>
    </dgm:pt>
    <dgm:pt modelId="{0321E076-74DD-47FF-8E55-AB4ED6CAB010}" type="pres">
      <dgm:prSet presAssocID="{E0085B18-A7FA-4793-8FCD-D8323C441004}" presName="rootComposite" presStyleCnt="0"/>
      <dgm:spPr/>
    </dgm:pt>
    <dgm:pt modelId="{798F1677-94A7-4398-9CE3-C2ECBF63F6AA}" type="pres">
      <dgm:prSet presAssocID="{E0085B18-A7FA-4793-8FCD-D8323C441004}" presName="rootText" presStyleLbl="node2" presStyleIdx="1" presStyleCnt="3">
        <dgm:presLayoutVars>
          <dgm:chPref val="3"/>
        </dgm:presLayoutVars>
      </dgm:prSet>
      <dgm:spPr/>
      <dgm:t>
        <a:bodyPr/>
        <a:lstStyle/>
        <a:p>
          <a:endParaRPr lang="en-US"/>
        </a:p>
      </dgm:t>
    </dgm:pt>
    <dgm:pt modelId="{F9406AA0-5BC4-4D91-AEFF-374CED744229}" type="pres">
      <dgm:prSet presAssocID="{E0085B18-A7FA-4793-8FCD-D8323C441004}" presName="rootConnector" presStyleLbl="node2" presStyleIdx="1" presStyleCnt="3"/>
      <dgm:spPr/>
      <dgm:t>
        <a:bodyPr/>
        <a:lstStyle/>
        <a:p>
          <a:endParaRPr lang="en-US"/>
        </a:p>
      </dgm:t>
    </dgm:pt>
    <dgm:pt modelId="{D966571E-9110-4860-B2C5-E06DFB238995}" type="pres">
      <dgm:prSet presAssocID="{E0085B18-A7FA-4793-8FCD-D8323C441004}" presName="hierChild4" presStyleCnt="0"/>
      <dgm:spPr/>
    </dgm:pt>
    <dgm:pt modelId="{2898D0EB-A059-496C-882E-C4DDAFACC533}" type="pres">
      <dgm:prSet presAssocID="{E0085B18-A7FA-4793-8FCD-D8323C441004}" presName="hierChild5" presStyleCnt="0"/>
      <dgm:spPr/>
    </dgm:pt>
    <dgm:pt modelId="{993D8F6B-C3BE-41EE-8836-E2F8D412C104}" type="pres">
      <dgm:prSet presAssocID="{624FEED1-B04D-41DD-A5D4-DF2BCAACA3BC}" presName="Name37" presStyleLbl="parChTrans1D2" presStyleIdx="2" presStyleCnt="3"/>
      <dgm:spPr/>
      <dgm:t>
        <a:bodyPr/>
        <a:lstStyle/>
        <a:p>
          <a:endParaRPr lang="en-US"/>
        </a:p>
      </dgm:t>
    </dgm:pt>
    <dgm:pt modelId="{A9F92D38-C0B5-4501-A275-08654E806994}" type="pres">
      <dgm:prSet presAssocID="{E2CEB3C5-286A-4260-878B-3627E76453E9}" presName="hierRoot2" presStyleCnt="0">
        <dgm:presLayoutVars>
          <dgm:hierBranch val="init"/>
        </dgm:presLayoutVars>
      </dgm:prSet>
      <dgm:spPr/>
    </dgm:pt>
    <dgm:pt modelId="{87C1D867-69AB-42AB-9853-DE4723685103}" type="pres">
      <dgm:prSet presAssocID="{E2CEB3C5-286A-4260-878B-3627E76453E9}" presName="rootComposite" presStyleCnt="0"/>
      <dgm:spPr/>
    </dgm:pt>
    <dgm:pt modelId="{D379AA2D-B70B-4CCF-8B40-0655BDC15472}" type="pres">
      <dgm:prSet presAssocID="{E2CEB3C5-286A-4260-878B-3627E76453E9}" presName="rootText" presStyleLbl="node2" presStyleIdx="2" presStyleCnt="3">
        <dgm:presLayoutVars>
          <dgm:chPref val="3"/>
        </dgm:presLayoutVars>
      </dgm:prSet>
      <dgm:spPr/>
      <dgm:t>
        <a:bodyPr/>
        <a:lstStyle/>
        <a:p>
          <a:endParaRPr lang="en-US"/>
        </a:p>
      </dgm:t>
    </dgm:pt>
    <dgm:pt modelId="{3C2BBF41-DA05-4796-86FA-FD1B2CA4E742}" type="pres">
      <dgm:prSet presAssocID="{E2CEB3C5-286A-4260-878B-3627E76453E9}" presName="rootConnector" presStyleLbl="node2" presStyleIdx="2" presStyleCnt="3"/>
      <dgm:spPr/>
      <dgm:t>
        <a:bodyPr/>
        <a:lstStyle/>
        <a:p>
          <a:endParaRPr lang="en-US"/>
        </a:p>
      </dgm:t>
    </dgm:pt>
    <dgm:pt modelId="{580D3D32-9CD1-4890-A737-A4D73D5D8C34}" type="pres">
      <dgm:prSet presAssocID="{E2CEB3C5-286A-4260-878B-3627E76453E9}" presName="hierChild4" presStyleCnt="0"/>
      <dgm:spPr/>
    </dgm:pt>
    <dgm:pt modelId="{A07B5A35-2984-42EB-8C68-CA6E146CDE2F}" type="pres">
      <dgm:prSet presAssocID="{E2CEB3C5-286A-4260-878B-3627E76453E9}" presName="hierChild5" presStyleCnt="0"/>
      <dgm:spPr/>
    </dgm:pt>
    <dgm:pt modelId="{912EAA2F-299E-409F-81C6-F5631CC9097E}" type="pres">
      <dgm:prSet presAssocID="{C2015B4B-CA50-4F99-9EA8-5CE3E3DD6F86}" presName="hierChild3" presStyleCnt="0"/>
      <dgm:spPr/>
    </dgm:pt>
  </dgm:ptLst>
  <dgm:cxnLst>
    <dgm:cxn modelId="{1BD880D3-F67D-44A6-8793-4FF0BB4EBFFF}" type="presOf" srcId="{07B65D1C-6A4F-40EE-8460-608C1EC02F6E}" destId="{20295699-8050-437E-8412-63C8DF1D714D}" srcOrd="0" destOrd="0" presId="urn:microsoft.com/office/officeart/2005/8/layout/orgChart1"/>
    <dgm:cxn modelId="{760FD81E-77EB-4101-B25D-065426A8FE75}" type="presOf" srcId="{B8FBAFB2-F595-41BE-8878-DFCE3CC20A8A}" destId="{519FB9EA-82E3-42AB-BC2D-D91524DE7CC1}" srcOrd="1" destOrd="0" presId="urn:microsoft.com/office/officeart/2005/8/layout/orgChart1"/>
    <dgm:cxn modelId="{19AC2E58-C2D3-4032-B238-F5BE1AAD622B}" type="presOf" srcId="{DE6A1614-7052-416F-885C-B13E63A39215}" destId="{5CD645FA-ABD8-4E79-A8F8-812416B65425}" srcOrd="0" destOrd="0" presId="urn:microsoft.com/office/officeart/2005/8/layout/orgChart1"/>
    <dgm:cxn modelId="{BE70C410-2AB6-4481-82BB-29C838F5612C}" srcId="{C2015B4B-CA50-4F99-9EA8-5CE3E3DD6F86}" destId="{B8FBAFB2-F595-41BE-8878-DFCE3CC20A8A}" srcOrd="0" destOrd="0" parTransId="{DE6A1614-7052-416F-885C-B13E63A39215}" sibTransId="{5681D5EC-5C5E-4F59-A383-D75F653B5FE5}"/>
    <dgm:cxn modelId="{6334CF43-C600-4C17-B041-EBC442250E0C}" type="presOf" srcId="{E0085B18-A7FA-4793-8FCD-D8323C441004}" destId="{F9406AA0-5BC4-4D91-AEFF-374CED744229}" srcOrd="1" destOrd="0" presId="urn:microsoft.com/office/officeart/2005/8/layout/orgChart1"/>
    <dgm:cxn modelId="{258A9D24-B344-4160-A6D7-46B5099534D5}" srcId="{C2015B4B-CA50-4F99-9EA8-5CE3E3DD6F86}" destId="{E0085B18-A7FA-4793-8FCD-D8323C441004}" srcOrd="1" destOrd="0" parTransId="{07B65D1C-6A4F-40EE-8460-608C1EC02F6E}" sibTransId="{0DFA6963-22CA-4DEB-ABD9-E2F82AE91144}"/>
    <dgm:cxn modelId="{FE1F4504-D1CD-4DFF-AFC2-A604D84D3F5D}" srcId="{676BAD97-0303-43F3-9FBE-BEEEA637C3E0}" destId="{C2015B4B-CA50-4F99-9EA8-5CE3E3DD6F86}" srcOrd="0" destOrd="0" parTransId="{3ACC0F76-4179-41C0-A56F-768BEC8BC2DE}" sibTransId="{D9F5DE1F-AFD2-42AD-BE0F-75EF544140E9}"/>
    <dgm:cxn modelId="{4AC90905-EE38-4A6F-85B0-58A5D85B2E03}" type="presOf" srcId="{C2015B4B-CA50-4F99-9EA8-5CE3E3DD6F86}" destId="{8B637218-9992-41F7-88DF-6CD7DDEF39DD}" srcOrd="0" destOrd="0" presId="urn:microsoft.com/office/officeart/2005/8/layout/orgChart1"/>
    <dgm:cxn modelId="{945C6107-EE46-4C9A-A0FA-033588DB0AC4}" type="presOf" srcId="{E0085B18-A7FA-4793-8FCD-D8323C441004}" destId="{798F1677-94A7-4398-9CE3-C2ECBF63F6AA}" srcOrd="0" destOrd="0" presId="urn:microsoft.com/office/officeart/2005/8/layout/orgChart1"/>
    <dgm:cxn modelId="{52FCD263-50C3-43B8-852B-23FADCD594A6}" type="presOf" srcId="{624FEED1-B04D-41DD-A5D4-DF2BCAACA3BC}" destId="{993D8F6B-C3BE-41EE-8836-E2F8D412C104}" srcOrd="0" destOrd="0" presId="urn:microsoft.com/office/officeart/2005/8/layout/orgChart1"/>
    <dgm:cxn modelId="{3E32A896-3274-4A60-B557-AC023AD53F0C}" type="presOf" srcId="{676BAD97-0303-43F3-9FBE-BEEEA637C3E0}" destId="{06C9EEBE-04E0-49BD-A941-3976E12B8A1E}" srcOrd="0" destOrd="0" presId="urn:microsoft.com/office/officeart/2005/8/layout/orgChart1"/>
    <dgm:cxn modelId="{C6B78247-A525-4C45-8006-0DD6A3476728}" type="presOf" srcId="{B8FBAFB2-F595-41BE-8878-DFCE3CC20A8A}" destId="{9BF34783-CCB2-48C8-AB22-AC3BAFA39AF9}" srcOrd="0" destOrd="0" presId="urn:microsoft.com/office/officeart/2005/8/layout/orgChart1"/>
    <dgm:cxn modelId="{B897AE5B-950B-4856-8C8F-CF91BDC5CB05}" srcId="{C2015B4B-CA50-4F99-9EA8-5CE3E3DD6F86}" destId="{E2CEB3C5-286A-4260-878B-3627E76453E9}" srcOrd="2" destOrd="0" parTransId="{624FEED1-B04D-41DD-A5D4-DF2BCAACA3BC}" sibTransId="{D6C77C9A-4B97-49E6-B8DB-03A6D64B039E}"/>
    <dgm:cxn modelId="{CCB62BA6-F1C7-47E2-AE96-3083AF268E4C}" type="presOf" srcId="{E2CEB3C5-286A-4260-878B-3627E76453E9}" destId="{D379AA2D-B70B-4CCF-8B40-0655BDC15472}" srcOrd="0" destOrd="0" presId="urn:microsoft.com/office/officeart/2005/8/layout/orgChart1"/>
    <dgm:cxn modelId="{7F412EC7-DF12-4DAE-BB51-DB42AE863F20}" type="presOf" srcId="{E2CEB3C5-286A-4260-878B-3627E76453E9}" destId="{3C2BBF41-DA05-4796-86FA-FD1B2CA4E742}" srcOrd="1" destOrd="0" presId="urn:microsoft.com/office/officeart/2005/8/layout/orgChart1"/>
    <dgm:cxn modelId="{A3EF1D0F-37A5-4F0D-ABD0-B2219A36550C}" type="presOf" srcId="{C2015B4B-CA50-4F99-9EA8-5CE3E3DD6F86}" destId="{3D6DFA10-7CAF-4B1E-9E44-ACDFEA5F016A}" srcOrd="1" destOrd="0" presId="urn:microsoft.com/office/officeart/2005/8/layout/orgChart1"/>
    <dgm:cxn modelId="{469F14A9-8BE7-40FB-824A-696BEB894EEB}" type="presParOf" srcId="{06C9EEBE-04E0-49BD-A941-3976E12B8A1E}" destId="{3ED72E9A-18E3-40D1-8260-F7C720DA190D}" srcOrd="0" destOrd="0" presId="urn:microsoft.com/office/officeart/2005/8/layout/orgChart1"/>
    <dgm:cxn modelId="{F15BB65A-693F-41FD-9A44-A0D4F073EECA}" type="presParOf" srcId="{3ED72E9A-18E3-40D1-8260-F7C720DA190D}" destId="{380B325F-31F7-4FEF-9080-12147B1D3B8E}" srcOrd="0" destOrd="0" presId="urn:microsoft.com/office/officeart/2005/8/layout/orgChart1"/>
    <dgm:cxn modelId="{60126850-D76E-4CB7-B67D-6AF8086E5060}" type="presParOf" srcId="{380B325F-31F7-4FEF-9080-12147B1D3B8E}" destId="{8B637218-9992-41F7-88DF-6CD7DDEF39DD}" srcOrd="0" destOrd="0" presId="urn:microsoft.com/office/officeart/2005/8/layout/orgChart1"/>
    <dgm:cxn modelId="{484ACBD7-0D77-4505-8F0F-8C4A9499F8B7}" type="presParOf" srcId="{380B325F-31F7-4FEF-9080-12147B1D3B8E}" destId="{3D6DFA10-7CAF-4B1E-9E44-ACDFEA5F016A}" srcOrd="1" destOrd="0" presId="urn:microsoft.com/office/officeart/2005/8/layout/orgChart1"/>
    <dgm:cxn modelId="{D894D291-C706-4CBF-A066-F5AE82363D6D}" type="presParOf" srcId="{3ED72E9A-18E3-40D1-8260-F7C720DA190D}" destId="{653D0874-007A-499E-B9A5-2A90C3AF65A8}" srcOrd="1" destOrd="0" presId="urn:microsoft.com/office/officeart/2005/8/layout/orgChart1"/>
    <dgm:cxn modelId="{66E3FB99-0E03-4971-82D5-0E150B32F7DD}" type="presParOf" srcId="{653D0874-007A-499E-B9A5-2A90C3AF65A8}" destId="{5CD645FA-ABD8-4E79-A8F8-812416B65425}" srcOrd="0" destOrd="0" presId="urn:microsoft.com/office/officeart/2005/8/layout/orgChart1"/>
    <dgm:cxn modelId="{49EE101A-0176-4D97-9240-FDACBDFA84EE}" type="presParOf" srcId="{653D0874-007A-499E-B9A5-2A90C3AF65A8}" destId="{EFCE08F9-A893-46DB-9186-44C716FAA159}" srcOrd="1" destOrd="0" presId="urn:microsoft.com/office/officeart/2005/8/layout/orgChart1"/>
    <dgm:cxn modelId="{278D89B2-8122-49F5-B9C1-71CCF937C845}" type="presParOf" srcId="{EFCE08F9-A893-46DB-9186-44C716FAA159}" destId="{FFE00AE1-D56A-4B78-BF0E-A19359776359}" srcOrd="0" destOrd="0" presId="urn:microsoft.com/office/officeart/2005/8/layout/orgChart1"/>
    <dgm:cxn modelId="{F43A5CEA-AD17-42B6-8F04-D2F9D4D1F070}" type="presParOf" srcId="{FFE00AE1-D56A-4B78-BF0E-A19359776359}" destId="{9BF34783-CCB2-48C8-AB22-AC3BAFA39AF9}" srcOrd="0" destOrd="0" presId="urn:microsoft.com/office/officeart/2005/8/layout/orgChart1"/>
    <dgm:cxn modelId="{B8F41420-FA55-4541-962B-E6EC3B5A2178}" type="presParOf" srcId="{FFE00AE1-D56A-4B78-BF0E-A19359776359}" destId="{519FB9EA-82E3-42AB-BC2D-D91524DE7CC1}" srcOrd="1" destOrd="0" presId="urn:microsoft.com/office/officeart/2005/8/layout/orgChart1"/>
    <dgm:cxn modelId="{72543D3F-D1A5-4341-BC42-277D219D8F95}" type="presParOf" srcId="{EFCE08F9-A893-46DB-9186-44C716FAA159}" destId="{5EEB2EB3-67C0-4394-9136-695D5A75C452}" srcOrd="1" destOrd="0" presId="urn:microsoft.com/office/officeart/2005/8/layout/orgChart1"/>
    <dgm:cxn modelId="{8957398E-7BB9-414D-A00A-9F489612B3F9}" type="presParOf" srcId="{EFCE08F9-A893-46DB-9186-44C716FAA159}" destId="{69C0CC89-7DBA-4459-8593-3ADADEB1190E}" srcOrd="2" destOrd="0" presId="urn:microsoft.com/office/officeart/2005/8/layout/orgChart1"/>
    <dgm:cxn modelId="{39305B9D-4133-4010-9ABB-B696FB75D163}" type="presParOf" srcId="{653D0874-007A-499E-B9A5-2A90C3AF65A8}" destId="{20295699-8050-437E-8412-63C8DF1D714D}" srcOrd="2" destOrd="0" presId="urn:microsoft.com/office/officeart/2005/8/layout/orgChart1"/>
    <dgm:cxn modelId="{F7B759C1-9288-4B06-9F04-60E439B5A566}" type="presParOf" srcId="{653D0874-007A-499E-B9A5-2A90C3AF65A8}" destId="{383BBDFE-64B6-466D-9C56-45816BE295D8}" srcOrd="3" destOrd="0" presId="urn:microsoft.com/office/officeart/2005/8/layout/orgChart1"/>
    <dgm:cxn modelId="{941A89FC-CF46-47B9-A6A9-BBA01C9D5D2E}" type="presParOf" srcId="{383BBDFE-64B6-466D-9C56-45816BE295D8}" destId="{0321E076-74DD-47FF-8E55-AB4ED6CAB010}" srcOrd="0" destOrd="0" presId="urn:microsoft.com/office/officeart/2005/8/layout/orgChart1"/>
    <dgm:cxn modelId="{11CFE70F-3FF7-4B4F-BD17-E57C29198533}" type="presParOf" srcId="{0321E076-74DD-47FF-8E55-AB4ED6CAB010}" destId="{798F1677-94A7-4398-9CE3-C2ECBF63F6AA}" srcOrd="0" destOrd="0" presId="urn:microsoft.com/office/officeart/2005/8/layout/orgChart1"/>
    <dgm:cxn modelId="{4CD8181F-1DD0-4D3D-A97A-16D0A89E82AE}" type="presParOf" srcId="{0321E076-74DD-47FF-8E55-AB4ED6CAB010}" destId="{F9406AA0-5BC4-4D91-AEFF-374CED744229}" srcOrd="1" destOrd="0" presId="urn:microsoft.com/office/officeart/2005/8/layout/orgChart1"/>
    <dgm:cxn modelId="{CB584800-6049-4BC9-90D3-99EA143B79D8}" type="presParOf" srcId="{383BBDFE-64B6-466D-9C56-45816BE295D8}" destId="{D966571E-9110-4860-B2C5-E06DFB238995}" srcOrd="1" destOrd="0" presId="urn:microsoft.com/office/officeart/2005/8/layout/orgChart1"/>
    <dgm:cxn modelId="{7BEB6308-415C-47FD-8A31-58DFFC7EEC20}" type="presParOf" srcId="{383BBDFE-64B6-466D-9C56-45816BE295D8}" destId="{2898D0EB-A059-496C-882E-C4DDAFACC533}" srcOrd="2" destOrd="0" presId="urn:microsoft.com/office/officeart/2005/8/layout/orgChart1"/>
    <dgm:cxn modelId="{812E6CA1-6029-44B0-A4A6-C1AE0EAAC681}" type="presParOf" srcId="{653D0874-007A-499E-B9A5-2A90C3AF65A8}" destId="{993D8F6B-C3BE-41EE-8836-E2F8D412C104}" srcOrd="4" destOrd="0" presId="urn:microsoft.com/office/officeart/2005/8/layout/orgChart1"/>
    <dgm:cxn modelId="{1CDEED22-3B9E-4D71-85B8-C75CEE2BBF6F}" type="presParOf" srcId="{653D0874-007A-499E-B9A5-2A90C3AF65A8}" destId="{A9F92D38-C0B5-4501-A275-08654E806994}" srcOrd="5" destOrd="0" presId="urn:microsoft.com/office/officeart/2005/8/layout/orgChart1"/>
    <dgm:cxn modelId="{DFCA39F5-A924-4CF9-94CE-CC1F54EA41D4}" type="presParOf" srcId="{A9F92D38-C0B5-4501-A275-08654E806994}" destId="{87C1D867-69AB-42AB-9853-DE4723685103}" srcOrd="0" destOrd="0" presId="urn:microsoft.com/office/officeart/2005/8/layout/orgChart1"/>
    <dgm:cxn modelId="{DF35757E-6E40-46EE-A5F4-BB2CE3AC7690}" type="presParOf" srcId="{87C1D867-69AB-42AB-9853-DE4723685103}" destId="{D379AA2D-B70B-4CCF-8B40-0655BDC15472}" srcOrd="0" destOrd="0" presId="urn:microsoft.com/office/officeart/2005/8/layout/orgChart1"/>
    <dgm:cxn modelId="{EDFD2DF2-8387-42A6-84A1-AFE77C8196E5}" type="presParOf" srcId="{87C1D867-69AB-42AB-9853-DE4723685103}" destId="{3C2BBF41-DA05-4796-86FA-FD1B2CA4E742}" srcOrd="1" destOrd="0" presId="urn:microsoft.com/office/officeart/2005/8/layout/orgChart1"/>
    <dgm:cxn modelId="{CC848457-7509-4A29-AE01-6413F3DBAF30}" type="presParOf" srcId="{A9F92D38-C0B5-4501-A275-08654E806994}" destId="{580D3D32-9CD1-4890-A737-A4D73D5D8C34}" srcOrd="1" destOrd="0" presId="urn:microsoft.com/office/officeart/2005/8/layout/orgChart1"/>
    <dgm:cxn modelId="{C1248885-288B-4377-A2E3-5685A3DC12A2}" type="presParOf" srcId="{A9F92D38-C0B5-4501-A275-08654E806994}" destId="{A07B5A35-2984-42EB-8C68-CA6E146CDE2F}" srcOrd="2" destOrd="0" presId="urn:microsoft.com/office/officeart/2005/8/layout/orgChart1"/>
    <dgm:cxn modelId="{239893C1-667D-4077-908E-F7E3297CF73A}" type="presParOf" srcId="{3ED72E9A-18E3-40D1-8260-F7C720DA190D}" destId="{912EAA2F-299E-409F-81C6-F5631CC9097E}"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3D8F6B-C3BE-41EE-8836-E2F8D412C104}">
      <dsp:nvSpPr>
        <dsp:cNvPr id="0" name=""/>
        <dsp:cNvSpPr/>
      </dsp:nvSpPr>
      <dsp:spPr>
        <a:xfrm>
          <a:off x="1888699" y="1225060"/>
          <a:ext cx="1336268" cy="245564"/>
        </a:xfrm>
        <a:custGeom>
          <a:avLst/>
          <a:gdLst/>
          <a:ahLst/>
          <a:cxnLst/>
          <a:rect l="0" t="0" r="0" b="0"/>
          <a:pathLst>
            <a:path>
              <a:moveTo>
                <a:pt x="0" y="0"/>
              </a:moveTo>
              <a:lnTo>
                <a:pt x="0" y="129606"/>
              </a:lnTo>
              <a:lnTo>
                <a:pt x="1336268" y="129606"/>
              </a:lnTo>
              <a:lnTo>
                <a:pt x="1336268" y="24556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0295699-8050-437E-8412-63C8DF1D714D}">
      <dsp:nvSpPr>
        <dsp:cNvPr id="0" name=""/>
        <dsp:cNvSpPr/>
      </dsp:nvSpPr>
      <dsp:spPr>
        <a:xfrm>
          <a:off x="1842979" y="1225060"/>
          <a:ext cx="91440" cy="245564"/>
        </a:xfrm>
        <a:custGeom>
          <a:avLst/>
          <a:gdLst/>
          <a:ahLst/>
          <a:cxnLst/>
          <a:rect l="0" t="0" r="0" b="0"/>
          <a:pathLst>
            <a:path>
              <a:moveTo>
                <a:pt x="45720" y="0"/>
              </a:moveTo>
              <a:lnTo>
                <a:pt x="45720" y="24556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D645FA-ABD8-4E79-A8F8-812416B65425}">
      <dsp:nvSpPr>
        <dsp:cNvPr id="0" name=""/>
        <dsp:cNvSpPr/>
      </dsp:nvSpPr>
      <dsp:spPr>
        <a:xfrm>
          <a:off x="552430" y="1225060"/>
          <a:ext cx="1336268" cy="245564"/>
        </a:xfrm>
        <a:custGeom>
          <a:avLst/>
          <a:gdLst/>
          <a:ahLst/>
          <a:cxnLst/>
          <a:rect l="0" t="0" r="0" b="0"/>
          <a:pathLst>
            <a:path>
              <a:moveTo>
                <a:pt x="1336268" y="0"/>
              </a:moveTo>
              <a:lnTo>
                <a:pt x="1336268" y="129606"/>
              </a:lnTo>
              <a:lnTo>
                <a:pt x="0" y="129606"/>
              </a:lnTo>
              <a:lnTo>
                <a:pt x="0" y="24556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637218-9992-41F7-88DF-6CD7DDEF39DD}">
      <dsp:nvSpPr>
        <dsp:cNvPr id="0" name=""/>
        <dsp:cNvSpPr/>
      </dsp:nvSpPr>
      <dsp:spPr>
        <a:xfrm>
          <a:off x="1336521" y="672882"/>
          <a:ext cx="1104354" cy="5521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kern="1200" dirty="0"/>
            <a:t>CEO</a:t>
          </a:r>
        </a:p>
      </dsp:txBody>
      <dsp:txXfrm>
        <a:off x="1336521" y="672882"/>
        <a:ext cx="1104354" cy="552177"/>
      </dsp:txXfrm>
    </dsp:sp>
    <dsp:sp modelId="{9BF34783-CCB2-48C8-AB22-AC3BAFA39AF9}">
      <dsp:nvSpPr>
        <dsp:cNvPr id="0" name=""/>
        <dsp:cNvSpPr/>
      </dsp:nvSpPr>
      <dsp:spPr>
        <a:xfrm>
          <a:off x="253" y="1470624"/>
          <a:ext cx="1104354" cy="5521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kern="1200" dirty="0" err="1"/>
            <a:t>Mgr</a:t>
          </a:r>
          <a:endParaRPr lang="en-US" sz="2400" kern="1200" dirty="0"/>
        </a:p>
      </dsp:txBody>
      <dsp:txXfrm>
        <a:off x="253" y="1470624"/>
        <a:ext cx="1104354" cy="552177"/>
      </dsp:txXfrm>
    </dsp:sp>
    <dsp:sp modelId="{798F1677-94A7-4398-9CE3-C2ECBF63F6AA}">
      <dsp:nvSpPr>
        <dsp:cNvPr id="0" name=""/>
        <dsp:cNvSpPr/>
      </dsp:nvSpPr>
      <dsp:spPr>
        <a:xfrm>
          <a:off x="1336521" y="1470624"/>
          <a:ext cx="1104354" cy="5521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kern="1200" dirty="0" err="1"/>
            <a:t>Mgr</a:t>
          </a:r>
          <a:endParaRPr lang="en-US" sz="2400" kern="1200" dirty="0"/>
        </a:p>
      </dsp:txBody>
      <dsp:txXfrm>
        <a:off x="1336521" y="1470624"/>
        <a:ext cx="1104354" cy="552177"/>
      </dsp:txXfrm>
    </dsp:sp>
    <dsp:sp modelId="{D379AA2D-B70B-4CCF-8B40-0655BDC15472}">
      <dsp:nvSpPr>
        <dsp:cNvPr id="0" name=""/>
        <dsp:cNvSpPr/>
      </dsp:nvSpPr>
      <dsp:spPr>
        <a:xfrm>
          <a:off x="2672790" y="1470624"/>
          <a:ext cx="1104354" cy="5521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en-US" sz="2400" kern="1200" dirty="0" err="1"/>
            <a:t>Mgr</a:t>
          </a:r>
          <a:endParaRPr lang="en-US" sz="2400" kern="1200" dirty="0"/>
        </a:p>
      </dsp:txBody>
      <dsp:txXfrm>
        <a:off x="2672790" y="1470624"/>
        <a:ext cx="1104354" cy="55217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76AC2722-3605-4657-BD7D-1CCEE0836D9B}" type="datetimeFigureOut">
              <a:rPr lang="en-US" smtClean="0"/>
              <a:t>7/16/2019</a:t>
            </a:fld>
            <a:endParaRPr lang="en-US"/>
          </a:p>
        </p:txBody>
      </p:sp>
      <p:sp>
        <p:nvSpPr>
          <p:cNvPr id="4" name="Footer Placeholder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E9DCEDCA-61B2-46E8-8444-86D7EEB1E55D}" type="slidenum">
              <a:rPr lang="en-US" smtClean="0"/>
              <a:t>‹#›</a:t>
            </a:fld>
            <a:endParaRPr lang="en-US"/>
          </a:p>
        </p:txBody>
      </p:sp>
    </p:spTree>
    <p:extLst>
      <p:ext uri="{BB962C8B-B14F-4D97-AF65-F5344CB8AC3E}">
        <p14:creationId xmlns:p14="http://schemas.microsoft.com/office/powerpoint/2010/main" val="893050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C031E42E-F18B-4DA8-A78C-99D57BBB0FEA}" type="datetimeFigureOut">
              <a:rPr lang="en-US" smtClean="0"/>
              <a:t>7/16/2019</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3690BAAA-7165-4F04-BE6D-DF40CB4DDB40}" type="slidenum">
              <a:rPr lang="en-US" smtClean="0"/>
              <a:t>‹#›</a:t>
            </a:fld>
            <a:endParaRPr lang="en-US"/>
          </a:p>
        </p:txBody>
      </p:sp>
    </p:spTree>
    <p:extLst>
      <p:ext uri="{BB962C8B-B14F-4D97-AF65-F5344CB8AC3E}">
        <p14:creationId xmlns:p14="http://schemas.microsoft.com/office/powerpoint/2010/main" val="2822124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39B9E9F1-BFC8-4719-BA43-BA635CB498DA}"/>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C2DD09F1-174C-48B4-8949-6DD7588E6721}" type="slidenum">
              <a:rPr lang="en-US" altLang="en-US" sz="1000" b="0" smtClean="0">
                <a:solidFill>
                  <a:schemeClr val="accent1"/>
                </a:solidFill>
              </a:rPr>
              <a:pPr/>
              <a:t>8</a:t>
            </a:fld>
            <a:endParaRPr lang="en-US" altLang="en-US" sz="1000" b="0">
              <a:solidFill>
                <a:schemeClr val="accent1"/>
              </a:solidFill>
            </a:endParaRPr>
          </a:p>
        </p:txBody>
      </p:sp>
      <p:sp>
        <p:nvSpPr>
          <p:cNvPr id="66563" name="Rectangle 2">
            <a:extLst>
              <a:ext uri="{FF2B5EF4-FFF2-40B4-BE49-F238E27FC236}">
                <a16:creationId xmlns:a16="http://schemas.microsoft.com/office/drawing/2014/main" id="{F5BA25C9-90F3-4ECF-96DB-F8232A134C6F}"/>
              </a:ext>
            </a:extLst>
          </p:cNvPr>
          <p:cNvSpPr>
            <a:spLocks noGrp="1" noRot="1" noChangeAspect="1" noChangeArrowheads="1" noTextEdit="1"/>
          </p:cNvSpPr>
          <p:nvPr>
            <p:ph type="sldImg"/>
          </p:nvPr>
        </p:nvSpPr>
        <p:spPr>
          <a:ln/>
        </p:spPr>
      </p:sp>
      <p:sp>
        <p:nvSpPr>
          <p:cNvPr id="131076" name="Rectangle 3">
            <a:extLst>
              <a:ext uri="{FF2B5EF4-FFF2-40B4-BE49-F238E27FC236}">
                <a16:creationId xmlns:a16="http://schemas.microsoft.com/office/drawing/2014/main" id="{FCB151C1-4811-401E-A6C3-B2A10AB12E1D}"/>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AEF183BF-8004-4353-861D-C68E7FA52F5E}"/>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0401F2AA-12AA-4AE6-8B9F-073122128786}" type="slidenum">
              <a:rPr lang="en-US" altLang="en-US" sz="1000" b="0" smtClean="0">
                <a:solidFill>
                  <a:schemeClr val="accent1"/>
                </a:solidFill>
              </a:rPr>
              <a:pPr/>
              <a:t>9</a:t>
            </a:fld>
            <a:endParaRPr lang="en-US" altLang="en-US" sz="1000" b="0">
              <a:solidFill>
                <a:schemeClr val="accent1"/>
              </a:solidFill>
            </a:endParaRPr>
          </a:p>
        </p:txBody>
      </p:sp>
      <p:sp>
        <p:nvSpPr>
          <p:cNvPr id="27651" name="Rectangle 2">
            <a:extLst>
              <a:ext uri="{FF2B5EF4-FFF2-40B4-BE49-F238E27FC236}">
                <a16:creationId xmlns:a16="http://schemas.microsoft.com/office/drawing/2014/main" id="{60EB08BC-6707-4920-9955-F3B9C31B8595}"/>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A60E8189-D6CF-478C-B947-740A405B96D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BB936DE8-466A-4C20-8CEC-247458FFAC8E}"/>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EFBF78ED-3491-43E2-A01B-58696553B352}" type="slidenum">
              <a:rPr lang="en-US" altLang="en-US" sz="1200" b="0" smtClean="0"/>
              <a:pPr/>
              <a:t>12</a:t>
            </a:fld>
            <a:endParaRPr lang="en-US" altLang="en-US" sz="1200" b="0"/>
          </a:p>
        </p:txBody>
      </p:sp>
      <p:sp>
        <p:nvSpPr>
          <p:cNvPr id="57347" name="Rectangle 2">
            <a:extLst>
              <a:ext uri="{FF2B5EF4-FFF2-40B4-BE49-F238E27FC236}">
                <a16:creationId xmlns:a16="http://schemas.microsoft.com/office/drawing/2014/main" id="{147DC468-2AF4-4998-9999-C5864FBCA8A6}"/>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ED7FDAD5-1616-4898-B177-AEE7A0F4BBEA}"/>
              </a:ext>
            </a:extLst>
          </p:cNvPr>
          <p:cNvSpPr>
            <a:spLocks noGrp="1" noChangeArrowheads="1"/>
          </p:cNvSpPr>
          <p:nvPr>
            <p:ph type="body" idx="1"/>
          </p:nvPr>
        </p:nvSpPr>
        <p:spPr>
          <a:noFill/>
        </p:spPr>
        <p:txBody>
          <a:bodyPr/>
          <a:lstStyle/>
          <a:p>
            <a:r>
              <a:rPr lang="en-US" altLang="en-US"/>
              <a:t>Changed - 6/25/01</a:t>
            </a:r>
          </a:p>
          <a:p>
            <a:endParaRPr lang="en-US" altLang="en-US"/>
          </a:p>
        </p:txBody>
      </p:sp>
    </p:spTree>
    <p:extLst>
      <p:ext uri="{BB962C8B-B14F-4D97-AF65-F5344CB8AC3E}">
        <p14:creationId xmlns:p14="http://schemas.microsoft.com/office/powerpoint/2010/main" val="218853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AEF183BF-8004-4353-861D-C68E7FA52F5E}"/>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0401F2AA-12AA-4AE6-8B9F-073122128786}" type="slidenum">
              <a:rPr lang="en-US" altLang="en-US" sz="1000" b="0" smtClean="0">
                <a:solidFill>
                  <a:schemeClr val="accent1"/>
                </a:solidFill>
              </a:rPr>
              <a:pPr/>
              <a:t>13</a:t>
            </a:fld>
            <a:endParaRPr lang="en-US" altLang="en-US" sz="1000" b="0">
              <a:solidFill>
                <a:schemeClr val="accent1"/>
              </a:solidFill>
            </a:endParaRPr>
          </a:p>
        </p:txBody>
      </p:sp>
      <p:sp>
        <p:nvSpPr>
          <p:cNvPr id="27651" name="Rectangle 2">
            <a:extLst>
              <a:ext uri="{FF2B5EF4-FFF2-40B4-BE49-F238E27FC236}">
                <a16:creationId xmlns:a16="http://schemas.microsoft.com/office/drawing/2014/main" id="{60EB08BC-6707-4920-9955-F3B9C31B8595}"/>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A60E8189-D6CF-478C-B947-740A405B96D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cs typeface="+mn-cs"/>
            </a:endParaRPr>
          </a:p>
        </p:txBody>
      </p:sp>
    </p:spTree>
    <p:extLst>
      <p:ext uri="{BB962C8B-B14F-4D97-AF65-F5344CB8AC3E}">
        <p14:creationId xmlns:p14="http://schemas.microsoft.com/office/powerpoint/2010/main" val="3275103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BB936DE8-466A-4C20-8CEC-247458FFAC8E}"/>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EFBF78ED-3491-43E2-A01B-58696553B352}" type="slidenum">
              <a:rPr lang="en-US" altLang="en-US" sz="1200" b="0" smtClean="0"/>
              <a:pPr/>
              <a:t>14</a:t>
            </a:fld>
            <a:endParaRPr lang="en-US" altLang="en-US" sz="1200" b="0"/>
          </a:p>
        </p:txBody>
      </p:sp>
      <p:sp>
        <p:nvSpPr>
          <p:cNvPr id="57347" name="Rectangle 2">
            <a:extLst>
              <a:ext uri="{FF2B5EF4-FFF2-40B4-BE49-F238E27FC236}">
                <a16:creationId xmlns:a16="http://schemas.microsoft.com/office/drawing/2014/main" id="{147DC468-2AF4-4998-9999-C5864FBCA8A6}"/>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ED7FDAD5-1616-4898-B177-AEE7A0F4BBEA}"/>
              </a:ext>
            </a:extLst>
          </p:cNvPr>
          <p:cNvSpPr>
            <a:spLocks noGrp="1" noChangeArrowheads="1"/>
          </p:cNvSpPr>
          <p:nvPr>
            <p:ph type="body" idx="1"/>
          </p:nvPr>
        </p:nvSpPr>
        <p:spPr>
          <a:noFill/>
        </p:spPr>
        <p:txBody>
          <a:bodyPr/>
          <a:lstStyle/>
          <a:p>
            <a:r>
              <a:rPr lang="en-US" altLang="en-US"/>
              <a:t>Changed - 6/25/01</a:t>
            </a:r>
          </a:p>
          <a:p>
            <a:endParaRPr lang="en-US" altLang="en-US"/>
          </a:p>
        </p:txBody>
      </p:sp>
    </p:spTree>
    <p:extLst>
      <p:ext uri="{BB962C8B-B14F-4D97-AF65-F5344CB8AC3E}">
        <p14:creationId xmlns:p14="http://schemas.microsoft.com/office/powerpoint/2010/main" val="518831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11693178-D0D4-4F0E-BCBA-8D9345654C47}"/>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1988F69C-7345-49A4-992A-5255A90E4803}" type="slidenum">
              <a:rPr lang="en-US" altLang="en-US" sz="1200" b="0" smtClean="0"/>
              <a:pPr/>
              <a:t>15</a:t>
            </a:fld>
            <a:endParaRPr lang="en-US" altLang="en-US" sz="1200" b="0"/>
          </a:p>
        </p:txBody>
      </p:sp>
      <p:sp>
        <p:nvSpPr>
          <p:cNvPr id="61443" name="Rectangle 2">
            <a:extLst>
              <a:ext uri="{FF2B5EF4-FFF2-40B4-BE49-F238E27FC236}">
                <a16:creationId xmlns:a16="http://schemas.microsoft.com/office/drawing/2014/main" id="{7BE7DA89-8E83-4942-989D-75A817C8ABF5}"/>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4D8C863C-7305-4806-9FEA-EE2413DD87FA}"/>
              </a:ext>
            </a:extLst>
          </p:cNvPr>
          <p:cNvSpPr>
            <a:spLocks noGrp="1" noChangeArrowheads="1"/>
          </p:cNvSpPr>
          <p:nvPr>
            <p:ph type="body" idx="1"/>
          </p:nvPr>
        </p:nvSpPr>
        <p:spPr>
          <a:noFill/>
        </p:spPr>
        <p:txBody>
          <a:bodyPr/>
          <a:lstStyle/>
          <a:p>
            <a:r>
              <a:rPr lang="en-US" altLang="en-US"/>
              <a:t>Changed - 6/25/01</a:t>
            </a:r>
          </a:p>
          <a:p>
            <a:endParaRPr lang="en-US" altLang="en-US"/>
          </a:p>
        </p:txBody>
      </p:sp>
    </p:spTree>
    <p:extLst>
      <p:ext uri="{BB962C8B-B14F-4D97-AF65-F5344CB8AC3E}">
        <p14:creationId xmlns:p14="http://schemas.microsoft.com/office/powerpoint/2010/main" val="3801799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257DB411-5FF9-4E84-9F61-277F7F43DB60}"/>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A0331BAF-8C29-4CC6-8050-8A6C4476986B}" type="slidenum">
              <a:rPr lang="en-US" altLang="en-US" sz="1200" b="0" smtClean="0"/>
              <a:pPr/>
              <a:t>16</a:t>
            </a:fld>
            <a:endParaRPr lang="en-US" altLang="en-US" sz="1200" b="0"/>
          </a:p>
        </p:txBody>
      </p:sp>
      <p:sp>
        <p:nvSpPr>
          <p:cNvPr id="63491" name="Rectangle 2">
            <a:extLst>
              <a:ext uri="{FF2B5EF4-FFF2-40B4-BE49-F238E27FC236}">
                <a16:creationId xmlns:a16="http://schemas.microsoft.com/office/drawing/2014/main" id="{70D36AB0-47B3-42A5-88A8-7EFD226A3786}"/>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830C567A-0084-440A-AC00-3F27F713E18A}"/>
              </a:ext>
            </a:extLst>
          </p:cNvPr>
          <p:cNvSpPr>
            <a:spLocks noGrp="1" noChangeArrowheads="1"/>
          </p:cNvSpPr>
          <p:nvPr>
            <p:ph type="body" idx="1"/>
          </p:nvPr>
        </p:nvSpPr>
        <p:spPr>
          <a:noFill/>
        </p:spPr>
        <p:txBody>
          <a:bodyPr/>
          <a:lstStyle/>
          <a:p>
            <a:r>
              <a:rPr lang="en-US" altLang="en-US"/>
              <a:t>Changed - 6/25/01</a:t>
            </a:r>
          </a:p>
          <a:p>
            <a:endParaRPr lang="en-US" altLang="en-US"/>
          </a:p>
        </p:txBody>
      </p:sp>
    </p:spTree>
    <p:extLst>
      <p:ext uri="{BB962C8B-B14F-4D97-AF65-F5344CB8AC3E}">
        <p14:creationId xmlns:p14="http://schemas.microsoft.com/office/powerpoint/2010/main" val="4065511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AEF183BF-8004-4353-861D-C68E7FA52F5E}"/>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0401F2AA-12AA-4AE6-8B9F-073122128786}" type="slidenum">
              <a:rPr lang="en-US" altLang="en-US" sz="1000" b="0" smtClean="0">
                <a:solidFill>
                  <a:schemeClr val="accent1"/>
                </a:solidFill>
              </a:rPr>
              <a:pPr/>
              <a:t>17</a:t>
            </a:fld>
            <a:endParaRPr lang="en-US" altLang="en-US" sz="1000" b="0">
              <a:solidFill>
                <a:schemeClr val="accent1"/>
              </a:solidFill>
            </a:endParaRPr>
          </a:p>
        </p:txBody>
      </p:sp>
      <p:sp>
        <p:nvSpPr>
          <p:cNvPr id="27651" name="Rectangle 2">
            <a:extLst>
              <a:ext uri="{FF2B5EF4-FFF2-40B4-BE49-F238E27FC236}">
                <a16:creationId xmlns:a16="http://schemas.microsoft.com/office/drawing/2014/main" id="{60EB08BC-6707-4920-9955-F3B9C31B8595}"/>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A60E8189-D6CF-478C-B947-740A405B96D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cs typeface="+mn-cs"/>
            </a:endParaRPr>
          </a:p>
        </p:txBody>
      </p:sp>
    </p:spTree>
    <p:extLst>
      <p:ext uri="{BB962C8B-B14F-4D97-AF65-F5344CB8AC3E}">
        <p14:creationId xmlns:p14="http://schemas.microsoft.com/office/powerpoint/2010/main" val="24946716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054D79EE-797B-4F3A-AE05-1DD424F288AF}"/>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40DF8FD2-EB4A-4091-8989-AE93E00EB055}" type="slidenum">
              <a:rPr lang="en-US" altLang="en-US" sz="1000" b="0" smtClean="0">
                <a:solidFill>
                  <a:schemeClr val="accent1"/>
                </a:solidFill>
              </a:rPr>
              <a:pPr/>
              <a:t>18</a:t>
            </a:fld>
            <a:endParaRPr lang="en-US" altLang="en-US" sz="1000" b="0">
              <a:solidFill>
                <a:schemeClr val="accent1"/>
              </a:solidFill>
            </a:endParaRPr>
          </a:p>
        </p:txBody>
      </p:sp>
      <p:sp>
        <p:nvSpPr>
          <p:cNvPr id="29699" name="Rectangle 2">
            <a:extLst>
              <a:ext uri="{FF2B5EF4-FFF2-40B4-BE49-F238E27FC236}">
                <a16:creationId xmlns:a16="http://schemas.microsoft.com/office/drawing/2014/main" id="{16A7AC6E-EF65-4C69-B091-2A8A11B3E143}"/>
              </a:ext>
            </a:extLst>
          </p:cNvPr>
          <p:cNvSpPr>
            <a:spLocks noGrp="1" noRot="1" noChangeAspect="1" noChangeArrowheads="1" noTextEdit="1"/>
          </p:cNvSpPr>
          <p:nvPr>
            <p:ph type="sldImg"/>
          </p:nvPr>
        </p:nvSpPr>
        <p:spPr>
          <a:ln/>
        </p:spPr>
      </p:sp>
      <p:sp>
        <p:nvSpPr>
          <p:cNvPr id="118788" name="Rectangle 3">
            <a:extLst>
              <a:ext uri="{FF2B5EF4-FFF2-40B4-BE49-F238E27FC236}">
                <a16:creationId xmlns:a16="http://schemas.microsoft.com/office/drawing/2014/main" id="{D6AA9966-ECA9-4EFB-A2D6-9D66E8C8B103}"/>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21E40780-0BDB-4AA6-A6AE-05119FFA0718}"/>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17E89B5F-BD67-415C-A196-4208B48C54FE}" type="slidenum">
              <a:rPr lang="en-US" altLang="en-US" sz="1000" b="0" smtClean="0">
                <a:solidFill>
                  <a:schemeClr val="accent1"/>
                </a:solidFill>
              </a:rPr>
              <a:pPr/>
              <a:t>19</a:t>
            </a:fld>
            <a:endParaRPr lang="en-US" altLang="en-US" sz="1000" b="0">
              <a:solidFill>
                <a:schemeClr val="accent1"/>
              </a:solidFill>
            </a:endParaRPr>
          </a:p>
        </p:txBody>
      </p:sp>
      <p:sp>
        <p:nvSpPr>
          <p:cNvPr id="31747" name="Rectangle 2">
            <a:extLst>
              <a:ext uri="{FF2B5EF4-FFF2-40B4-BE49-F238E27FC236}">
                <a16:creationId xmlns:a16="http://schemas.microsoft.com/office/drawing/2014/main" id="{38BA7C9C-DE48-4990-8108-1E9F9C5AAA1A}"/>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E233F9FF-81CB-4B9E-BD1E-C8CA4ADFBEB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C9FCF7E9-7F73-4D83-84E1-0C07AD8E5AAD}"/>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3BE68289-EB22-45D5-B66D-D525D5DD09D0}" type="slidenum">
              <a:rPr lang="en-US" altLang="en-US" sz="1000" b="0" smtClean="0">
                <a:solidFill>
                  <a:schemeClr val="accent1"/>
                </a:solidFill>
              </a:rPr>
              <a:pPr/>
              <a:t>20</a:t>
            </a:fld>
            <a:endParaRPr lang="en-US" altLang="en-US" sz="1000" b="0">
              <a:solidFill>
                <a:schemeClr val="accent1"/>
              </a:solidFill>
            </a:endParaRPr>
          </a:p>
        </p:txBody>
      </p:sp>
      <p:sp>
        <p:nvSpPr>
          <p:cNvPr id="33795" name="Rectangle 2">
            <a:extLst>
              <a:ext uri="{FF2B5EF4-FFF2-40B4-BE49-F238E27FC236}">
                <a16:creationId xmlns:a16="http://schemas.microsoft.com/office/drawing/2014/main" id="{2AF2D698-FFE5-4057-9D65-787C7031152E}"/>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8C3B1A65-1AC3-4B15-B265-A66BF67E6E48}"/>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860241BC-8CA4-45EF-AAC3-9DD503F2272F}"/>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5D608C06-D73A-4B30-A14A-32130A8B8945}" type="slidenum">
              <a:rPr lang="en-US" altLang="en-US" sz="1000" b="0" smtClean="0">
                <a:solidFill>
                  <a:schemeClr val="accent1"/>
                </a:solidFill>
              </a:rPr>
              <a:pPr/>
              <a:t>21</a:t>
            </a:fld>
            <a:endParaRPr lang="en-US" altLang="en-US" sz="1000" b="0">
              <a:solidFill>
                <a:schemeClr val="accent1"/>
              </a:solidFill>
            </a:endParaRPr>
          </a:p>
        </p:txBody>
      </p:sp>
      <p:sp>
        <p:nvSpPr>
          <p:cNvPr id="35843" name="Rectangle 2">
            <a:extLst>
              <a:ext uri="{FF2B5EF4-FFF2-40B4-BE49-F238E27FC236}">
                <a16:creationId xmlns:a16="http://schemas.microsoft.com/office/drawing/2014/main" id="{0FE9DB18-E48E-4928-B108-D688444DEBD5}"/>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36414B9C-8D1E-473A-98D9-4A4B718C6270}"/>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35C22B5F-35E5-41E7-BB55-E461A4EDE335}"/>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8260C289-415E-45F8-8FBF-25AB132C9F4C}" type="slidenum">
              <a:rPr lang="en-US" altLang="en-US" sz="1000" b="0" smtClean="0">
                <a:solidFill>
                  <a:schemeClr val="accent1"/>
                </a:solidFill>
              </a:rPr>
              <a:pPr/>
              <a:t>22</a:t>
            </a:fld>
            <a:endParaRPr lang="en-US" altLang="en-US" sz="1000" b="0">
              <a:solidFill>
                <a:schemeClr val="accent1"/>
              </a:solidFill>
            </a:endParaRPr>
          </a:p>
        </p:txBody>
      </p:sp>
      <p:sp>
        <p:nvSpPr>
          <p:cNvPr id="37891" name="Rectangle 2">
            <a:extLst>
              <a:ext uri="{FF2B5EF4-FFF2-40B4-BE49-F238E27FC236}">
                <a16:creationId xmlns:a16="http://schemas.microsoft.com/office/drawing/2014/main" id="{1790CDA8-6584-41B1-9339-43DBF6195BC9}"/>
              </a:ext>
            </a:extLst>
          </p:cNvPr>
          <p:cNvSpPr>
            <a:spLocks noGrp="1" noRot="1" noChangeAspect="1" noChangeArrowheads="1" noTextEdit="1"/>
          </p:cNvSpPr>
          <p:nvPr>
            <p:ph type="sldImg"/>
          </p:nvPr>
        </p:nvSpPr>
        <p:spPr>
          <a:ln/>
        </p:spPr>
      </p:sp>
      <p:sp>
        <p:nvSpPr>
          <p:cNvPr id="122884" name="Rectangle 3">
            <a:extLst>
              <a:ext uri="{FF2B5EF4-FFF2-40B4-BE49-F238E27FC236}">
                <a16:creationId xmlns:a16="http://schemas.microsoft.com/office/drawing/2014/main" id="{B2783660-B494-42E6-B2A9-11B313D1CE50}"/>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A69FF732-C8F1-45CA-98E2-F7D1955CAD99}"/>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56BE65EA-D943-422B-A23C-BB9EE44C94D8}" type="slidenum">
              <a:rPr lang="en-US" altLang="en-US" sz="1000" b="0" smtClean="0">
                <a:solidFill>
                  <a:schemeClr val="accent1"/>
                </a:solidFill>
              </a:rPr>
              <a:pPr/>
              <a:t>23</a:t>
            </a:fld>
            <a:endParaRPr lang="en-US" altLang="en-US" sz="1000" b="0">
              <a:solidFill>
                <a:schemeClr val="accent1"/>
              </a:solidFill>
            </a:endParaRPr>
          </a:p>
        </p:txBody>
      </p:sp>
      <p:sp>
        <p:nvSpPr>
          <p:cNvPr id="39939" name="Rectangle 2">
            <a:extLst>
              <a:ext uri="{FF2B5EF4-FFF2-40B4-BE49-F238E27FC236}">
                <a16:creationId xmlns:a16="http://schemas.microsoft.com/office/drawing/2014/main" id="{B8BF96FD-5A5B-4336-9279-E783168C5213}"/>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0144AAC3-654B-491D-8E26-E7707135FAF4}"/>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1A429A1D-45C2-414E-82B9-DD07EB8B9B66}"/>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FAC891E4-F242-4418-A621-B744EEF1EBC3}" type="slidenum">
              <a:rPr lang="en-US" altLang="en-US" sz="1000" b="0" smtClean="0">
                <a:solidFill>
                  <a:schemeClr val="accent1"/>
                </a:solidFill>
              </a:rPr>
              <a:pPr/>
              <a:t>24</a:t>
            </a:fld>
            <a:endParaRPr lang="en-US" altLang="en-US" sz="1000" b="0">
              <a:solidFill>
                <a:schemeClr val="accent1"/>
              </a:solidFill>
            </a:endParaRPr>
          </a:p>
        </p:txBody>
      </p:sp>
      <p:sp>
        <p:nvSpPr>
          <p:cNvPr id="41987" name="Rectangle 2">
            <a:extLst>
              <a:ext uri="{FF2B5EF4-FFF2-40B4-BE49-F238E27FC236}">
                <a16:creationId xmlns:a16="http://schemas.microsoft.com/office/drawing/2014/main" id="{F4BE4588-3159-4B41-BEC8-199C1DD4AD21}"/>
              </a:ext>
            </a:extLst>
          </p:cNvPr>
          <p:cNvSpPr>
            <a:spLocks noGrp="1" noRot="1" noChangeAspect="1" noChangeArrowheads="1" noTextEdit="1"/>
          </p:cNvSpPr>
          <p:nvPr>
            <p:ph type="sldImg"/>
          </p:nvPr>
        </p:nvSpPr>
        <p:spPr>
          <a:ln/>
        </p:spPr>
      </p:sp>
      <p:sp>
        <p:nvSpPr>
          <p:cNvPr id="124932" name="Rectangle 3">
            <a:extLst>
              <a:ext uri="{FF2B5EF4-FFF2-40B4-BE49-F238E27FC236}">
                <a16:creationId xmlns:a16="http://schemas.microsoft.com/office/drawing/2014/main" id="{2F6B89E3-979A-414E-8D31-B86FB06F8A95}"/>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7ADEE1A5-3EA6-46A1-B1B2-3F965A959C66}"/>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7264A776-1F81-454C-9721-5F2BDF46DBFA}" type="slidenum">
              <a:rPr lang="en-US" altLang="en-US" sz="1000" b="0" smtClean="0">
                <a:solidFill>
                  <a:schemeClr val="accent1"/>
                </a:solidFill>
              </a:rPr>
              <a:pPr/>
              <a:t>25</a:t>
            </a:fld>
            <a:endParaRPr lang="en-US" altLang="en-US" sz="1000" b="0">
              <a:solidFill>
                <a:schemeClr val="accent1"/>
              </a:solidFill>
            </a:endParaRPr>
          </a:p>
        </p:txBody>
      </p:sp>
      <p:sp>
        <p:nvSpPr>
          <p:cNvPr id="44035" name="Rectangle 2">
            <a:extLst>
              <a:ext uri="{FF2B5EF4-FFF2-40B4-BE49-F238E27FC236}">
                <a16:creationId xmlns:a16="http://schemas.microsoft.com/office/drawing/2014/main" id="{2468B90B-0624-4CE1-BAC3-7D456188F2B2}"/>
              </a:ext>
            </a:extLst>
          </p:cNvPr>
          <p:cNvSpPr>
            <a:spLocks noGrp="1" noRot="1" noChangeAspect="1" noChangeArrowheads="1" noTextEdit="1"/>
          </p:cNvSpPr>
          <p:nvPr>
            <p:ph type="sldImg"/>
          </p:nvPr>
        </p:nvSpPr>
        <p:spPr>
          <a:ln/>
        </p:spPr>
      </p:sp>
      <p:sp>
        <p:nvSpPr>
          <p:cNvPr id="125956" name="Rectangle 3">
            <a:extLst>
              <a:ext uri="{FF2B5EF4-FFF2-40B4-BE49-F238E27FC236}">
                <a16:creationId xmlns:a16="http://schemas.microsoft.com/office/drawing/2014/main" id="{D08B2BB8-9E53-4380-870C-C6AC4FAA872E}"/>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F260B9B1-9E2A-4CAB-A7EE-5D341D5DAA4C}"/>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74F4CCE6-D8AF-4D75-AFED-88C884529204}" type="slidenum">
              <a:rPr lang="en-US" altLang="en-US" sz="1000" b="0" smtClean="0">
                <a:solidFill>
                  <a:schemeClr val="accent1"/>
                </a:solidFill>
              </a:rPr>
              <a:pPr/>
              <a:t>26</a:t>
            </a:fld>
            <a:endParaRPr lang="en-US" altLang="en-US" sz="1000" b="0">
              <a:solidFill>
                <a:schemeClr val="accent1"/>
              </a:solidFill>
            </a:endParaRPr>
          </a:p>
        </p:txBody>
      </p:sp>
      <p:sp>
        <p:nvSpPr>
          <p:cNvPr id="46083" name="Rectangle 2">
            <a:extLst>
              <a:ext uri="{FF2B5EF4-FFF2-40B4-BE49-F238E27FC236}">
                <a16:creationId xmlns:a16="http://schemas.microsoft.com/office/drawing/2014/main" id="{45C6243C-9E74-4074-AEB9-7F42AA835E1F}"/>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CAC16A2A-A5E0-43B7-89E6-6CB55D40301A}"/>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- 7/19/01</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CEA5E891-2FA0-4148-858C-43CA3147974C}"/>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F44FEF10-6239-4337-A037-19612D9E162B}" type="slidenum">
              <a:rPr lang="en-US" altLang="en-US" sz="1000" b="0" smtClean="0">
                <a:solidFill>
                  <a:schemeClr val="accent1"/>
                </a:solidFill>
              </a:rPr>
              <a:pPr/>
              <a:t>27</a:t>
            </a:fld>
            <a:endParaRPr lang="en-US" altLang="en-US" sz="1000" b="0">
              <a:solidFill>
                <a:schemeClr val="accent1"/>
              </a:solidFill>
            </a:endParaRPr>
          </a:p>
        </p:txBody>
      </p:sp>
      <p:sp>
        <p:nvSpPr>
          <p:cNvPr id="74755" name="Rectangle 2">
            <a:extLst>
              <a:ext uri="{FF2B5EF4-FFF2-40B4-BE49-F238E27FC236}">
                <a16:creationId xmlns:a16="http://schemas.microsoft.com/office/drawing/2014/main" id="{37359EBA-BB80-4EED-BBEA-855898F1F4D8}"/>
              </a:ext>
            </a:extLst>
          </p:cNvPr>
          <p:cNvSpPr>
            <a:spLocks noGrp="1" noRot="1" noChangeAspect="1" noChangeArrowheads="1" noTextEdit="1"/>
          </p:cNvSpPr>
          <p:nvPr>
            <p:ph type="sldImg"/>
          </p:nvPr>
        </p:nvSpPr>
        <p:spPr>
          <a:ln/>
        </p:spPr>
      </p:sp>
      <p:sp>
        <p:nvSpPr>
          <p:cNvPr id="135172" name="Rectangle 3">
            <a:extLst>
              <a:ext uri="{FF2B5EF4-FFF2-40B4-BE49-F238E27FC236}">
                <a16:creationId xmlns:a16="http://schemas.microsoft.com/office/drawing/2014/main" id="{8DE6537C-7AF0-46BE-9B53-CB6A60A303A9}"/>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- 6/25/01</a:t>
            </a:r>
          </a:p>
          <a:p>
            <a:pPr>
              <a:defRPr/>
            </a:pPr>
            <a:endParaRPr lang="en-US">
              <a:latin typeface="Times New Roman" charset="0"/>
              <a:ea typeface="ＭＳ Ｐゴシック" charset="0"/>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50FB05AA-F89B-472F-A7AD-29BA8BC4E1A9}"/>
              </a:ext>
            </a:extLst>
          </p:cNvPr>
          <p:cNvSpPr>
            <a:spLocks noGrp="1" noChangeArrowheads="1"/>
          </p:cNvSpPr>
          <p:nvPr>
            <p:ph type="sldNum" sz="quarter" idx="5"/>
          </p:nvPr>
        </p:nvSpPr>
        <p:spPr>
          <a:noFill/>
        </p:spPr>
        <p:txBody>
          <a:bodyPr/>
          <a:lstStyle>
            <a:lvl1pPr defTabSz="911225">
              <a:defRPr sz="12000" b="1" i="1">
                <a:solidFill>
                  <a:schemeClr val="tx1"/>
                </a:solidFill>
                <a:latin typeface="Times New Roman" panose="02020603050405020304" pitchFamily="18" charset="0"/>
                <a:ea typeface="MS PGothic" panose="020B0600070205080204" pitchFamily="34" charset="-128"/>
              </a:defRPr>
            </a:lvl1pPr>
            <a:lvl2pPr marL="742950" indent="-285750" defTabSz="911225">
              <a:defRPr sz="12000" b="1" i="1">
                <a:solidFill>
                  <a:schemeClr val="tx1"/>
                </a:solidFill>
                <a:latin typeface="Times New Roman" panose="02020603050405020304" pitchFamily="18" charset="0"/>
                <a:ea typeface="MS PGothic" panose="020B0600070205080204" pitchFamily="34" charset="-128"/>
              </a:defRPr>
            </a:lvl2pPr>
            <a:lvl3pPr marL="1143000" indent="-228600" defTabSz="911225">
              <a:defRPr sz="12000" b="1" i="1">
                <a:solidFill>
                  <a:schemeClr val="tx1"/>
                </a:solidFill>
                <a:latin typeface="Times New Roman" panose="02020603050405020304" pitchFamily="18" charset="0"/>
                <a:ea typeface="MS PGothic" panose="020B0600070205080204" pitchFamily="34" charset="-128"/>
              </a:defRPr>
            </a:lvl3pPr>
            <a:lvl4pPr marL="1600200" indent="-228600" defTabSz="911225">
              <a:defRPr sz="12000" b="1" i="1">
                <a:solidFill>
                  <a:schemeClr val="tx1"/>
                </a:solidFill>
                <a:latin typeface="Times New Roman" panose="02020603050405020304" pitchFamily="18" charset="0"/>
                <a:ea typeface="MS PGothic" panose="020B0600070205080204" pitchFamily="34" charset="-128"/>
              </a:defRPr>
            </a:lvl4pPr>
            <a:lvl5pPr marL="2057400" indent="-228600" defTabSz="911225">
              <a:defRPr sz="12000" b="1" i="1">
                <a:solidFill>
                  <a:schemeClr val="tx1"/>
                </a:solidFill>
                <a:latin typeface="Times New Roman" panose="02020603050405020304" pitchFamily="18" charset="0"/>
                <a:ea typeface="MS PGothic" panose="020B0600070205080204" pitchFamily="34" charset="-128"/>
              </a:defRPr>
            </a:lvl5pPr>
            <a:lvl6pPr marL="25146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6pPr>
            <a:lvl7pPr marL="29718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7pPr>
            <a:lvl8pPr marL="34290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8pPr>
            <a:lvl9pPr marL="3886200" indent="-228600" defTabSz="911225" eaLnBrk="0" fontAlgn="base" hangingPunct="0">
              <a:spcBef>
                <a:spcPct val="0"/>
              </a:spcBef>
              <a:spcAft>
                <a:spcPct val="0"/>
              </a:spcAft>
              <a:defRPr sz="12000" b="1" i="1">
                <a:solidFill>
                  <a:schemeClr val="tx1"/>
                </a:solidFill>
                <a:latin typeface="Times New Roman" panose="02020603050405020304" pitchFamily="18" charset="0"/>
                <a:ea typeface="MS PGothic" panose="020B0600070205080204" pitchFamily="34" charset="-128"/>
              </a:defRPr>
            </a:lvl9pPr>
          </a:lstStyle>
          <a:p>
            <a:fld id="{D92EA92A-89D0-40B5-B891-3F1DE6AD2593}" type="slidenum">
              <a:rPr lang="en-US" altLang="en-US" sz="1000" b="0" smtClean="0">
                <a:solidFill>
                  <a:schemeClr val="accent1"/>
                </a:solidFill>
              </a:rPr>
              <a:pPr/>
              <a:t>28</a:t>
            </a:fld>
            <a:endParaRPr lang="en-US" altLang="en-US" sz="1000" b="0">
              <a:solidFill>
                <a:schemeClr val="accent1"/>
              </a:solidFill>
            </a:endParaRPr>
          </a:p>
        </p:txBody>
      </p:sp>
      <p:sp>
        <p:nvSpPr>
          <p:cNvPr id="76803" name="Rectangle 2">
            <a:extLst>
              <a:ext uri="{FF2B5EF4-FFF2-40B4-BE49-F238E27FC236}">
                <a16:creationId xmlns:a16="http://schemas.microsoft.com/office/drawing/2014/main" id="{78700E7C-4C26-4E9F-B9BA-2A6B7D403F87}"/>
              </a:ext>
            </a:extLst>
          </p:cNvPr>
          <p:cNvSpPr>
            <a:spLocks noGrp="1" noRot="1" noChangeAspect="1" noChangeArrowheads="1" noTextEdit="1"/>
          </p:cNvSpPr>
          <p:nvPr>
            <p:ph type="sldImg"/>
          </p:nvPr>
        </p:nvSpPr>
        <p:spPr>
          <a:ln/>
        </p:spPr>
      </p:sp>
      <p:sp>
        <p:nvSpPr>
          <p:cNvPr id="136196" name="Rectangle 3">
            <a:extLst>
              <a:ext uri="{FF2B5EF4-FFF2-40B4-BE49-F238E27FC236}">
                <a16:creationId xmlns:a16="http://schemas.microsoft.com/office/drawing/2014/main" id="{26A0473B-6FA6-4EFE-9E99-1EE35C4924FA}"/>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r>
              <a:rPr lang="en-US">
                <a:latin typeface="Times New Roman" charset="0"/>
                <a:ea typeface="ＭＳ Ｐゴシック" charset="0"/>
                <a:cs typeface="+mn-cs"/>
              </a:rPr>
              <a:t>Changed  - 6/25/01</a:t>
            </a:r>
          </a:p>
          <a:p>
            <a:pPr>
              <a:defRPr/>
            </a:pPr>
            <a:endParaRPr lang="en-US">
              <a:latin typeface="Times New Roman" charset="0"/>
              <a:ea typeface="ＭＳ Ｐゴシック" charset="0"/>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D4EA0-A306-4531-8965-DA2930BEE5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F3DB65-992E-46B0-B84E-C0F542AA22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C2F8F1-3E57-4BE7-A1A1-BCE4433200EB}"/>
              </a:ext>
            </a:extLst>
          </p:cNvPr>
          <p:cNvSpPr>
            <a:spLocks noGrp="1"/>
          </p:cNvSpPr>
          <p:nvPr>
            <p:ph type="dt" sz="half" idx="10"/>
          </p:nvPr>
        </p:nvSpPr>
        <p:spPr/>
        <p:txBody>
          <a:bodyPr/>
          <a:lstStyle/>
          <a:p>
            <a:fld id="{3EDB7B54-28E8-4F53-BB73-0AD7E978E0AE}" type="datetimeFigureOut">
              <a:rPr lang="en-US" smtClean="0"/>
              <a:t>7/16/2019</a:t>
            </a:fld>
            <a:endParaRPr lang="en-US"/>
          </a:p>
        </p:txBody>
      </p:sp>
      <p:sp>
        <p:nvSpPr>
          <p:cNvPr id="5" name="Footer Placeholder 4">
            <a:extLst>
              <a:ext uri="{FF2B5EF4-FFF2-40B4-BE49-F238E27FC236}">
                <a16:creationId xmlns:a16="http://schemas.microsoft.com/office/drawing/2014/main" id="{2988BAB6-3B5C-4874-99D6-D5ED30908E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DC2430-CB5E-4DF2-A1B1-0D1187106EE5}"/>
              </a:ext>
            </a:extLst>
          </p:cNvPr>
          <p:cNvSpPr>
            <a:spLocks noGrp="1"/>
          </p:cNvSpPr>
          <p:nvPr>
            <p:ph type="sldNum" sz="quarter" idx="12"/>
          </p:nvPr>
        </p:nvSpPr>
        <p:spPr/>
        <p:txBody>
          <a:bodyPr/>
          <a:lstStyle/>
          <a:p>
            <a:fld id="{D8ADCA3B-29D3-4A53-944E-400F25C9D6D1}" type="slidenum">
              <a:rPr lang="en-US" smtClean="0"/>
              <a:t>‹#›</a:t>
            </a:fld>
            <a:endParaRPr lang="en-US"/>
          </a:p>
        </p:txBody>
      </p:sp>
    </p:spTree>
    <p:extLst>
      <p:ext uri="{BB962C8B-B14F-4D97-AF65-F5344CB8AC3E}">
        <p14:creationId xmlns:p14="http://schemas.microsoft.com/office/powerpoint/2010/main" val="2079132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6F4BF-5EA5-48E4-B4B7-A060EA6306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627BCC-192E-49EE-8ED1-97373EEE3E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29852C-76C2-4394-9496-B2A45954DDDA}"/>
              </a:ext>
            </a:extLst>
          </p:cNvPr>
          <p:cNvSpPr>
            <a:spLocks noGrp="1"/>
          </p:cNvSpPr>
          <p:nvPr>
            <p:ph type="dt" sz="half" idx="10"/>
          </p:nvPr>
        </p:nvSpPr>
        <p:spPr/>
        <p:txBody>
          <a:bodyPr/>
          <a:lstStyle/>
          <a:p>
            <a:fld id="{3EDB7B54-28E8-4F53-BB73-0AD7E978E0AE}" type="datetimeFigureOut">
              <a:rPr lang="en-US" smtClean="0"/>
              <a:t>7/16/2019</a:t>
            </a:fld>
            <a:endParaRPr lang="en-US"/>
          </a:p>
        </p:txBody>
      </p:sp>
      <p:sp>
        <p:nvSpPr>
          <p:cNvPr id="5" name="Footer Placeholder 4">
            <a:extLst>
              <a:ext uri="{FF2B5EF4-FFF2-40B4-BE49-F238E27FC236}">
                <a16:creationId xmlns:a16="http://schemas.microsoft.com/office/drawing/2014/main" id="{FF90288F-903C-4F0B-9CAC-202CDB47A2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149CC7-199A-4712-A94F-6F8566AC7545}"/>
              </a:ext>
            </a:extLst>
          </p:cNvPr>
          <p:cNvSpPr>
            <a:spLocks noGrp="1"/>
          </p:cNvSpPr>
          <p:nvPr>
            <p:ph type="sldNum" sz="quarter" idx="12"/>
          </p:nvPr>
        </p:nvSpPr>
        <p:spPr/>
        <p:txBody>
          <a:bodyPr/>
          <a:lstStyle/>
          <a:p>
            <a:fld id="{D8ADCA3B-29D3-4A53-944E-400F25C9D6D1}" type="slidenum">
              <a:rPr lang="en-US" smtClean="0"/>
              <a:t>‹#›</a:t>
            </a:fld>
            <a:endParaRPr lang="en-US"/>
          </a:p>
        </p:txBody>
      </p:sp>
    </p:spTree>
    <p:extLst>
      <p:ext uri="{BB962C8B-B14F-4D97-AF65-F5344CB8AC3E}">
        <p14:creationId xmlns:p14="http://schemas.microsoft.com/office/powerpoint/2010/main" val="2802253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38F6D-9493-4D57-8EFA-9F8F09C4B7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182423-CD24-484A-A81F-575BDC2BBF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C34910-B2F6-4354-AB97-9848ED996AEB}"/>
              </a:ext>
            </a:extLst>
          </p:cNvPr>
          <p:cNvSpPr>
            <a:spLocks noGrp="1"/>
          </p:cNvSpPr>
          <p:nvPr>
            <p:ph type="dt" sz="half" idx="10"/>
          </p:nvPr>
        </p:nvSpPr>
        <p:spPr/>
        <p:txBody>
          <a:bodyPr/>
          <a:lstStyle/>
          <a:p>
            <a:fld id="{3EDB7B54-28E8-4F53-BB73-0AD7E978E0AE}" type="datetimeFigureOut">
              <a:rPr lang="en-US" smtClean="0"/>
              <a:t>7/16/2019</a:t>
            </a:fld>
            <a:endParaRPr lang="en-US"/>
          </a:p>
        </p:txBody>
      </p:sp>
      <p:sp>
        <p:nvSpPr>
          <p:cNvPr id="5" name="Footer Placeholder 4">
            <a:extLst>
              <a:ext uri="{FF2B5EF4-FFF2-40B4-BE49-F238E27FC236}">
                <a16:creationId xmlns:a16="http://schemas.microsoft.com/office/drawing/2014/main" id="{CF40769C-8F91-4E62-B651-323B87B2EF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441159-AB66-4886-AA4A-A369BAE9710D}"/>
              </a:ext>
            </a:extLst>
          </p:cNvPr>
          <p:cNvSpPr>
            <a:spLocks noGrp="1"/>
          </p:cNvSpPr>
          <p:nvPr>
            <p:ph type="sldNum" sz="quarter" idx="12"/>
          </p:nvPr>
        </p:nvSpPr>
        <p:spPr/>
        <p:txBody>
          <a:bodyPr/>
          <a:lstStyle/>
          <a:p>
            <a:fld id="{D8ADCA3B-29D3-4A53-944E-400F25C9D6D1}" type="slidenum">
              <a:rPr lang="en-US" smtClean="0"/>
              <a:t>‹#›</a:t>
            </a:fld>
            <a:endParaRPr lang="en-US"/>
          </a:p>
        </p:txBody>
      </p:sp>
    </p:spTree>
    <p:extLst>
      <p:ext uri="{BB962C8B-B14F-4D97-AF65-F5344CB8AC3E}">
        <p14:creationId xmlns:p14="http://schemas.microsoft.com/office/powerpoint/2010/main" val="343986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535DA-2AF9-410A-A038-88152E8C3B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54C1D9-CF77-4461-8D32-EE1E95891A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B70F4D-CD5C-4FEA-81D5-D926CC8686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B8A0EF-1DFA-43B9-A3A1-380BA9E03A12}"/>
              </a:ext>
            </a:extLst>
          </p:cNvPr>
          <p:cNvSpPr>
            <a:spLocks noGrp="1"/>
          </p:cNvSpPr>
          <p:nvPr>
            <p:ph type="dt" sz="half" idx="10"/>
          </p:nvPr>
        </p:nvSpPr>
        <p:spPr/>
        <p:txBody>
          <a:bodyPr/>
          <a:lstStyle/>
          <a:p>
            <a:fld id="{3EDB7B54-28E8-4F53-BB73-0AD7E978E0AE}" type="datetimeFigureOut">
              <a:rPr lang="en-US" smtClean="0"/>
              <a:t>7/16/2019</a:t>
            </a:fld>
            <a:endParaRPr lang="en-US"/>
          </a:p>
        </p:txBody>
      </p:sp>
      <p:sp>
        <p:nvSpPr>
          <p:cNvPr id="6" name="Footer Placeholder 5">
            <a:extLst>
              <a:ext uri="{FF2B5EF4-FFF2-40B4-BE49-F238E27FC236}">
                <a16:creationId xmlns:a16="http://schemas.microsoft.com/office/drawing/2014/main" id="{ECB5C7F2-CE24-4FE6-8AC3-923A91636F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C13B55-501F-47A9-82C4-3FDDA6A5DB51}"/>
              </a:ext>
            </a:extLst>
          </p:cNvPr>
          <p:cNvSpPr>
            <a:spLocks noGrp="1"/>
          </p:cNvSpPr>
          <p:nvPr>
            <p:ph type="sldNum" sz="quarter" idx="12"/>
          </p:nvPr>
        </p:nvSpPr>
        <p:spPr/>
        <p:txBody>
          <a:bodyPr/>
          <a:lstStyle/>
          <a:p>
            <a:fld id="{D8ADCA3B-29D3-4A53-944E-400F25C9D6D1}" type="slidenum">
              <a:rPr lang="en-US" smtClean="0"/>
              <a:t>‹#›</a:t>
            </a:fld>
            <a:endParaRPr lang="en-US"/>
          </a:p>
        </p:txBody>
      </p:sp>
    </p:spTree>
    <p:extLst>
      <p:ext uri="{BB962C8B-B14F-4D97-AF65-F5344CB8AC3E}">
        <p14:creationId xmlns:p14="http://schemas.microsoft.com/office/powerpoint/2010/main" val="232246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13233-23D1-4556-871B-D1788302C3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E8B2476-9C03-433D-9451-7583A92692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83213-28F7-434D-8974-7C23B3EBD7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E9B8C7-EC33-41AD-BEF8-FB91CBCCE2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F0B1C2-4953-4BCA-B7F0-990D05DA39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099329-4B2C-459B-9613-7EE47A874283}"/>
              </a:ext>
            </a:extLst>
          </p:cNvPr>
          <p:cNvSpPr>
            <a:spLocks noGrp="1"/>
          </p:cNvSpPr>
          <p:nvPr>
            <p:ph type="dt" sz="half" idx="10"/>
          </p:nvPr>
        </p:nvSpPr>
        <p:spPr/>
        <p:txBody>
          <a:bodyPr/>
          <a:lstStyle/>
          <a:p>
            <a:fld id="{3EDB7B54-28E8-4F53-BB73-0AD7E978E0AE}" type="datetimeFigureOut">
              <a:rPr lang="en-US" smtClean="0"/>
              <a:t>7/16/2019</a:t>
            </a:fld>
            <a:endParaRPr lang="en-US"/>
          </a:p>
        </p:txBody>
      </p:sp>
      <p:sp>
        <p:nvSpPr>
          <p:cNvPr id="8" name="Footer Placeholder 7">
            <a:extLst>
              <a:ext uri="{FF2B5EF4-FFF2-40B4-BE49-F238E27FC236}">
                <a16:creationId xmlns:a16="http://schemas.microsoft.com/office/drawing/2014/main" id="{4CD0C935-79DE-43CB-8A31-0702C0023C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0C92AC-65D1-4FEE-A411-E7542520F880}"/>
              </a:ext>
            </a:extLst>
          </p:cNvPr>
          <p:cNvSpPr>
            <a:spLocks noGrp="1"/>
          </p:cNvSpPr>
          <p:nvPr>
            <p:ph type="sldNum" sz="quarter" idx="12"/>
          </p:nvPr>
        </p:nvSpPr>
        <p:spPr/>
        <p:txBody>
          <a:bodyPr/>
          <a:lstStyle/>
          <a:p>
            <a:fld id="{D8ADCA3B-29D3-4A53-944E-400F25C9D6D1}" type="slidenum">
              <a:rPr lang="en-US" smtClean="0"/>
              <a:t>‹#›</a:t>
            </a:fld>
            <a:endParaRPr lang="en-US"/>
          </a:p>
        </p:txBody>
      </p:sp>
    </p:spTree>
    <p:extLst>
      <p:ext uri="{BB962C8B-B14F-4D97-AF65-F5344CB8AC3E}">
        <p14:creationId xmlns:p14="http://schemas.microsoft.com/office/powerpoint/2010/main" val="1365532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EC8ED-6C3A-4C75-9657-8C2AFBDAA5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8ACE08-05D9-4050-B912-69C9E49CF920}"/>
              </a:ext>
            </a:extLst>
          </p:cNvPr>
          <p:cNvSpPr>
            <a:spLocks noGrp="1"/>
          </p:cNvSpPr>
          <p:nvPr>
            <p:ph type="dt" sz="half" idx="10"/>
          </p:nvPr>
        </p:nvSpPr>
        <p:spPr/>
        <p:txBody>
          <a:bodyPr/>
          <a:lstStyle/>
          <a:p>
            <a:fld id="{3EDB7B54-28E8-4F53-BB73-0AD7E978E0AE}" type="datetimeFigureOut">
              <a:rPr lang="en-US" smtClean="0"/>
              <a:t>7/16/2019</a:t>
            </a:fld>
            <a:endParaRPr lang="en-US"/>
          </a:p>
        </p:txBody>
      </p:sp>
      <p:sp>
        <p:nvSpPr>
          <p:cNvPr id="4" name="Footer Placeholder 3">
            <a:extLst>
              <a:ext uri="{FF2B5EF4-FFF2-40B4-BE49-F238E27FC236}">
                <a16:creationId xmlns:a16="http://schemas.microsoft.com/office/drawing/2014/main" id="{FD4932C5-9C5D-406D-965F-22DF174E2B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C0C9041-6826-49E0-9CCB-C6908630C731}"/>
              </a:ext>
            </a:extLst>
          </p:cNvPr>
          <p:cNvSpPr>
            <a:spLocks noGrp="1"/>
          </p:cNvSpPr>
          <p:nvPr>
            <p:ph type="sldNum" sz="quarter" idx="12"/>
          </p:nvPr>
        </p:nvSpPr>
        <p:spPr/>
        <p:txBody>
          <a:bodyPr/>
          <a:lstStyle/>
          <a:p>
            <a:fld id="{D8ADCA3B-29D3-4A53-944E-400F25C9D6D1}" type="slidenum">
              <a:rPr lang="en-US" smtClean="0"/>
              <a:t>‹#›</a:t>
            </a:fld>
            <a:endParaRPr lang="en-US"/>
          </a:p>
        </p:txBody>
      </p:sp>
    </p:spTree>
    <p:extLst>
      <p:ext uri="{BB962C8B-B14F-4D97-AF65-F5344CB8AC3E}">
        <p14:creationId xmlns:p14="http://schemas.microsoft.com/office/powerpoint/2010/main" val="918061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2F1CA8-4C2E-4BDF-9740-D6F930ADDA43}"/>
              </a:ext>
            </a:extLst>
          </p:cNvPr>
          <p:cNvSpPr>
            <a:spLocks noGrp="1"/>
          </p:cNvSpPr>
          <p:nvPr>
            <p:ph type="dt" sz="half" idx="10"/>
          </p:nvPr>
        </p:nvSpPr>
        <p:spPr/>
        <p:txBody>
          <a:bodyPr/>
          <a:lstStyle/>
          <a:p>
            <a:fld id="{3EDB7B54-28E8-4F53-BB73-0AD7E978E0AE}" type="datetimeFigureOut">
              <a:rPr lang="en-US" smtClean="0"/>
              <a:t>7/16/2019</a:t>
            </a:fld>
            <a:endParaRPr lang="en-US"/>
          </a:p>
        </p:txBody>
      </p:sp>
      <p:sp>
        <p:nvSpPr>
          <p:cNvPr id="3" name="Footer Placeholder 2">
            <a:extLst>
              <a:ext uri="{FF2B5EF4-FFF2-40B4-BE49-F238E27FC236}">
                <a16:creationId xmlns:a16="http://schemas.microsoft.com/office/drawing/2014/main" id="{E9AD3D8F-B56B-4A02-88B2-5F5368033C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7D4C55-C976-484C-A2E2-75B667EC5A38}"/>
              </a:ext>
            </a:extLst>
          </p:cNvPr>
          <p:cNvSpPr>
            <a:spLocks noGrp="1"/>
          </p:cNvSpPr>
          <p:nvPr>
            <p:ph type="sldNum" sz="quarter" idx="12"/>
          </p:nvPr>
        </p:nvSpPr>
        <p:spPr/>
        <p:txBody>
          <a:bodyPr/>
          <a:lstStyle/>
          <a:p>
            <a:fld id="{D8ADCA3B-29D3-4A53-944E-400F25C9D6D1}" type="slidenum">
              <a:rPr lang="en-US" smtClean="0"/>
              <a:t>‹#›</a:t>
            </a:fld>
            <a:endParaRPr lang="en-US"/>
          </a:p>
        </p:txBody>
      </p:sp>
    </p:spTree>
    <p:extLst>
      <p:ext uri="{BB962C8B-B14F-4D97-AF65-F5344CB8AC3E}">
        <p14:creationId xmlns:p14="http://schemas.microsoft.com/office/powerpoint/2010/main" val="2973359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CE748-68AC-4386-A15B-398E4F4A93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E07938-E817-4805-9F51-757D470FBA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CB9EF4-4BE2-4FAA-A336-D5FD8E82C7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20A2-4C79-47CA-AC6D-06AF249D7E68}"/>
              </a:ext>
            </a:extLst>
          </p:cNvPr>
          <p:cNvSpPr>
            <a:spLocks noGrp="1"/>
          </p:cNvSpPr>
          <p:nvPr>
            <p:ph type="dt" sz="half" idx="10"/>
          </p:nvPr>
        </p:nvSpPr>
        <p:spPr/>
        <p:txBody>
          <a:bodyPr/>
          <a:lstStyle/>
          <a:p>
            <a:fld id="{3EDB7B54-28E8-4F53-BB73-0AD7E978E0AE}" type="datetimeFigureOut">
              <a:rPr lang="en-US" smtClean="0"/>
              <a:t>7/16/2019</a:t>
            </a:fld>
            <a:endParaRPr lang="en-US"/>
          </a:p>
        </p:txBody>
      </p:sp>
      <p:sp>
        <p:nvSpPr>
          <p:cNvPr id="6" name="Footer Placeholder 5">
            <a:extLst>
              <a:ext uri="{FF2B5EF4-FFF2-40B4-BE49-F238E27FC236}">
                <a16:creationId xmlns:a16="http://schemas.microsoft.com/office/drawing/2014/main" id="{E914A69D-C3A4-44D8-9F8C-B7AA83CFD9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E4E1BB-6B8E-4E25-AF08-C3AF3B747257}"/>
              </a:ext>
            </a:extLst>
          </p:cNvPr>
          <p:cNvSpPr>
            <a:spLocks noGrp="1"/>
          </p:cNvSpPr>
          <p:nvPr>
            <p:ph type="sldNum" sz="quarter" idx="12"/>
          </p:nvPr>
        </p:nvSpPr>
        <p:spPr/>
        <p:txBody>
          <a:bodyPr/>
          <a:lstStyle/>
          <a:p>
            <a:fld id="{D8ADCA3B-29D3-4A53-944E-400F25C9D6D1}" type="slidenum">
              <a:rPr lang="en-US" smtClean="0"/>
              <a:t>‹#›</a:t>
            </a:fld>
            <a:endParaRPr lang="en-US"/>
          </a:p>
        </p:txBody>
      </p:sp>
    </p:spTree>
    <p:extLst>
      <p:ext uri="{BB962C8B-B14F-4D97-AF65-F5344CB8AC3E}">
        <p14:creationId xmlns:p14="http://schemas.microsoft.com/office/powerpoint/2010/main" val="3918370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0045A-7C36-4B8B-81F6-420902665D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3CF5784-6063-4C2E-8C15-586E0F2ED0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1BD49B-11A9-4D15-8715-36325582D4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10F713-3731-403C-97AF-DEC1F969241E}"/>
              </a:ext>
            </a:extLst>
          </p:cNvPr>
          <p:cNvSpPr>
            <a:spLocks noGrp="1"/>
          </p:cNvSpPr>
          <p:nvPr>
            <p:ph type="dt" sz="half" idx="10"/>
          </p:nvPr>
        </p:nvSpPr>
        <p:spPr/>
        <p:txBody>
          <a:bodyPr/>
          <a:lstStyle/>
          <a:p>
            <a:fld id="{3EDB7B54-28E8-4F53-BB73-0AD7E978E0AE}" type="datetimeFigureOut">
              <a:rPr lang="en-US" smtClean="0"/>
              <a:t>7/16/2019</a:t>
            </a:fld>
            <a:endParaRPr lang="en-US"/>
          </a:p>
        </p:txBody>
      </p:sp>
      <p:sp>
        <p:nvSpPr>
          <p:cNvPr id="6" name="Footer Placeholder 5">
            <a:extLst>
              <a:ext uri="{FF2B5EF4-FFF2-40B4-BE49-F238E27FC236}">
                <a16:creationId xmlns:a16="http://schemas.microsoft.com/office/drawing/2014/main" id="{E8FC958D-8A04-48E7-BEE7-9CF023B509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B976B8-1DA4-4460-B3DE-3959988A0168}"/>
              </a:ext>
            </a:extLst>
          </p:cNvPr>
          <p:cNvSpPr>
            <a:spLocks noGrp="1"/>
          </p:cNvSpPr>
          <p:nvPr>
            <p:ph type="sldNum" sz="quarter" idx="12"/>
          </p:nvPr>
        </p:nvSpPr>
        <p:spPr/>
        <p:txBody>
          <a:bodyPr/>
          <a:lstStyle/>
          <a:p>
            <a:fld id="{D8ADCA3B-29D3-4A53-944E-400F25C9D6D1}" type="slidenum">
              <a:rPr lang="en-US" smtClean="0"/>
              <a:t>‹#›</a:t>
            </a:fld>
            <a:endParaRPr lang="en-US"/>
          </a:p>
        </p:txBody>
      </p:sp>
    </p:spTree>
    <p:extLst>
      <p:ext uri="{BB962C8B-B14F-4D97-AF65-F5344CB8AC3E}">
        <p14:creationId xmlns:p14="http://schemas.microsoft.com/office/powerpoint/2010/main" val="2407931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89B4E-523C-48F6-BA04-C3D343DF83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CEA613-397E-46B2-A3DD-4C816ADCF7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09ACD6-5FFF-47DE-9E32-EB06138D66FE}"/>
              </a:ext>
            </a:extLst>
          </p:cNvPr>
          <p:cNvSpPr>
            <a:spLocks noGrp="1"/>
          </p:cNvSpPr>
          <p:nvPr>
            <p:ph type="dt" sz="half" idx="10"/>
          </p:nvPr>
        </p:nvSpPr>
        <p:spPr/>
        <p:txBody>
          <a:bodyPr/>
          <a:lstStyle/>
          <a:p>
            <a:fld id="{3EDB7B54-28E8-4F53-BB73-0AD7E978E0AE}" type="datetimeFigureOut">
              <a:rPr lang="en-US" smtClean="0"/>
              <a:t>7/16/2019</a:t>
            </a:fld>
            <a:endParaRPr lang="en-US"/>
          </a:p>
        </p:txBody>
      </p:sp>
      <p:sp>
        <p:nvSpPr>
          <p:cNvPr id="5" name="Footer Placeholder 4">
            <a:extLst>
              <a:ext uri="{FF2B5EF4-FFF2-40B4-BE49-F238E27FC236}">
                <a16:creationId xmlns:a16="http://schemas.microsoft.com/office/drawing/2014/main" id="{8DD34475-27B0-453F-9CEA-759ED5C36F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50DA64-E5EC-4645-8A4A-E4AED2406BFB}"/>
              </a:ext>
            </a:extLst>
          </p:cNvPr>
          <p:cNvSpPr>
            <a:spLocks noGrp="1"/>
          </p:cNvSpPr>
          <p:nvPr>
            <p:ph type="sldNum" sz="quarter" idx="12"/>
          </p:nvPr>
        </p:nvSpPr>
        <p:spPr/>
        <p:txBody>
          <a:bodyPr/>
          <a:lstStyle/>
          <a:p>
            <a:fld id="{D8ADCA3B-29D3-4A53-944E-400F25C9D6D1}" type="slidenum">
              <a:rPr lang="en-US" smtClean="0"/>
              <a:t>‹#›</a:t>
            </a:fld>
            <a:endParaRPr lang="en-US"/>
          </a:p>
        </p:txBody>
      </p:sp>
    </p:spTree>
    <p:extLst>
      <p:ext uri="{BB962C8B-B14F-4D97-AF65-F5344CB8AC3E}">
        <p14:creationId xmlns:p14="http://schemas.microsoft.com/office/powerpoint/2010/main" val="560408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72D59C-9C9A-4D9B-91FA-4C67E2DEF2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8564842-0CE0-43C2-8BE3-AF3043ACC4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666153-1F97-4547-8135-1E78ADC9502F}"/>
              </a:ext>
            </a:extLst>
          </p:cNvPr>
          <p:cNvSpPr>
            <a:spLocks noGrp="1"/>
          </p:cNvSpPr>
          <p:nvPr>
            <p:ph type="dt" sz="half" idx="10"/>
          </p:nvPr>
        </p:nvSpPr>
        <p:spPr/>
        <p:txBody>
          <a:bodyPr/>
          <a:lstStyle/>
          <a:p>
            <a:fld id="{3EDB7B54-28E8-4F53-BB73-0AD7E978E0AE}" type="datetimeFigureOut">
              <a:rPr lang="en-US" smtClean="0"/>
              <a:t>7/16/2019</a:t>
            </a:fld>
            <a:endParaRPr lang="en-US"/>
          </a:p>
        </p:txBody>
      </p:sp>
      <p:sp>
        <p:nvSpPr>
          <p:cNvPr id="5" name="Footer Placeholder 4">
            <a:extLst>
              <a:ext uri="{FF2B5EF4-FFF2-40B4-BE49-F238E27FC236}">
                <a16:creationId xmlns:a16="http://schemas.microsoft.com/office/drawing/2014/main" id="{38199F79-6A4B-4757-BC93-901C121621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E875C6-50AF-4416-8742-D23A472E3D78}"/>
              </a:ext>
            </a:extLst>
          </p:cNvPr>
          <p:cNvSpPr>
            <a:spLocks noGrp="1"/>
          </p:cNvSpPr>
          <p:nvPr>
            <p:ph type="sldNum" sz="quarter" idx="12"/>
          </p:nvPr>
        </p:nvSpPr>
        <p:spPr/>
        <p:txBody>
          <a:bodyPr/>
          <a:lstStyle/>
          <a:p>
            <a:fld id="{D8ADCA3B-29D3-4A53-944E-400F25C9D6D1}" type="slidenum">
              <a:rPr lang="en-US" smtClean="0"/>
              <a:t>‹#›</a:t>
            </a:fld>
            <a:endParaRPr lang="en-US"/>
          </a:p>
        </p:txBody>
      </p:sp>
    </p:spTree>
    <p:extLst>
      <p:ext uri="{BB962C8B-B14F-4D97-AF65-F5344CB8AC3E}">
        <p14:creationId xmlns:p14="http://schemas.microsoft.com/office/powerpoint/2010/main" val="2333214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79" y="1577340"/>
            <a:ext cx="5303520"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Arial"/>
                <a:cs typeface="Arial"/>
              </a:defRPr>
            </a:lvl1pPr>
          </a:lstStyle>
          <a:p>
            <a:pPr marL="12700"/>
            <a:endParaRPr lang="en-US"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7/16/2019</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r>
              <a:rPr lang="en-US" spc="-10"/>
              <a:t>©Ic</a:t>
            </a:r>
            <a:r>
              <a:rPr lang="en-US" spc="-5"/>
              <a:t>h</a:t>
            </a:r>
            <a:r>
              <a:rPr lang="en-US"/>
              <a:t>ak</a:t>
            </a:r>
            <a:r>
              <a:rPr lang="en-US" spc="-50">
                <a:latin typeface="Times New Roman"/>
                <a:cs typeface="Times New Roman"/>
              </a:rPr>
              <a:t> </a:t>
            </a:r>
            <a:r>
              <a:rPr lang="en-US" spc="-10"/>
              <a:t>A</a:t>
            </a:r>
            <a:r>
              <a:rPr lang="en-US"/>
              <a:t>d</a:t>
            </a:r>
            <a:r>
              <a:rPr lang="en-US" spc="-5"/>
              <a:t>i</a:t>
            </a:r>
            <a:r>
              <a:rPr lang="en-US" spc="-15"/>
              <a:t>z</a:t>
            </a:r>
            <a:r>
              <a:rPr lang="en-US"/>
              <a:t>e</a:t>
            </a:r>
            <a:r>
              <a:rPr lang="en-US" spc="-5"/>
              <a:t>s,</a:t>
            </a:r>
            <a:r>
              <a:rPr lang="en-US" spc="25">
                <a:latin typeface="Times New Roman"/>
                <a:cs typeface="Times New Roman"/>
              </a:rPr>
              <a:t> </a:t>
            </a:r>
            <a:r>
              <a:rPr lang="en-US" spc="-10"/>
              <a:t>P</a:t>
            </a:r>
            <a:r>
              <a:rPr lang="en-US"/>
              <a:t>h</a:t>
            </a:r>
            <a:r>
              <a:rPr lang="en-US" spc="-10"/>
              <a:t>.D.</a:t>
            </a:r>
            <a:r>
              <a:rPr lang="en-US" spc="25">
                <a:latin typeface="Times New Roman"/>
                <a:cs typeface="Times New Roman"/>
              </a:rPr>
              <a:t> </a:t>
            </a:r>
            <a:r>
              <a:rPr lang="en-US"/>
              <a:t>197</a:t>
            </a:r>
            <a:r>
              <a:rPr lang="en-US" spc="20"/>
              <a:t>1</a:t>
            </a:r>
            <a:r>
              <a:rPr lang="en-US" spc="-5"/>
              <a:t>-</a:t>
            </a:r>
            <a:fld id="{81D60167-4931-47E6-BA6A-407CBD079E47}" type="slidenum">
              <a:rPr smtClean="0"/>
              <a:pPr marL="12700"/>
              <a:t>‹#›</a:t>
            </a:fld>
            <a:r>
              <a:t>3</a:t>
            </a:r>
            <a:endParaRPr dirty="0"/>
          </a:p>
        </p:txBody>
      </p:sp>
    </p:spTree>
    <p:extLst>
      <p:ext uri="{BB962C8B-B14F-4D97-AF65-F5344CB8AC3E}">
        <p14:creationId xmlns:p14="http://schemas.microsoft.com/office/powerpoint/2010/main" val="643345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D4BDE9-AA73-4256-953F-E9255240DB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C32EA7-B03F-41D2-9D14-3EBDD98EC8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C443E7-3FD0-422E-AFE1-6E3B799F72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DB7B54-28E8-4F53-BB73-0AD7E978E0AE}" type="datetimeFigureOut">
              <a:rPr lang="en-US" smtClean="0"/>
              <a:t>7/16/2019</a:t>
            </a:fld>
            <a:endParaRPr lang="en-US"/>
          </a:p>
        </p:txBody>
      </p:sp>
      <p:sp>
        <p:nvSpPr>
          <p:cNvPr id="5" name="Footer Placeholder 4">
            <a:extLst>
              <a:ext uri="{FF2B5EF4-FFF2-40B4-BE49-F238E27FC236}">
                <a16:creationId xmlns:a16="http://schemas.microsoft.com/office/drawing/2014/main" id="{8B357DB3-2C29-4C7F-8EDE-9CD8473D42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D8AFA63-4626-4D21-8B65-592124469A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ADCA3B-29D3-4A53-944E-400F25C9D6D1}" type="slidenum">
              <a:rPr lang="en-US" smtClean="0"/>
              <a:t>‹#›</a:t>
            </a:fld>
            <a:endParaRPr lang="en-US"/>
          </a:p>
        </p:txBody>
      </p:sp>
      <p:pic>
        <p:nvPicPr>
          <p:cNvPr id="7" name="Picture 2" descr="Image result for mailigen logo">
            <a:extLst>
              <a:ext uri="{FF2B5EF4-FFF2-40B4-BE49-F238E27FC236}">
                <a16:creationId xmlns:a16="http://schemas.microsoft.com/office/drawing/2014/main" id="{B7F97292-C1D5-4725-B6D3-12A67296027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377765" y="-57439"/>
            <a:ext cx="1580648" cy="118548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
            <a:extLst>
              <a:ext uri="{FF2B5EF4-FFF2-40B4-BE49-F238E27FC236}">
                <a16:creationId xmlns:a16="http://schemas.microsoft.com/office/drawing/2014/main" id="{92E0ED7D-F909-4EB3-ABC0-97513DB7F1EC}"/>
              </a:ext>
            </a:extLst>
          </p:cNvPr>
          <p:cNvSpPr>
            <a:spLocks noChangeArrowheads="1"/>
          </p:cNvSpPr>
          <p:nvPr userDrawn="1"/>
        </p:nvSpPr>
        <p:spPr bwMode="auto">
          <a:xfrm>
            <a:off x="4072467" y="6569075"/>
            <a:ext cx="4064000" cy="274638"/>
          </a:xfrm>
          <a:prstGeom prst="rect">
            <a:avLst/>
          </a:prstGeom>
          <a:noFill/>
          <a:ln w="12600">
            <a:noFill/>
            <a:miter lim="800000"/>
            <a:headEnd/>
            <a:tailEnd/>
          </a:ln>
          <a:effectLst/>
        </p:spPr>
        <p:txBody>
          <a:bodyPr lIns="90000" tIns="55584" rIns="90000" bIns="45000">
            <a:prstTxWarp prst="textNoShape">
              <a:avLst/>
            </a:prstTxWarp>
          </a:bodyPr>
          <a:lstStyle/>
          <a:p>
            <a:pPr algn="ctr" hangingPunct="0">
              <a:lnSpc>
                <a:spcPct val="93000"/>
              </a:lnSpc>
              <a:spcBef>
                <a:spcPts val="900"/>
              </a:spcBef>
              <a:buClr>
                <a:srgbClr val="000000"/>
              </a:buClr>
              <a:buSzPct val="100000"/>
              <a:buFont typeface="Times New Roman" pitchFamily="84" charset="0"/>
              <a:buNone/>
              <a:tabLst>
                <a:tab pos="723900" algn="l"/>
                <a:tab pos="1447800" algn="l"/>
                <a:tab pos="2171700" algn="l"/>
                <a:tab pos="2895600" algn="l"/>
              </a:tabLst>
            </a:pPr>
            <a:r>
              <a:rPr lang="en-US" sz="1200" dirty="0">
                <a:solidFill>
                  <a:srgbClr val="000000"/>
                </a:solidFill>
              </a:rPr>
              <a:t>©Adizes Institute 2019</a:t>
            </a:r>
          </a:p>
        </p:txBody>
      </p:sp>
      <p:pic>
        <p:nvPicPr>
          <p:cNvPr id="9" name="Picture 8">
            <a:extLst>
              <a:ext uri="{FF2B5EF4-FFF2-40B4-BE49-F238E27FC236}">
                <a16:creationId xmlns:a16="http://schemas.microsoft.com/office/drawing/2014/main" id="{BF5D6E55-5BF5-43A4-858A-97B7B126FC92}"/>
              </a:ext>
            </a:extLst>
          </p:cNvPr>
          <p:cNvPicPr>
            <a:picLocks noChangeAspect="1"/>
          </p:cNvPicPr>
          <p:nvPr userDrawn="1"/>
        </p:nvPicPr>
        <p:blipFill>
          <a:blip r:embed="rId15"/>
          <a:stretch>
            <a:fillRect/>
          </a:stretch>
        </p:blipFill>
        <p:spPr>
          <a:xfrm>
            <a:off x="694173" y="6176857"/>
            <a:ext cx="1598652" cy="540576"/>
          </a:xfrm>
          <a:prstGeom prst="rect">
            <a:avLst/>
          </a:prstGeom>
        </p:spPr>
      </p:pic>
    </p:spTree>
    <p:extLst>
      <p:ext uri="{BB962C8B-B14F-4D97-AF65-F5344CB8AC3E}">
        <p14:creationId xmlns:p14="http://schemas.microsoft.com/office/powerpoint/2010/main" val="211809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hemeOverride" Target="../theme/themeOverride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7.e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7.emf"/><Relationship Id="rId4"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10.emf"/><Relationship Id="rId4" Type="http://schemas.openxmlformats.org/officeDocument/2006/relationships/oleObject" Target="../embeddings/oleObject4.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11.emf"/><Relationship Id="rId4" Type="http://schemas.openxmlformats.org/officeDocument/2006/relationships/oleObject" Target="../embeddings/oleObject5.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vmlDrawing" Target="../drawings/vmlDrawing9.vml"/><Relationship Id="rId5" Type="http://schemas.openxmlformats.org/officeDocument/2006/relationships/image" Target="../media/image13.emf"/><Relationship Id="rId4" Type="http://schemas.openxmlformats.org/officeDocument/2006/relationships/oleObject" Target="../embeddings/oleObject7.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15.emf"/><Relationship Id="rId2" Type="http://schemas.openxmlformats.org/officeDocument/2006/relationships/slideLayout" Target="../slideLayouts/slideLayout6.xml"/><Relationship Id="rId1" Type="http://schemas.openxmlformats.org/officeDocument/2006/relationships/vmlDrawing" Target="../drawings/vmlDrawing10.vml"/><Relationship Id="rId6" Type="http://schemas.openxmlformats.org/officeDocument/2006/relationships/oleObject" Target="../embeddings/oleObject9.bin"/><Relationship Id="rId5" Type="http://schemas.openxmlformats.org/officeDocument/2006/relationships/image" Target="../media/image14.wmf"/><Relationship Id="rId4" Type="http://schemas.openxmlformats.org/officeDocument/2006/relationships/oleObject" Target="../embeddings/oleObject8.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16.emf"/><Relationship Id="rId2" Type="http://schemas.openxmlformats.org/officeDocument/2006/relationships/slideLayout" Target="../slideLayouts/slideLayout6.xml"/><Relationship Id="rId1" Type="http://schemas.openxmlformats.org/officeDocument/2006/relationships/vmlDrawing" Target="../drawings/vmlDrawing11.vml"/><Relationship Id="rId6" Type="http://schemas.openxmlformats.org/officeDocument/2006/relationships/oleObject" Target="../embeddings/oleObject11.bin"/><Relationship Id="rId5" Type="http://schemas.openxmlformats.org/officeDocument/2006/relationships/image" Target="../media/image14.wmf"/><Relationship Id="rId4" Type="http://schemas.openxmlformats.org/officeDocument/2006/relationships/oleObject" Target="../embeddings/oleObject10.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5" Type="http://schemas.openxmlformats.org/officeDocument/2006/relationships/image" Target="../media/image39.png"/><Relationship Id="rId2" Type="http://schemas.openxmlformats.org/officeDocument/2006/relationships/notesSlide" Target="../notesSlides/notesSlide27.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12.xml"/><Relationship Id="rId6" Type="http://schemas.openxmlformats.org/officeDocument/2006/relationships/image" Target="../media/image20.png"/><Relationship Id="rId11" Type="http://schemas.openxmlformats.org/officeDocument/2006/relationships/image" Target="../media/image25.png"/><Relationship Id="rId24" Type="http://schemas.openxmlformats.org/officeDocument/2006/relationships/image" Target="../media/image38.png"/><Relationship Id="rId5" Type="http://schemas.openxmlformats.org/officeDocument/2006/relationships/image" Target="../media/image19.png"/><Relationship Id="rId15" Type="http://schemas.openxmlformats.org/officeDocument/2006/relationships/image" Target="../media/image29.png"/><Relationship Id="rId23" Type="http://schemas.openxmlformats.org/officeDocument/2006/relationships/image" Target="../media/image37.png"/><Relationship Id="rId10" Type="http://schemas.openxmlformats.org/officeDocument/2006/relationships/image" Target="../media/image24.png"/><Relationship Id="rId19" Type="http://schemas.openxmlformats.org/officeDocument/2006/relationships/image" Target="../media/image33.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1.jpg"/></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1A2E2C-0B30-4D77-8D1A-3E72BAAFEC01}"/>
              </a:ext>
            </a:extLst>
          </p:cNvPr>
          <p:cNvSpPr>
            <a:spLocks noGrp="1"/>
          </p:cNvSpPr>
          <p:nvPr>
            <p:ph type="ctrTitle"/>
          </p:nvPr>
        </p:nvSpPr>
        <p:spPr>
          <a:xfrm>
            <a:off x="2229465" y="1849009"/>
            <a:ext cx="7772400" cy="2033829"/>
          </a:xfrm>
        </p:spPr>
        <p:txBody>
          <a:bodyPr/>
          <a:lstStyle/>
          <a:p>
            <a:pPr algn="ctr"/>
            <a:r>
              <a:rPr lang="lv-LV" sz="3600" i="1" dirty="0">
                <a:solidFill>
                  <a:srgbClr val="FF0000"/>
                </a:solidFill>
              </a:rPr>
              <a:t>Growing Incredible </a:t>
            </a:r>
            <a:r>
              <a:rPr lang="en-US" sz="3600" i="1" dirty="0">
                <a:solidFill>
                  <a:srgbClr val="FF0000"/>
                </a:solidFill>
              </a:rPr>
              <a:t>Managers: </a:t>
            </a:r>
            <a:br>
              <a:rPr lang="en-US" sz="3600" i="1" dirty="0">
                <a:solidFill>
                  <a:srgbClr val="FF0000"/>
                </a:solidFill>
              </a:rPr>
            </a:br>
            <a:r>
              <a:rPr lang="en-US" sz="2400" i="1" dirty="0">
                <a:solidFill>
                  <a:srgbClr val="FF0000"/>
                </a:solidFill>
              </a:rPr>
              <a:t/>
            </a:r>
            <a:br>
              <a:rPr lang="en-US" sz="2400" i="1" dirty="0">
                <a:solidFill>
                  <a:srgbClr val="FF0000"/>
                </a:solidFill>
              </a:rPr>
            </a:br>
            <a:endParaRPr lang="en-US" dirty="0">
              <a:solidFill>
                <a:srgbClr val="FF0000"/>
              </a:solidFill>
            </a:endParaRPr>
          </a:p>
        </p:txBody>
      </p:sp>
      <p:sp>
        <p:nvSpPr>
          <p:cNvPr id="5" name="Subtitle 2">
            <a:extLst>
              <a:ext uri="{FF2B5EF4-FFF2-40B4-BE49-F238E27FC236}">
                <a16:creationId xmlns:a16="http://schemas.microsoft.com/office/drawing/2014/main" id="{8C0F7E41-707C-45B5-A1A2-27BDDBA265C7}"/>
              </a:ext>
            </a:extLst>
          </p:cNvPr>
          <p:cNvSpPr>
            <a:spLocks noGrp="1"/>
          </p:cNvSpPr>
          <p:nvPr>
            <p:ph type="subTitle" idx="1"/>
          </p:nvPr>
        </p:nvSpPr>
        <p:spPr>
          <a:xfrm>
            <a:off x="2025349" y="2862009"/>
            <a:ext cx="8360564" cy="3511075"/>
          </a:xfrm>
        </p:spPr>
        <p:txBody>
          <a:bodyPr>
            <a:normAutofit lnSpcReduction="10000"/>
          </a:bodyPr>
          <a:lstStyle/>
          <a:p>
            <a:r>
              <a:rPr lang="lv-LV" i="1" dirty="0"/>
              <a:t>Business Models for Innovation and building accountability</a:t>
            </a:r>
            <a:endParaRPr lang="en-US" i="1" dirty="0"/>
          </a:p>
          <a:p>
            <a:endParaRPr lang="lv-LV" sz="1800" i="1" dirty="0"/>
          </a:p>
          <a:p>
            <a:endParaRPr lang="lv-LV" sz="1800" i="1" dirty="0"/>
          </a:p>
          <a:p>
            <a:r>
              <a:rPr lang="en-US" sz="1800" dirty="0"/>
              <a:t>Prepared by </a:t>
            </a:r>
          </a:p>
          <a:p>
            <a:r>
              <a:rPr lang="lv-LV" sz="2000" dirty="0" err="1"/>
              <a:t>Greg</a:t>
            </a:r>
            <a:r>
              <a:rPr lang="lv-LV" sz="2000" dirty="0"/>
              <a:t> Mathers</a:t>
            </a:r>
            <a:r>
              <a:rPr lang="en-US" sz="2000" dirty="0"/>
              <a:t>, Certified Adizes Senior Associate</a:t>
            </a:r>
          </a:p>
          <a:p>
            <a:r>
              <a:rPr lang="lv-LV" sz="2000" dirty="0"/>
              <a:t>June</a:t>
            </a:r>
            <a:r>
              <a:rPr lang="en-US" sz="2000" dirty="0"/>
              <a:t>-July 2019</a:t>
            </a:r>
          </a:p>
          <a:p>
            <a:endParaRPr lang="lv-LV" sz="2000" dirty="0"/>
          </a:p>
          <a:p>
            <a:endParaRPr lang="en-US" sz="2000" dirty="0"/>
          </a:p>
          <a:p>
            <a:r>
              <a:rPr lang="en-US" sz="2000" dirty="0"/>
              <a:t>Projekts Nr./ CFLA l</a:t>
            </a:r>
            <a:r>
              <a:rPr lang="lv-LV" sz="2000" dirty="0"/>
              <a:t>ī</a:t>
            </a:r>
            <a:r>
              <a:rPr lang="en-US" sz="2000" dirty="0"/>
              <a:t>gums Nr.</a:t>
            </a:r>
            <a:r>
              <a:rPr lang="lv-LV" sz="2000" dirty="0"/>
              <a:t> 1.2.2.3/16/i/001</a:t>
            </a:r>
            <a:endParaRPr lang="en-US" i="1" dirty="0"/>
          </a:p>
        </p:txBody>
      </p:sp>
      <p:pic>
        <p:nvPicPr>
          <p:cNvPr id="6" name="Picture 22">
            <a:extLst>
              <a:ext uri="{FF2B5EF4-FFF2-40B4-BE49-F238E27FC236}">
                <a16:creationId xmlns:a16="http://schemas.microsoft.com/office/drawing/2014/main" id="{D1102B30-1D50-46BD-9A21-D90E3A0A6C5E}"/>
              </a:ext>
            </a:extLst>
          </p:cNvPr>
          <p:cNvPicPr>
            <a:picLocks noChangeAspect="1" noChangeArrowheads="1"/>
          </p:cNvPicPr>
          <p:nvPr/>
        </p:nvPicPr>
        <p:blipFill>
          <a:blip r:embed="rId2" cstate="print"/>
          <a:srcRect/>
          <a:stretch>
            <a:fillRect/>
          </a:stretch>
        </p:blipFill>
        <p:spPr bwMode="auto">
          <a:xfrm>
            <a:off x="6656749" y="323560"/>
            <a:ext cx="3472492" cy="1801269"/>
          </a:xfrm>
          <a:prstGeom prst="rect">
            <a:avLst/>
          </a:prstGeom>
          <a:noFill/>
          <a:ln w="12700">
            <a:noFill/>
            <a:miter lim="800000"/>
            <a:headEnd/>
            <a:tailEnd/>
          </a:ln>
        </p:spPr>
      </p:pic>
    </p:spTree>
    <p:extLst>
      <p:ext uri="{BB962C8B-B14F-4D97-AF65-F5344CB8AC3E}">
        <p14:creationId xmlns:p14="http://schemas.microsoft.com/office/powerpoint/2010/main" val="30321873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1264200" y="1166842"/>
            <a:ext cx="9017532" cy="3416320"/>
          </a:xfrm>
          <a:prstGeom prst="rect">
            <a:avLst/>
          </a:prstGeom>
          <a:noFill/>
        </p:spPr>
        <p:txBody>
          <a:bodyPr wrap="none" rtlCol="0">
            <a:spAutoFit/>
          </a:bodyPr>
          <a:lstStyle/>
          <a:p>
            <a:pPr algn="ctr"/>
            <a:r>
              <a:rPr lang="en-US" sz="7200" b="1" dirty="0">
                <a:solidFill>
                  <a:srgbClr val="7474F2"/>
                </a:solidFill>
                <a:effectLst>
                  <a:outerShdw blurRad="38100" dist="38100" dir="2700000" algn="tl">
                    <a:srgbClr val="000000">
                      <a:alpha val="43137"/>
                    </a:srgbClr>
                  </a:outerShdw>
                </a:effectLst>
              </a:rPr>
              <a:t>Building</a:t>
            </a:r>
            <a:r>
              <a:rPr lang="lv-LV" sz="7200" b="1" dirty="0">
                <a:solidFill>
                  <a:srgbClr val="7474F2"/>
                </a:solidFill>
                <a:effectLst>
                  <a:outerShdw blurRad="38100" dist="38100" dir="2700000" algn="tl">
                    <a:srgbClr val="000000">
                      <a:alpha val="43137"/>
                    </a:srgbClr>
                  </a:outerShdw>
                </a:effectLst>
              </a:rPr>
              <a:t> </a:t>
            </a:r>
            <a:r>
              <a:rPr lang="en-US" sz="7200" b="1" dirty="0">
                <a:solidFill>
                  <a:srgbClr val="7474F2"/>
                </a:solidFill>
                <a:effectLst>
                  <a:outerShdw blurRad="38100" dist="38100" dir="2700000" algn="tl">
                    <a:srgbClr val="000000">
                      <a:alpha val="43137"/>
                    </a:srgbClr>
                  </a:outerShdw>
                </a:effectLst>
              </a:rPr>
              <a:t>Accountability</a:t>
            </a:r>
            <a:endParaRPr lang="lv-LV" sz="7200" b="1" dirty="0">
              <a:solidFill>
                <a:srgbClr val="7474F2"/>
              </a:solidFill>
              <a:effectLst>
                <a:outerShdw blurRad="38100" dist="38100" dir="2700000" algn="tl">
                  <a:srgbClr val="000000">
                    <a:alpha val="43137"/>
                  </a:srgbClr>
                </a:outerShdw>
              </a:effectLst>
            </a:endParaRPr>
          </a:p>
          <a:p>
            <a:pPr algn="ctr"/>
            <a:r>
              <a:rPr lang="lv-LV" sz="7200" b="1" dirty="0">
                <a:solidFill>
                  <a:srgbClr val="7474F2"/>
                </a:solidFill>
                <a:effectLst>
                  <a:outerShdw blurRad="38100" dist="38100" dir="2700000" algn="tl">
                    <a:srgbClr val="000000">
                      <a:alpha val="43137"/>
                    </a:srgbClr>
                  </a:outerShdw>
                </a:effectLst>
              </a:rPr>
              <a:t>To Bring Your Business</a:t>
            </a:r>
          </a:p>
          <a:p>
            <a:pPr algn="ctr"/>
            <a:r>
              <a:rPr lang="lv-LV" sz="7200" b="1" dirty="0">
                <a:solidFill>
                  <a:srgbClr val="7474F2"/>
                </a:solidFill>
                <a:effectLst>
                  <a:outerShdw blurRad="38100" dist="38100" dir="2700000" algn="tl">
                    <a:srgbClr val="000000">
                      <a:alpha val="43137"/>
                    </a:srgbClr>
                  </a:outerShdw>
                </a:effectLst>
              </a:rPr>
              <a:t>Model To Life</a:t>
            </a:r>
            <a:endParaRPr lang="en-US" sz="7200" b="1" dirty="0">
              <a:solidFill>
                <a:srgbClr val="7474F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95698577"/>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9" name="Oval 25"/>
          <p:cNvSpPr>
            <a:spLocks noChangeArrowheads="1"/>
          </p:cNvSpPr>
          <p:nvPr/>
        </p:nvSpPr>
        <p:spPr bwMode="auto">
          <a:xfrm>
            <a:off x="3113088" y="3400425"/>
            <a:ext cx="544512" cy="649288"/>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4099" name="Text Box 29"/>
          <p:cNvSpPr txBox="1">
            <a:spLocks noChangeArrowheads="1"/>
          </p:cNvSpPr>
          <p:nvPr/>
        </p:nvSpPr>
        <p:spPr bwMode="auto">
          <a:xfrm>
            <a:off x="2344738" y="1273175"/>
            <a:ext cx="2074862"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know what to do</a:t>
            </a:r>
          </a:p>
        </p:txBody>
      </p:sp>
      <p:sp>
        <p:nvSpPr>
          <p:cNvPr id="4100" name="Text Box 29"/>
          <p:cNvSpPr txBox="1">
            <a:spLocks noChangeArrowheads="1"/>
          </p:cNvSpPr>
          <p:nvPr/>
        </p:nvSpPr>
        <p:spPr bwMode="auto">
          <a:xfrm>
            <a:off x="4600576" y="1306514"/>
            <a:ext cx="2074863"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can do it</a:t>
            </a:r>
          </a:p>
        </p:txBody>
      </p:sp>
      <p:sp>
        <p:nvSpPr>
          <p:cNvPr id="4101" name="Text Box 29"/>
          <p:cNvSpPr txBox="1">
            <a:spLocks noChangeArrowheads="1"/>
          </p:cNvSpPr>
          <p:nvPr/>
        </p:nvSpPr>
        <p:spPr bwMode="auto">
          <a:xfrm>
            <a:off x="7069138" y="1306514"/>
            <a:ext cx="2532062"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4000" dirty="0">
                <a:solidFill>
                  <a:srgbClr val="000099"/>
                </a:solidFill>
                <a:latin typeface="Comic Sans MS" pitchFamily="66" charset="0"/>
              </a:rPr>
              <a:t>I will be rewarded</a:t>
            </a:r>
          </a:p>
        </p:txBody>
      </p:sp>
      <p:grpSp>
        <p:nvGrpSpPr>
          <p:cNvPr id="7" name="Group 6"/>
          <p:cNvGrpSpPr>
            <a:grpSpLocks/>
          </p:cNvGrpSpPr>
          <p:nvPr/>
        </p:nvGrpSpPr>
        <p:grpSpPr bwMode="auto">
          <a:xfrm>
            <a:off x="3810001" y="3400425"/>
            <a:ext cx="2263775" cy="649288"/>
            <a:chOff x="2286001" y="3400096"/>
            <a:chExt cx="2264370" cy="650221"/>
          </a:xfrm>
        </p:grpSpPr>
        <p:sp>
          <p:nvSpPr>
            <p:cNvPr id="4108" name="Oval 25"/>
            <p:cNvSpPr>
              <a:spLocks noChangeArrowheads="1"/>
            </p:cNvSpPr>
            <p:nvPr/>
          </p:nvSpPr>
          <p:spPr bwMode="auto">
            <a:xfrm>
              <a:off x="4006083" y="3400096"/>
              <a:ext cx="544288" cy="650221"/>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6" name="Striped Right Arrow 5"/>
            <p:cNvSpPr/>
            <p:nvPr/>
          </p:nvSpPr>
          <p:spPr bwMode="auto">
            <a:xfrm>
              <a:off x="2286001" y="3420764"/>
              <a:ext cx="1600621" cy="553244"/>
            </a:xfrm>
            <a:prstGeom prst="stripedRightArrow">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en-GB" dirty="0"/>
            </a:p>
          </p:txBody>
        </p:sp>
      </p:grpSp>
      <p:grpSp>
        <p:nvGrpSpPr>
          <p:cNvPr id="12" name="Group 11">
            <a:extLst>
              <a:ext uri="{FF2B5EF4-FFF2-40B4-BE49-F238E27FC236}">
                <a16:creationId xmlns:a16="http://schemas.microsoft.com/office/drawing/2014/main" id="{42E8DA1E-F543-4E53-AE6C-E5F19EEBEAAD}"/>
              </a:ext>
            </a:extLst>
          </p:cNvPr>
          <p:cNvGrpSpPr>
            <a:grpSpLocks/>
          </p:cNvGrpSpPr>
          <p:nvPr/>
        </p:nvGrpSpPr>
        <p:grpSpPr bwMode="auto">
          <a:xfrm>
            <a:off x="6269504" y="3412145"/>
            <a:ext cx="2263775" cy="649288"/>
            <a:chOff x="2286001" y="3400096"/>
            <a:chExt cx="2264370" cy="650221"/>
          </a:xfrm>
        </p:grpSpPr>
        <p:sp>
          <p:nvSpPr>
            <p:cNvPr id="13" name="Oval 25">
              <a:extLst>
                <a:ext uri="{FF2B5EF4-FFF2-40B4-BE49-F238E27FC236}">
                  <a16:creationId xmlns:a16="http://schemas.microsoft.com/office/drawing/2014/main" id="{02308300-0BF5-402A-B528-C778E838514E}"/>
                </a:ext>
              </a:extLst>
            </p:cNvPr>
            <p:cNvSpPr>
              <a:spLocks noChangeArrowheads="1"/>
            </p:cNvSpPr>
            <p:nvPr/>
          </p:nvSpPr>
          <p:spPr bwMode="auto">
            <a:xfrm>
              <a:off x="4006083" y="3400096"/>
              <a:ext cx="544288" cy="650221"/>
            </a:xfrm>
            <a:prstGeom prst="ellipse">
              <a:avLst/>
            </a:prstGeom>
            <a:solidFill>
              <a:srgbClr val="C00000"/>
            </a:solidFill>
            <a:ln w="9525">
              <a:solidFill>
                <a:srgbClr val="000099"/>
              </a:solidFill>
              <a:round/>
              <a:headEnd/>
              <a:tailEnd/>
            </a:ln>
          </p:spPr>
          <p:txBody>
            <a:bodyPr lIns="92075" tIns="46038" rIns="92075" bIns="46038" anchor="ct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2400" dirty="0">
                <a:latin typeface="Arial" pitchFamily="34" charset="0"/>
              </a:endParaRPr>
            </a:p>
          </p:txBody>
        </p:sp>
        <p:sp>
          <p:nvSpPr>
            <p:cNvPr id="14" name="Striped Right Arrow 5">
              <a:extLst>
                <a:ext uri="{FF2B5EF4-FFF2-40B4-BE49-F238E27FC236}">
                  <a16:creationId xmlns:a16="http://schemas.microsoft.com/office/drawing/2014/main" id="{A6CFA037-D134-48DE-835D-F46C528D5B44}"/>
                </a:ext>
              </a:extLst>
            </p:cNvPr>
            <p:cNvSpPr/>
            <p:nvPr/>
          </p:nvSpPr>
          <p:spPr bwMode="auto">
            <a:xfrm>
              <a:off x="2286001" y="3420764"/>
              <a:ext cx="1600621" cy="553244"/>
            </a:xfrm>
            <a:prstGeom prst="stripedRightArrow">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defRPr/>
              </a:pPr>
              <a:endParaRPr lang="en-GB" dirty="0"/>
            </a:p>
          </p:txBody>
        </p:sp>
      </p:grpSp>
    </p:spTree>
    <p:extLst>
      <p:ext uri="{BB962C8B-B14F-4D97-AF65-F5344CB8AC3E}">
        <p14:creationId xmlns:p14="http://schemas.microsoft.com/office/powerpoint/2010/main" val="27498684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69"/>
                                        </p:tgtEl>
                                        <p:attrNameLst>
                                          <p:attrName>style.visibility</p:attrName>
                                        </p:attrNameLst>
                                      </p:cBhvr>
                                      <p:to>
                                        <p:strVal val="visible"/>
                                      </p:to>
                                    </p:set>
                                    <p:anim calcmode="lin" valueType="num">
                                      <p:cBhvr additive="base">
                                        <p:cTn id="7" dur="500" fill="hold"/>
                                        <p:tgtEl>
                                          <p:spTgt spid="19469"/>
                                        </p:tgtEl>
                                        <p:attrNameLst>
                                          <p:attrName>ppt_x</p:attrName>
                                        </p:attrNameLst>
                                      </p:cBhvr>
                                      <p:tavLst>
                                        <p:tav tm="0">
                                          <p:val>
                                            <p:strVal val="0-#ppt_w/2"/>
                                          </p:val>
                                        </p:tav>
                                        <p:tav tm="100000">
                                          <p:val>
                                            <p:strVal val="#ppt_x"/>
                                          </p:val>
                                        </p:tav>
                                      </p:tavLst>
                                    </p:anim>
                                    <p:anim calcmode="lin" valueType="num">
                                      <p:cBhvr additive="base">
                                        <p:cTn id="8" dur="500" fill="hold"/>
                                        <p:tgtEl>
                                          <p:spTgt spid="1946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0-#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Oval 13"/>
          <p:cNvSpPr>
            <a:spLocks noChangeArrowheads="1"/>
          </p:cNvSpPr>
          <p:nvPr/>
        </p:nvSpPr>
        <p:spPr bwMode="auto">
          <a:xfrm>
            <a:off x="7924800" y="1346200"/>
            <a:ext cx="2590800" cy="2514600"/>
          </a:xfrm>
          <a:prstGeom prst="ellipse">
            <a:avLst/>
          </a:prstGeom>
          <a:gradFill rotWithShape="0">
            <a:gsLst>
              <a:gs pos="0">
                <a:srgbClr val="47005E"/>
              </a:gs>
              <a:gs pos="100000">
                <a:srgbClr val="9900CC"/>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endParaRPr lang="pt-BR" altLang="en-US" sz="2400">
              <a:solidFill>
                <a:srgbClr val="9900CC"/>
              </a:solidFill>
            </a:endParaRPr>
          </a:p>
        </p:txBody>
      </p:sp>
      <p:sp>
        <p:nvSpPr>
          <p:cNvPr id="209934" name="Oval 14"/>
          <p:cNvSpPr>
            <a:spLocks noChangeArrowheads="1"/>
          </p:cNvSpPr>
          <p:nvPr/>
        </p:nvSpPr>
        <p:spPr bwMode="auto">
          <a:xfrm>
            <a:off x="5791200" y="1346200"/>
            <a:ext cx="3125788" cy="2514600"/>
          </a:xfrm>
          <a:prstGeom prst="ellipse">
            <a:avLst/>
          </a:prstGeom>
          <a:gradFill rotWithShape="0">
            <a:gsLst>
              <a:gs pos="0">
                <a:schemeClr val="accent1">
                  <a:gamma/>
                  <a:shade val="46275"/>
                  <a:invGamma/>
                </a:schemeClr>
              </a:gs>
              <a:gs pos="100000">
                <a:schemeClr val="accent1"/>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sr-Latn-CS" dirty="0">
              <a:cs typeface="Arial" charset="0"/>
            </a:endParaRPr>
          </a:p>
        </p:txBody>
      </p:sp>
      <p:sp>
        <p:nvSpPr>
          <p:cNvPr id="8196" name="Oval 15"/>
          <p:cNvSpPr>
            <a:spLocks noChangeArrowheads="1"/>
          </p:cNvSpPr>
          <p:nvPr/>
        </p:nvSpPr>
        <p:spPr bwMode="auto">
          <a:xfrm>
            <a:off x="3810000" y="1346200"/>
            <a:ext cx="2667000" cy="2514600"/>
          </a:xfrm>
          <a:prstGeom prst="ellipse">
            <a:avLst/>
          </a:prstGeom>
          <a:gradFill rotWithShape="0">
            <a:gsLst>
              <a:gs pos="0">
                <a:srgbClr val="760018"/>
              </a:gs>
              <a:gs pos="100000">
                <a:srgbClr val="FF0033"/>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sr-Latn-CS" altLang="en-US" sz="12000" dirty="0"/>
          </a:p>
        </p:txBody>
      </p:sp>
      <p:sp>
        <p:nvSpPr>
          <p:cNvPr id="209936" name="Oval 16"/>
          <p:cNvSpPr>
            <a:spLocks noChangeArrowheads="1"/>
          </p:cNvSpPr>
          <p:nvPr/>
        </p:nvSpPr>
        <p:spPr bwMode="auto">
          <a:xfrm>
            <a:off x="1676400" y="1422400"/>
            <a:ext cx="2667000" cy="2514600"/>
          </a:xfrm>
          <a:prstGeom prst="ellipse">
            <a:avLst/>
          </a:prstGeom>
          <a:gradFill rotWithShape="0">
            <a:gsLst>
              <a:gs pos="0">
                <a:schemeClr val="accent2">
                  <a:gamma/>
                  <a:shade val="33333"/>
                  <a:invGamma/>
                </a:schemeClr>
              </a:gs>
              <a:gs pos="100000">
                <a:schemeClr val="accent2"/>
              </a:gs>
            </a:gsLst>
            <a:lin ang="0" scaled="1"/>
          </a:gra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sr-Latn-CS" dirty="0">
              <a:cs typeface="Arial" charset="0"/>
            </a:endParaRPr>
          </a:p>
        </p:txBody>
      </p:sp>
      <p:sp>
        <p:nvSpPr>
          <p:cNvPr id="8198" name="Text Box 17"/>
          <p:cNvSpPr txBox="1">
            <a:spLocks noChangeArrowheads="1"/>
          </p:cNvSpPr>
          <p:nvPr/>
        </p:nvSpPr>
        <p:spPr bwMode="auto">
          <a:xfrm>
            <a:off x="2208214" y="2413001"/>
            <a:ext cx="17494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MISSION</a:t>
            </a:r>
          </a:p>
        </p:txBody>
      </p:sp>
      <p:sp>
        <p:nvSpPr>
          <p:cNvPr id="8199" name="Text Box 18"/>
          <p:cNvSpPr txBox="1">
            <a:spLocks noChangeArrowheads="1"/>
          </p:cNvSpPr>
          <p:nvPr/>
        </p:nvSpPr>
        <p:spPr bwMode="auto">
          <a:xfrm>
            <a:off x="4343400" y="2413001"/>
            <a:ext cx="2286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STRUCTURE</a:t>
            </a:r>
          </a:p>
        </p:txBody>
      </p:sp>
      <p:sp>
        <p:nvSpPr>
          <p:cNvPr id="8200" name="Text Box 19"/>
          <p:cNvSpPr txBox="1">
            <a:spLocks noChangeArrowheads="1"/>
          </p:cNvSpPr>
          <p:nvPr/>
        </p:nvSpPr>
        <p:spPr bwMode="auto">
          <a:xfrm>
            <a:off x="6400800" y="2108200"/>
            <a:ext cx="2516188"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PERFORMANCE TRACKING SYSTEM</a:t>
            </a:r>
          </a:p>
        </p:txBody>
      </p:sp>
      <p:sp>
        <p:nvSpPr>
          <p:cNvPr id="8201" name="Text Box 20"/>
          <p:cNvSpPr txBox="1">
            <a:spLocks noChangeArrowheads="1"/>
          </p:cNvSpPr>
          <p:nvPr/>
        </p:nvSpPr>
        <p:spPr bwMode="auto">
          <a:xfrm>
            <a:off x="8866188" y="2413001"/>
            <a:ext cx="180181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r>
              <a:rPr lang="en-US" altLang="en-US" sz="2400" dirty="0">
                <a:solidFill>
                  <a:schemeClr val="bg1"/>
                </a:solidFill>
                <a:latin typeface="Comic Sans MS" pitchFamily="66" charset="0"/>
              </a:rPr>
              <a:t>REWARDS</a:t>
            </a:r>
          </a:p>
        </p:txBody>
      </p:sp>
      <p:grpSp>
        <p:nvGrpSpPr>
          <p:cNvPr id="6" name="Group 5"/>
          <p:cNvGrpSpPr>
            <a:grpSpLocks/>
          </p:cNvGrpSpPr>
          <p:nvPr/>
        </p:nvGrpSpPr>
        <p:grpSpPr bwMode="auto">
          <a:xfrm>
            <a:off x="1676401" y="914401"/>
            <a:ext cx="2443163" cy="5688013"/>
            <a:chOff x="152400" y="914400"/>
            <a:chExt cx="2443671" cy="5688105"/>
          </a:xfrm>
        </p:grpSpPr>
        <p:sp>
          <p:nvSpPr>
            <p:cNvPr id="8212" name="Oval 1"/>
            <p:cNvSpPr>
              <a:spLocks noChangeArrowheads="1"/>
            </p:cNvSpPr>
            <p:nvPr/>
          </p:nvSpPr>
          <p:spPr bwMode="auto">
            <a:xfrm>
              <a:off x="152400" y="914400"/>
              <a:ext cx="2443671" cy="4514055"/>
            </a:xfrm>
            <a:prstGeom prst="ellipse">
              <a:avLst/>
            </a:prstGeom>
            <a:noFill/>
            <a:ln w="76200" algn="ctr">
              <a:solidFill>
                <a:srgbClr val="C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GB" altLang="en-US" sz="12000" dirty="0"/>
            </a:p>
          </p:txBody>
        </p:sp>
        <p:sp>
          <p:nvSpPr>
            <p:cNvPr id="8213" name="Text Box 29"/>
            <p:cNvSpPr txBox="1">
              <a:spLocks noChangeArrowheads="1"/>
            </p:cNvSpPr>
            <p:nvPr/>
          </p:nvSpPr>
          <p:spPr bwMode="auto">
            <a:xfrm>
              <a:off x="521778" y="4847536"/>
              <a:ext cx="2074293" cy="17549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3600" dirty="0">
                  <a:solidFill>
                    <a:srgbClr val="000099"/>
                  </a:solidFill>
                  <a:latin typeface="Comic Sans MS" pitchFamily="66" charset="0"/>
                </a:rPr>
                <a:t>I know what to do</a:t>
              </a:r>
            </a:p>
          </p:txBody>
        </p:sp>
      </p:grpSp>
      <p:grpSp>
        <p:nvGrpSpPr>
          <p:cNvPr id="5" name="Group 4"/>
          <p:cNvGrpSpPr>
            <a:grpSpLocks/>
          </p:cNvGrpSpPr>
          <p:nvPr/>
        </p:nvGrpSpPr>
        <p:grpSpPr bwMode="auto">
          <a:xfrm>
            <a:off x="3962400" y="914400"/>
            <a:ext cx="4954588" cy="5087938"/>
            <a:chOff x="2438399" y="914400"/>
            <a:chExt cx="4954587" cy="5087171"/>
          </a:xfrm>
        </p:grpSpPr>
        <p:sp>
          <p:nvSpPr>
            <p:cNvPr id="8210" name="Oval 17"/>
            <p:cNvSpPr>
              <a:spLocks noChangeArrowheads="1"/>
            </p:cNvSpPr>
            <p:nvPr/>
          </p:nvSpPr>
          <p:spPr bwMode="auto">
            <a:xfrm>
              <a:off x="2438399" y="914400"/>
              <a:ext cx="4954587" cy="4514055"/>
            </a:xfrm>
            <a:prstGeom prst="ellipse">
              <a:avLst/>
            </a:prstGeom>
            <a:noFill/>
            <a:ln w="76200" algn="ctr">
              <a:solidFill>
                <a:srgbClr val="C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GB" altLang="en-US" sz="12000" dirty="0"/>
            </a:p>
          </p:txBody>
        </p:sp>
        <p:sp>
          <p:nvSpPr>
            <p:cNvPr id="8211" name="Text Box 29"/>
            <p:cNvSpPr txBox="1">
              <a:spLocks noChangeArrowheads="1"/>
            </p:cNvSpPr>
            <p:nvPr/>
          </p:nvSpPr>
          <p:spPr bwMode="auto">
            <a:xfrm>
              <a:off x="3945507" y="4800600"/>
              <a:ext cx="2074293" cy="12009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3600" dirty="0">
                  <a:solidFill>
                    <a:srgbClr val="000099"/>
                  </a:solidFill>
                  <a:latin typeface="Comic Sans MS" pitchFamily="66" charset="0"/>
                </a:rPr>
                <a:t>I can do it</a:t>
              </a:r>
            </a:p>
          </p:txBody>
        </p:sp>
      </p:grpSp>
      <p:grpSp>
        <p:nvGrpSpPr>
          <p:cNvPr id="4" name="Group 3"/>
          <p:cNvGrpSpPr>
            <a:grpSpLocks/>
          </p:cNvGrpSpPr>
          <p:nvPr/>
        </p:nvGrpSpPr>
        <p:grpSpPr bwMode="auto">
          <a:xfrm>
            <a:off x="8288338" y="914400"/>
            <a:ext cx="2532062" cy="5087938"/>
            <a:chOff x="6764907" y="914400"/>
            <a:chExt cx="2531493" cy="5087171"/>
          </a:xfrm>
        </p:grpSpPr>
        <p:sp>
          <p:nvSpPr>
            <p:cNvPr id="8208" name="Oval 18"/>
            <p:cNvSpPr>
              <a:spLocks noChangeArrowheads="1"/>
            </p:cNvSpPr>
            <p:nvPr/>
          </p:nvSpPr>
          <p:spPr bwMode="auto">
            <a:xfrm>
              <a:off x="7162800" y="914400"/>
              <a:ext cx="1981200" cy="4514055"/>
            </a:xfrm>
            <a:prstGeom prst="ellipse">
              <a:avLst/>
            </a:prstGeom>
            <a:noFill/>
            <a:ln w="76200" algn="ctr">
              <a:solidFill>
                <a:srgbClr val="C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spcBef>
                  <a:spcPct val="0"/>
                </a:spcBef>
                <a:buFontTx/>
                <a:buNone/>
              </a:pPr>
              <a:endParaRPr lang="en-GB" altLang="en-US" sz="12000" dirty="0"/>
            </a:p>
          </p:txBody>
        </p:sp>
        <p:sp>
          <p:nvSpPr>
            <p:cNvPr id="8209" name="Text Box 29"/>
            <p:cNvSpPr txBox="1">
              <a:spLocks noChangeArrowheads="1"/>
            </p:cNvSpPr>
            <p:nvPr/>
          </p:nvSpPr>
          <p:spPr bwMode="auto">
            <a:xfrm>
              <a:off x="6764907" y="4800600"/>
              <a:ext cx="2531493" cy="12009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3600" dirty="0">
                  <a:solidFill>
                    <a:srgbClr val="000099"/>
                  </a:solidFill>
                  <a:latin typeface="Comic Sans MS" pitchFamily="66" charset="0"/>
                </a:rPr>
                <a:t>I will be rewarded</a:t>
              </a:r>
            </a:p>
          </p:txBody>
        </p:sp>
      </p:grpSp>
    </p:spTree>
    <p:extLst>
      <p:ext uri="{BB962C8B-B14F-4D97-AF65-F5344CB8AC3E}">
        <p14:creationId xmlns:p14="http://schemas.microsoft.com/office/powerpoint/2010/main" val="15090911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bwMode="auto">
          <a:xfrm>
            <a:off x="5600139" y="2736291"/>
            <a:ext cx="2052238" cy="861211"/>
          </a:xfrm>
          <a:prstGeom prst="ellipse">
            <a:avLst/>
          </a:prstGeom>
          <a:no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fontAlgn="base">
              <a:spcBef>
                <a:spcPct val="0"/>
              </a:spcBef>
              <a:spcAft>
                <a:spcPct val="0"/>
              </a:spcAft>
            </a:pPr>
            <a:r>
              <a:rPr lang="en-US" sz="2000" b="1" dirty="0">
                <a:solidFill>
                  <a:srgbClr val="FF0000"/>
                </a:solidFill>
                <a:latin typeface="Arial" charset="0"/>
              </a:rPr>
              <a:t>Organizational </a:t>
            </a:r>
          </a:p>
          <a:p>
            <a:pPr algn="ctr" fontAlgn="base">
              <a:spcBef>
                <a:spcPct val="0"/>
              </a:spcBef>
              <a:spcAft>
                <a:spcPct val="0"/>
              </a:spcAft>
            </a:pPr>
            <a:r>
              <a:rPr lang="en-US" sz="2000" b="1" dirty="0">
                <a:solidFill>
                  <a:srgbClr val="FF0000"/>
                </a:solidFill>
                <a:latin typeface="Arial" charset="0"/>
              </a:rPr>
              <a:t>Structure</a:t>
            </a:r>
          </a:p>
        </p:txBody>
      </p:sp>
      <p:sp>
        <p:nvSpPr>
          <p:cNvPr id="2" name="Oval 1"/>
          <p:cNvSpPr/>
          <p:nvPr/>
        </p:nvSpPr>
        <p:spPr bwMode="auto">
          <a:xfrm>
            <a:off x="3135858" y="463709"/>
            <a:ext cx="2363189" cy="724395"/>
          </a:xfrm>
          <a:prstGeom prst="ellipse">
            <a:avLst/>
          </a:prstGeom>
          <a:no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fontAlgn="base">
              <a:spcBef>
                <a:spcPct val="0"/>
              </a:spcBef>
              <a:spcAft>
                <a:spcPct val="0"/>
              </a:spcAft>
            </a:pPr>
            <a:r>
              <a:rPr lang="en-US" sz="2000" b="1" dirty="0">
                <a:solidFill>
                  <a:srgbClr val="FF0000"/>
                </a:solidFill>
                <a:latin typeface="Arial" charset="0"/>
              </a:rPr>
              <a:t>Syndag</a:t>
            </a:r>
          </a:p>
        </p:txBody>
      </p:sp>
      <p:sp>
        <p:nvSpPr>
          <p:cNvPr id="3" name="Oval 2"/>
          <p:cNvSpPr/>
          <p:nvPr/>
        </p:nvSpPr>
        <p:spPr bwMode="auto">
          <a:xfrm>
            <a:off x="7625629" y="463709"/>
            <a:ext cx="2363189" cy="724395"/>
          </a:xfrm>
          <a:prstGeom prst="ellipse">
            <a:avLst/>
          </a:prstGeom>
          <a:no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fontAlgn="base">
              <a:spcBef>
                <a:spcPct val="0"/>
              </a:spcBef>
              <a:spcAft>
                <a:spcPct val="0"/>
              </a:spcAft>
            </a:pPr>
            <a:r>
              <a:rPr lang="en-US" sz="2000" b="1" dirty="0">
                <a:solidFill>
                  <a:srgbClr val="FF0000"/>
                </a:solidFill>
                <a:latin typeface="Arial" charset="0"/>
              </a:rPr>
              <a:t>Mission</a:t>
            </a:r>
          </a:p>
        </p:txBody>
      </p:sp>
      <p:cxnSp>
        <p:nvCxnSpPr>
          <p:cNvPr id="18" name="Straight Arrow Connector 17"/>
          <p:cNvCxnSpPr/>
          <p:nvPr/>
        </p:nvCxnSpPr>
        <p:spPr bwMode="auto">
          <a:xfrm>
            <a:off x="5786168" y="834892"/>
            <a:ext cx="1609104" cy="0"/>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Arrow Connector 21"/>
          <p:cNvCxnSpPr/>
          <p:nvPr/>
        </p:nvCxnSpPr>
        <p:spPr bwMode="auto">
          <a:xfrm flipH="1">
            <a:off x="7395272" y="1360410"/>
            <a:ext cx="1112852" cy="1375881"/>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Arrow Connector 22"/>
          <p:cNvCxnSpPr/>
          <p:nvPr/>
        </p:nvCxnSpPr>
        <p:spPr bwMode="auto">
          <a:xfrm>
            <a:off x="4481865" y="1360410"/>
            <a:ext cx="1300785" cy="1375881"/>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Arrow Connector 26"/>
          <p:cNvCxnSpPr/>
          <p:nvPr/>
        </p:nvCxnSpPr>
        <p:spPr bwMode="auto">
          <a:xfrm flipH="1">
            <a:off x="8239294" y="1360410"/>
            <a:ext cx="615628" cy="2738625"/>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Arrow Connector 28"/>
          <p:cNvCxnSpPr/>
          <p:nvPr/>
        </p:nvCxnSpPr>
        <p:spPr bwMode="auto">
          <a:xfrm>
            <a:off x="7001984" y="3710048"/>
            <a:ext cx="623644" cy="546348"/>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Oval 7"/>
          <p:cNvSpPr/>
          <p:nvPr/>
        </p:nvSpPr>
        <p:spPr bwMode="auto">
          <a:xfrm>
            <a:off x="7395272" y="4256397"/>
            <a:ext cx="1688044" cy="724395"/>
          </a:xfrm>
          <a:prstGeom prst="ellipse">
            <a:avLst/>
          </a:prstGeom>
          <a:solidFill>
            <a:schemeClr val="tx1"/>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fontAlgn="base">
              <a:spcBef>
                <a:spcPct val="0"/>
              </a:spcBef>
              <a:spcAft>
                <a:spcPct val="0"/>
              </a:spcAft>
            </a:pPr>
            <a:r>
              <a:rPr lang="en-US" sz="2000" b="1" dirty="0">
                <a:solidFill>
                  <a:schemeClr val="bg1"/>
                </a:solidFill>
                <a:latin typeface="Arial" charset="0"/>
              </a:rPr>
              <a:t>Objectives</a:t>
            </a:r>
          </a:p>
        </p:txBody>
      </p:sp>
      <p:sp>
        <p:nvSpPr>
          <p:cNvPr id="11" name="Oval 10"/>
          <p:cNvSpPr/>
          <p:nvPr/>
        </p:nvSpPr>
        <p:spPr bwMode="auto">
          <a:xfrm>
            <a:off x="4481864" y="4256397"/>
            <a:ext cx="1688044" cy="724395"/>
          </a:xfrm>
          <a:prstGeom prst="ellipse">
            <a:avLst/>
          </a:prstGeom>
          <a:solidFill>
            <a:srgbClr val="4B55B5"/>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fontAlgn="base">
              <a:spcBef>
                <a:spcPct val="0"/>
              </a:spcBef>
              <a:spcAft>
                <a:spcPct val="0"/>
              </a:spcAft>
            </a:pPr>
            <a:r>
              <a:rPr lang="en-US" sz="2000" b="1" dirty="0">
                <a:solidFill>
                  <a:schemeClr val="bg1"/>
                </a:solidFill>
                <a:latin typeface="Arial" charset="0"/>
              </a:rPr>
              <a:t>Plan</a:t>
            </a:r>
          </a:p>
        </p:txBody>
      </p:sp>
      <p:cxnSp>
        <p:nvCxnSpPr>
          <p:cNvPr id="31" name="Straight Arrow Connector 30"/>
          <p:cNvCxnSpPr/>
          <p:nvPr/>
        </p:nvCxnSpPr>
        <p:spPr bwMode="auto">
          <a:xfrm flipH="1">
            <a:off x="6267874" y="4613942"/>
            <a:ext cx="1017797" cy="0"/>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Oval 33"/>
          <p:cNvSpPr/>
          <p:nvPr/>
        </p:nvSpPr>
        <p:spPr bwMode="auto">
          <a:xfrm>
            <a:off x="1611610" y="4256397"/>
            <a:ext cx="1688044" cy="724395"/>
          </a:xfrm>
          <a:prstGeom prst="ellipse">
            <a:avLst/>
          </a:prstGeom>
          <a:solidFill>
            <a:srgbClr val="FF0000"/>
          </a:solidFill>
          <a:ln w="9525" cap="flat" cmpd="sng" algn="ctr">
            <a:solidFill>
              <a:schemeClr val="tx1"/>
            </a:solidFill>
            <a:prstDash val="solid"/>
            <a:round/>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algn="ctr" fontAlgn="base">
              <a:spcBef>
                <a:spcPct val="0"/>
              </a:spcBef>
              <a:spcAft>
                <a:spcPct val="0"/>
              </a:spcAft>
            </a:pPr>
            <a:r>
              <a:rPr lang="en-US" sz="2000" b="1" dirty="0">
                <a:solidFill>
                  <a:schemeClr val="bg1"/>
                </a:solidFill>
                <a:latin typeface="Arial" charset="0"/>
              </a:rPr>
              <a:t>Actual</a:t>
            </a:r>
          </a:p>
        </p:txBody>
      </p:sp>
      <p:cxnSp>
        <p:nvCxnSpPr>
          <p:cNvPr id="35" name="Straight Arrow Connector 34"/>
          <p:cNvCxnSpPr/>
          <p:nvPr/>
        </p:nvCxnSpPr>
        <p:spPr bwMode="auto">
          <a:xfrm flipH="1">
            <a:off x="5600140" y="3657298"/>
            <a:ext cx="366937" cy="441736"/>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extBox 3">
            <a:extLst>
              <a:ext uri="{FF2B5EF4-FFF2-40B4-BE49-F238E27FC236}">
                <a16:creationId xmlns:a16="http://schemas.microsoft.com/office/drawing/2014/main" id="{88B74609-E265-4FB4-B2C3-B9FD0EB0603A}"/>
              </a:ext>
            </a:extLst>
          </p:cNvPr>
          <p:cNvSpPr txBox="1"/>
          <p:nvPr/>
        </p:nvSpPr>
        <p:spPr>
          <a:xfrm>
            <a:off x="7242867" y="5135621"/>
            <a:ext cx="1992853" cy="584775"/>
          </a:xfrm>
          <a:prstGeom prst="rect">
            <a:avLst/>
          </a:prstGeom>
          <a:noFill/>
        </p:spPr>
        <p:txBody>
          <a:bodyPr wrap="none" rtlCol="0">
            <a:spAutoFit/>
          </a:bodyPr>
          <a:lstStyle/>
          <a:p>
            <a:r>
              <a:rPr lang="en-US" sz="3200" dirty="0"/>
              <a:t>Black Book</a:t>
            </a:r>
          </a:p>
        </p:txBody>
      </p:sp>
      <p:sp>
        <p:nvSpPr>
          <p:cNvPr id="24" name="TextBox 23">
            <a:extLst>
              <a:ext uri="{FF2B5EF4-FFF2-40B4-BE49-F238E27FC236}">
                <a16:creationId xmlns:a16="http://schemas.microsoft.com/office/drawing/2014/main" id="{3F3C9051-024D-472D-9D54-E85215A84173}"/>
              </a:ext>
            </a:extLst>
          </p:cNvPr>
          <p:cNvSpPr txBox="1"/>
          <p:nvPr/>
        </p:nvSpPr>
        <p:spPr>
          <a:xfrm>
            <a:off x="4397587" y="5138172"/>
            <a:ext cx="1856598" cy="584775"/>
          </a:xfrm>
          <a:prstGeom prst="rect">
            <a:avLst/>
          </a:prstGeom>
          <a:noFill/>
        </p:spPr>
        <p:txBody>
          <a:bodyPr wrap="none" rtlCol="0">
            <a:spAutoFit/>
          </a:bodyPr>
          <a:lstStyle/>
          <a:p>
            <a:r>
              <a:rPr lang="en-US" sz="3200" dirty="0"/>
              <a:t>Blue Book</a:t>
            </a:r>
          </a:p>
        </p:txBody>
      </p:sp>
      <p:sp>
        <p:nvSpPr>
          <p:cNvPr id="25" name="TextBox 24">
            <a:extLst>
              <a:ext uri="{FF2B5EF4-FFF2-40B4-BE49-F238E27FC236}">
                <a16:creationId xmlns:a16="http://schemas.microsoft.com/office/drawing/2014/main" id="{44EE676E-091B-41C4-824B-D85A0B81002D}"/>
              </a:ext>
            </a:extLst>
          </p:cNvPr>
          <p:cNvSpPr txBox="1"/>
          <p:nvPr/>
        </p:nvSpPr>
        <p:spPr>
          <a:xfrm>
            <a:off x="1577749" y="5135620"/>
            <a:ext cx="1754776" cy="584775"/>
          </a:xfrm>
          <a:prstGeom prst="rect">
            <a:avLst/>
          </a:prstGeom>
          <a:noFill/>
        </p:spPr>
        <p:txBody>
          <a:bodyPr wrap="none" rtlCol="0">
            <a:spAutoFit/>
          </a:bodyPr>
          <a:lstStyle/>
          <a:p>
            <a:r>
              <a:rPr lang="en-US" sz="3200" dirty="0"/>
              <a:t>Red Book</a:t>
            </a:r>
          </a:p>
        </p:txBody>
      </p:sp>
      <p:cxnSp>
        <p:nvCxnSpPr>
          <p:cNvPr id="26" name="Straight Arrow Connector 25">
            <a:extLst>
              <a:ext uri="{FF2B5EF4-FFF2-40B4-BE49-F238E27FC236}">
                <a16:creationId xmlns:a16="http://schemas.microsoft.com/office/drawing/2014/main" id="{6175FCBB-8695-44B4-9275-4AF96E9D92CC}"/>
              </a:ext>
            </a:extLst>
          </p:cNvPr>
          <p:cNvCxnSpPr/>
          <p:nvPr/>
        </p:nvCxnSpPr>
        <p:spPr bwMode="auto">
          <a:xfrm flipH="1">
            <a:off x="3367589" y="4611596"/>
            <a:ext cx="1017797" cy="0"/>
          </a:xfrm>
          <a:prstGeom prst="straightConnector1">
            <a:avLst/>
          </a:prstGeom>
          <a:solidFill>
            <a:schemeClr val="accent1"/>
          </a:solidFill>
          <a:ln w="7620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438235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8" grpId="0" animBg="1"/>
      <p:bldP spid="11" grpId="0" animBg="1"/>
      <p:bldP spid="34" grpId="0" animBg="1"/>
      <p:bldP spid="4" grpId="0"/>
      <p:bldP spid="24"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FF14B70-26D9-429C-9547-FE2BC612E5F9}"/>
              </a:ext>
            </a:extLst>
          </p:cNvPr>
          <p:cNvGrpSpPr/>
          <p:nvPr/>
        </p:nvGrpSpPr>
        <p:grpSpPr>
          <a:xfrm>
            <a:off x="320842" y="896976"/>
            <a:ext cx="11871158" cy="2856877"/>
            <a:chOff x="207712" y="2479675"/>
            <a:chExt cx="5546725" cy="949325"/>
          </a:xfrm>
        </p:grpSpPr>
        <p:pic>
          <p:nvPicPr>
            <p:cNvPr id="3" name="Picture 3">
              <a:extLst>
                <a:ext uri="{FF2B5EF4-FFF2-40B4-BE49-F238E27FC236}">
                  <a16:creationId xmlns:a16="http://schemas.microsoft.com/office/drawing/2014/main" id="{E0BFC9D4-E035-4045-8157-F890F7D816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12" y="2479675"/>
              <a:ext cx="55467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a:extLst>
                <a:ext uri="{FF2B5EF4-FFF2-40B4-BE49-F238E27FC236}">
                  <a16:creationId xmlns:a16="http://schemas.microsoft.com/office/drawing/2014/main" id="{3CA06CD4-4430-436D-AE45-B043E39F92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152" y="2556668"/>
              <a:ext cx="54387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Rectangle 4">
            <a:extLst>
              <a:ext uri="{FF2B5EF4-FFF2-40B4-BE49-F238E27FC236}">
                <a16:creationId xmlns:a16="http://schemas.microsoft.com/office/drawing/2014/main" id="{24054675-3EEF-4B19-905D-8157680C55C5}"/>
              </a:ext>
            </a:extLst>
          </p:cNvPr>
          <p:cNvSpPr/>
          <p:nvPr/>
        </p:nvSpPr>
        <p:spPr>
          <a:xfrm>
            <a:off x="627321" y="1956391"/>
            <a:ext cx="414670" cy="308344"/>
          </a:xfrm>
          <a:prstGeom prst="rect">
            <a:avLst/>
          </a:prstGeom>
          <a:solidFill>
            <a:srgbClr val="C90019"/>
          </a:solidFill>
          <a:ln>
            <a:solidFill>
              <a:srgbClr val="C9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85D74E6-2C51-49B1-BB8A-2E3F17D41213}"/>
              </a:ext>
            </a:extLst>
          </p:cNvPr>
          <p:cNvSpPr/>
          <p:nvPr/>
        </p:nvSpPr>
        <p:spPr>
          <a:xfrm>
            <a:off x="2044996" y="1417675"/>
            <a:ext cx="411125" cy="241004"/>
          </a:xfrm>
          <a:prstGeom prst="rect">
            <a:avLst/>
          </a:prstGeom>
          <a:solidFill>
            <a:srgbClr val="C90019"/>
          </a:solidFill>
          <a:ln>
            <a:solidFill>
              <a:srgbClr val="C9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0DCE767-D476-4EDA-818C-199E2965A51B}"/>
              </a:ext>
            </a:extLst>
          </p:cNvPr>
          <p:cNvSpPr/>
          <p:nvPr/>
        </p:nvSpPr>
        <p:spPr>
          <a:xfrm>
            <a:off x="3154328" y="1417675"/>
            <a:ext cx="301254" cy="241004"/>
          </a:xfrm>
          <a:prstGeom prst="rect">
            <a:avLst/>
          </a:prstGeom>
          <a:solidFill>
            <a:srgbClr val="C90019"/>
          </a:solidFill>
          <a:ln>
            <a:solidFill>
              <a:srgbClr val="C9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313E37E-94FC-41C1-80CB-8F9D4E41822A}"/>
              </a:ext>
            </a:extLst>
          </p:cNvPr>
          <p:cNvSpPr/>
          <p:nvPr/>
        </p:nvSpPr>
        <p:spPr>
          <a:xfrm>
            <a:off x="3858031" y="1474382"/>
            <a:ext cx="171709" cy="184297"/>
          </a:xfrm>
          <a:prstGeom prst="rect">
            <a:avLst/>
          </a:prstGeom>
          <a:solidFill>
            <a:srgbClr val="C90019"/>
          </a:solidFill>
          <a:ln>
            <a:solidFill>
              <a:srgbClr val="C90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E00DEF1-5B84-4781-9396-90821B2C297B}"/>
              </a:ext>
            </a:extLst>
          </p:cNvPr>
          <p:cNvSpPr/>
          <p:nvPr/>
        </p:nvSpPr>
        <p:spPr>
          <a:xfrm>
            <a:off x="11600120" y="896977"/>
            <a:ext cx="581247" cy="28568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64CB0AD-8381-4D7A-8B65-C3AE2FB5AAA4}"/>
              </a:ext>
            </a:extLst>
          </p:cNvPr>
          <p:cNvSpPr/>
          <p:nvPr/>
        </p:nvSpPr>
        <p:spPr>
          <a:xfrm>
            <a:off x="3673526" y="4609830"/>
            <a:ext cx="4844948" cy="943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Black Book</a:t>
            </a:r>
          </a:p>
          <a:p>
            <a:pPr algn="ctr"/>
            <a:r>
              <a:rPr lang="en-US" sz="2400" dirty="0"/>
              <a:t>Goals &amp; Objectives</a:t>
            </a:r>
          </a:p>
        </p:txBody>
      </p:sp>
      <p:sp>
        <p:nvSpPr>
          <p:cNvPr id="11" name="TextBox 10">
            <a:extLst>
              <a:ext uri="{FF2B5EF4-FFF2-40B4-BE49-F238E27FC236}">
                <a16:creationId xmlns:a16="http://schemas.microsoft.com/office/drawing/2014/main" id="{B136C593-37BF-47E1-A13A-EDE75E50FA34}"/>
              </a:ext>
            </a:extLst>
          </p:cNvPr>
          <p:cNvSpPr txBox="1"/>
          <p:nvPr/>
        </p:nvSpPr>
        <p:spPr>
          <a:xfrm>
            <a:off x="702062" y="2234021"/>
            <a:ext cx="277640" cy="307777"/>
          </a:xfrm>
          <a:prstGeom prst="rect">
            <a:avLst/>
          </a:prstGeom>
          <a:noFill/>
        </p:spPr>
        <p:txBody>
          <a:bodyPr wrap="none" rtlCol="0">
            <a:spAutoFit/>
          </a:bodyPr>
          <a:lstStyle/>
          <a:p>
            <a:r>
              <a:rPr lang="en-US" sz="1400" dirty="0">
                <a:solidFill>
                  <a:schemeClr val="bg1"/>
                </a:solidFill>
              </a:rPr>
              <a:t>P</a:t>
            </a:r>
          </a:p>
        </p:txBody>
      </p:sp>
    </p:spTree>
    <p:extLst>
      <p:ext uri="{BB962C8B-B14F-4D97-AF65-F5344CB8AC3E}">
        <p14:creationId xmlns:p14="http://schemas.microsoft.com/office/powerpoint/2010/main" val="4282383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F6F1D-F66A-4A67-BBD0-5FBF65516FC2}"/>
              </a:ext>
            </a:extLst>
          </p:cNvPr>
          <p:cNvSpPr>
            <a:spLocks noGrp="1"/>
          </p:cNvSpPr>
          <p:nvPr>
            <p:ph type="title"/>
          </p:nvPr>
        </p:nvSpPr>
        <p:spPr>
          <a:xfrm>
            <a:off x="838200" y="1542996"/>
            <a:ext cx="10515600" cy="1886004"/>
          </a:xfrm>
        </p:spPr>
        <p:txBody>
          <a:bodyPr>
            <a:normAutofit fontScale="90000"/>
          </a:bodyPr>
          <a:lstStyle/>
          <a:p>
            <a:pPr algn="ctr"/>
            <a:r>
              <a:rPr lang="en-US" sz="7200" b="1" dirty="0">
                <a:solidFill>
                  <a:srgbClr val="7474F2"/>
                </a:solidFill>
                <a:effectLst>
                  <a:outerShdw blurRad="38100" dist="38100" dir="2700000" algn="tl">
                    <a:srgbClr val="000000">
                      <a:alpha val="43137"/>
                    </a:srgbClr>
                  </a:outerShdw>
                </a:effectLst>
                <a:latin typeface="+mn-lt"/>
                <a:ea typeface="+mn-ea"/>
                <a:cs typeface="+mn-cs"/>
              </a:rPr>
              <a:t>Blue Book </a:t>
            </a:r>
            <a:br>
              <a:rPr lang="en-US" sz="7200" b="1" dirty="0">
                <a:solidFill>
                  <a:srgbClr val="7474F2"/>
                </a:solidFill>
                <a:effectLst>
                  <a:outerShdw blurRad="38100" dist="38100" dir="2700000" algn="tl">
                    <a:srgbClr val="000000">
                      <a:alpha val="43137"/>
                    </a:srgbClr>
                  </a:outerShdw>
                </a:effectLst>
                <a:latin typeface="+mn-lt"/>
                <a:ea typeface="+mn-ea"/>
                <a:cs typeface="+mn-cs"/>
              </a:rPr>
            </a:br>
            <a:r>
              <a:rPr lang="en-US" sz="7200" b="1" dirty="0">
                <a:solidFill>
                  <a:srgbClr val="7474F2"/>
                </a:solidFill>
                <a:effectLst>
                  <a:outerShdw blurRad="38100" dist="38100" dir="2700000" algn="tl">
                    <a:srgbClr val="000000">
                      <a:alpha val="43137"/>
                    </a:srgbClr>
                  </a:outerShdw>
                </a:effectLst>
                <a:latin typeface="+mn-lt"/>
                <a:ea typeface="+mn-ea"/>
                <a:cs typeface="+mn-cs"/>
              </a:rPr>
              <a:t>and budgeting</a:t>
            </a:r>
          </a:p>
        </p:txBody>
      </p:sp>
    </p:spTree>
    <p:extLst>
      <p:ext uri="{BB962C8B-B14F-4D97-AF65-F5344CB8AC3E}">
        <p14:creationId xmlns:p14="http://schemas.microsoft.com/office/powerpoint/2010/main" val="2781883730"/>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3">
            <a:extLst>
              <a:ext uri="{FF2B5EF4-FFF2-40B4-BE49-F238E27FC236}">
                <a16:creationId xmlns:a16="http://schemas.microsoft.com/office/drawing/2014/main" id="{8D1859F9-DA1C-45C7-8615-1E207A5143F5}"/>
              </a:ext>
            </a:extLst>
          </p:cNvPr>
          <p:cNvSpPr>
            <a:spLocks noGrp="1" noChangeArrowheads="1"/>
          </p:cNvSpPr>
          <p:nvPr>
            <p:ph type="title"/>
          </p:nvPr>
        </p:nvSpPr>
        <p:spPr>
          <a:xfrm>
            <a:off x="2209800" y="304800"/>
            <a:ext cx="7772400" cy="1143000"/>
          </a:xfrm>
          <a:noFill/>
        </p:spPr>
        <p:txBody>
          <a:bodyPr/>
          <a:lstStyle/>
          <a:p>
            <a:pPr algn="ctr"/>
            <a:r>
              <a:rPr lang="en-US" altLang="en-US" sz="2800"/>
              <a:t>ORGANIZATIONAL LEVELS</a:t>
            </a:r>
            <a:r>
              <a:rPr lang="en-US" altLang="en-US" sz="3600"/>
              <a:t/>
            </a:r>
            <a:br>
              <a:rPr lang="en-US" altLang="en-US" sz="3600"/>
            </a:br>
            <a:r>
              <a:rPr lang="en-US" altLang="en-US" sz="2800" b="1"/>
              <a:t>NEW TERM</a:t>
            </a:r>
            <a:r>
              <a:rPr lang="en-US" altLang="en-US" sz="3200" b="1"/>
              <a:t> </a:t>
            </a:r>
            <a:r>
              <a:rPr lang="en-US" altLang="en-US" sz="3600"/>
              <a:t>-</a:t>
            </a:r>
            <a:r>
              <a:rPr lang="en-US" altLang="en-US" sz="2800" b="1" i="1"/>
              <a:t>Distance From Source-</a:t>
            </a:r>
            <a:endParaRPr lang="en-US" altLang="en-US" sz="3600"/>
          </a:p>
        </p:txBody>
      </p:sp>
      <p:sp>
        <p:nvSpPr>
          <p:cNvPr id="65539" name="Slide Number Placeholder 4">
            <a:extLst>
              <a:ext uri="{FF2B5EF4-FFF2-40B4-BE49-F238E27FC236}">
                <a16:creationId xmlns:a16="http://schemas.microsoft.com/office/drawing/2014/main" id="{877AFF68-B1A8-4856-8DC0-E4130D714026}"/>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77E29EE9-82E5-461B-B327-3191EC5AE2E3}"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8</a:t>
            </a:fld>
            <a:endParaRPr lang="en-US" altLang="en-US" sz="1400">
              <a:solidFill>
                <a:schemeClr val="tx1"/>
              </a:solidFill>
              <a:latin typeface="Times New Roman" panose="02020603050405020304" pitchFamily="18" charset="0"/>
            </a:endParaRPr>
          </a:p>
        </p:txBody>
      </p:sp>
      <p:graphicFrame>
        <p:nvGraphicFramePr>
          <p:cNvPr id="65540" name="Object 3">
            <a:extLst>
              <a:ext uri="{FF2B5EF4-FFF2-40B4-BE49-F238E27FC236}">
                <a16:creationId xmlns:a16="http://schemas.microsoft.com/office/drawing/2014/main" id="{4ADD16C9-BEA6-464C-9822-BE2A760AC22E}"/>
              </a:ext>
            </a:extLst>
          </p:cNvPr>
          <p:cNvGraphicFramePr>
            <a:graphicFrameLocks noChangeAspect="1"/>
          </p:cNvGraphicFramePr>
          <p:nvPr/>
        </p:nvGraphicFramePr>
        <p:xfrm>
          <a:off x="2187575" y="1843089"/>
          <a:ext cx="7958138" cy="2846387"/>
        </p:xfrm>
        <a:graphic>
          <a:graphicData uri="http://schemas.openxmlformats.org/presentationml/2006/ole">
            <mc:AlternateContent xmlns:mc="http://schemas.openxmlformats.org/markup-compatibility/2006">
              <mc:Choice xmlns:v="urn:schemas-microsoft-com:vml" Requires="v">
                <p:oleObj spid="_x0000_s10247" name="MS Org Chart" r:id="rId4" imgW="1860915" imgH="640547" progId="OrgPlusWOPX.4">
                  <p:embed/>
                </p:oleObj>
              </mc:Choice>
              <mc:Fallback>
                <p:oleObj name="MS Org Chart" r:id="rId4" imgW="1860915" imgH="640547" progId="OrgPlusWOPX.4">
                  <p:embed/>
                  <p:pic>
                    <p:nvPicPr>
                      <p:cNvPr id="65540" name="Object 3">
                        <a:extLst>
                          <a:ext uri="{FF2B5EF4-FFF2-40B4-BE49-F238E27FC236}">
                            <a16:creationId xmlns:a16="http://schemas.microsoft.com/office/drawing/2014/main" id="{4ADD16C9-BEA6-464C-9822-BE2A760AC2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7575" y="1843089"/>
                        <a:ext cx="7958138" cy="284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72144" name="Text Box 16">
            <a:extLst>
              <a:ext uri="{FF2B5EF4-FFF2-40B4-BE49-F238E27FC236}">
                <a16:creationId xmlns:a16="http://schemas.microsoft.com/office/drawing/2014/main" id="{A763B722-2788-448D-94C5-AE6C35C3B209}"/>
              </a:ext>
            </a:extLst>
          </p:cNvPr>
          <p:cNvSpPr txBox="1">
            <a:spLocks noChangeArrowheads="1"/>
          </p:cNvSpPr>
          <p:nvPr/>
        </p:nvSpPr>
        <p:spPr bwMode="auto">
          <a:xfrm>
            <a:off x="4953000" y="2438400"/>
            <a:ext cx="1238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chemeClr val="tx1"/>
                </a:solidFill>
                <a:latin typeface="Times New Roman" panose="02020603050405020304" pitchFamily="18" charset="0"/>
              </a:rPr>
              <a:t>DFS = 3</a:t>
            </a:r>
            <a:endParaRPr lang="en-US" altLang="en-US">
              <a:solidFill>
                <a:schemeClr val="tx1"/>
              </a:solidFill>
              <a:latin typeface="Times New Roman" panose="02020603050405020304" pitchFamily="18" charset="0"/>
            </a:endParaRPr>
          </a:p>
        </p:txBody>
      </p:sp>
      <p:sp>
        <p:nvSpPr>
          <p:cNvPr id="1072145" name="Text Box 17">
            <a:extLst>
              <a:ext uri="{FF2B5EF4-FFF2-40B4-BE49-F238E27FC236}">
                <a16:creationId xmlns:a16="http://schemas.microsoft.com/office/drawing/2014/main" id="{8048F5C9-1C99-4F10-B0EE-2AC71A4CD974}"/>
              </a:ext>
            </a:extLst>
          </p:cNvPr>
          <p:cNvSpPr txBox="1">
            <a:spLocks noChangeArrowheads="1"/>
          </p:cNvSpPr>
          <p:nvPr/>
        </p:nvSpPr>
        <p:spPr bwMode="auto">
          <a:xfrm>
            <a:off x="8229600" y="5334000"/>
            <a:ext cx="1238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chemeClr val="tx1"/>
                </a:solidFill>
                <a:latin typeface="Times New Roman" panose="02020603050405020304" pitchFamily="18" charset="0"/>
              </a:rPr>
              <a:t>DFS = 7</a:t>
            </a:r>
            <a:endParaRPr lang="en-US" altLang="en-US">
              <a:solidFill>
                <a:schemeClr val="tx1"/>
              </a:solidFill>
              <a:latin typeface="Times New Roman" panose="02020603050405020304" pitchFamily="18" charset="0"/>
            </a:endParaRPr>
          </a:p>
        </p:txBody>
      </p:sp>
      <p:sp>
        <p:nvSpPr>
          <p:cNvPr id="1072146" name="Oval 18">
            <a:extLst>
              <a:ext uri="{FF2B5EF4-FFF2-40B4-BE49-F238E27FC236}">
                <a16:creationId xmlns:a16="http://schemas.microsoft.com/office/drawing/2014/main" id="{38782D22-3B62-4310-957D-146979F2FA07}"/>
              </a:ext>
            </a:extLst>
          </p:cNvPr>
          <p:cNvSpPr>
            <a:spLocks noChangeArrowheads="1"/>
          </p:cNvSpPr>
          <p:nvPr/>
        </p:nvSpPr>
        <p:spPr bwMode="auto">
          <a:xfrm>
            <a:off x="8077200" y="4876800"/>
            <a:ext cx="1447800" cy="1371600"/>
          </a:xfrm>
          <a:prstGeom prst="ellipse">
            <a:avLst/>
          </a:prstGeom>
          <a:noFill/>
          <a:ln w="76200">
            <a:solidFill>
              <a:srgbClr val="FF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1072147" name="Line 19">
            <a:extLst>
              <a:ext uri="{FF2B5EF4-FFF2-40B4-BE49-F238E27FC236}">
                <a16:creationId xmlns:a16="http://schemas.microsoft.com/office/drawing/2014/main" id="{24D44CA2-AECE-47C9-B8FC-0A38A85EC732}"/>
              </a:ext>
            </a:extLst>
          </p:cNvPr>
          <p:cNvSpPr>
            <a:spLocks noChangeShapeType="1"/>
          </p:cNvSpPr>
          <p:nvPr/>
        </p:nvSpPr>
        <p:spPr bwMode="auto">
          <a:xfrm>
            <a:off x="8305800" y="5029200"/>
            <a:ext cx="1066800" cy="990600"/>
          </a:xfrm>
          <a:prstGeom prst="line">
            <a:avLst/>
          </a:prstGeom>
          <a:noFill/>
          <a:ln w="76200">
            <a:solidFill>
              <a:srgbClr val="FF0033"/>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72148" name="Line 20">
            <a:extLst>
              <a:ext uri="{FF2B5EF4-FFF2-40B4-BE49-F238E27FC236}">
                <a16:creationId xmlns:a16="http://schemas.microsoft.com/office/drawing/2014/main" id="{03624273-0AB1-4E70-B518-BC6FAB4C40E1}"/>
              </a:ext>
            </a:extLst>
          </p:cNvPr>
          <p:cNvSpPr>
            <a:spLocks noChangeShapeType="1"/>
          </p:cNvSpPr>
          <p:nvPr/>
        </p:nvSpPr>
        <p:spPr bwMode="auto">
          <a:xfrm>
            <a:off x="4908550" y="2057400"/>
            <a:ext cx="762000" cy="0"/>
          </a:xfrm>
          <a:prstGeom prst="line">
            <a:avLst/>
          </a:prstGeom>
          <a:noFill/>
          <a:ln w="762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72149" name="Line 21">
            <a:extLst>
              <a:ext uri="{FF2B5EF4-FFF2-40B4-BE49-F238E27FC236}">
                <a16:creationId xmlns:a16="http://schemas.microsoft.com/office/drawing/2014/main" id="{973E0B65-67B3-46B6-A3E0-CEE38C8704BD}"/>
              </a:ext>
            </a:extLst>
          </p:cNvPr>
          <p:cNvSpPr>
            <a:spLocks noChangeShapeType="1"/>
          </p:cNvSpPr>
          <p:nvPr/>
        </p:nvSpPr>
        <p:spPr bwMode="auto">
          <a:xfrm>
            <a:off x="6172200" y="2667000"/>
            <a:ext cx="609600" cy="0"/>
          </a:xfrm>
          <a:prstGeom prst="line">
            <a:avLst/>
          </a:prstGeom>
          <a:noFill/>
          <a:ln w="762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72150" name="Text Box 22">
            <a:extLst>
              <a:ext uri="{FF2B5EF4-FFF2-40B4-BE49-F238E27FC236}">
                <a16:creationId xmlns:a16="http://schemas.microsoft.com/office/drawing/2014/main" id="{D9DFBA9E-554D-42B9-85FE-DCC8753398D0}"/>
              </a:ext>
            </a:extLst>
          </p:cNvPr>
          <p:cNvSpPr txBox="1">
            <a:spLocks noChangeArrowheads="1"/>
          </p:cNvSpPr>
          <p:nvPr/>
        </p:nvSpPr>
        <p:spPr bwMode="auto">
          <a:xfrm>
            <a:off x="3733800" y="1828800"/>
            <a:ext cx="1238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chemeClr val="tx1"/>
                </a:solidFill>
                <a:latin typeface="Times New Roman" panose="02020603050405020304" pitchFamily="18" charset="0"/>
              </a:rPr>
              <a:t>DFS = 4</a:t>
            </a:r>
            <a:endParaRPr lang="en-US" altLang="en-US">
              <a:solidFill>
                <a:schemeClr val="tx1"/>
              </a:solidFill>
              <a:latin typeface="Times New Roman" panose="02020603050405020304" pitchFamily="18" charset="0"/>
            </a:endParaRPr>
          </a:p>
        </p:txBody>
      </p:sp>
      <p:sp>
        <p:nvSpPr>
          <p:cNvPr id="1072151" name="Line 23">
            <a:extLst>
              <a:ext uri="{FF2B5EF4-FFF2-40B4-BE49-F238E27FC236}">
                <a16:creationId xmlns:a16="http://schemas.microsoft.com/office/drawing/2014/main" id="{3C30AB09-10E0-4E00-8E6D-C04BF2030130}"/>
              </a:ext>
            </a:extLst>
          </p:cNvPr>
          <p:cNvSpPr>
            <a:spLocks noChangeShapeType="1"/>
          </p:cNvSpPr>
          <p:nvPr/>
        </p:nvSpPr>
        <p:spPr bwMode="auto">
          <a:xfrm flipV="1">
            <a:off x="2971800" y="3962400"/>
            <a:ext cx="1524000" cy="533400"/>
          </a:xfrm>
          <a:prstGeom prst="line">
            <a:avLst/>
          </a:prstGeom>
          <a:noFill/>
          <a:ln w="762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72152" name="Text Box 24">
            <a:extLst>
              <a:ext uri="{FF2B5EF4-FFF2-40B4-BE49-F238E27FC236}">
                <a16:creationId xmlns:a16="http://schemas.microsoft.com/office/drawing/2014/main" id="{9890C01C-3188-4223-84BA-44221331B987}"/>
              </a:ext>
            </a:extLst>
          </p:cNvPr>
          <p:cNvSpPr txBox="1">
            <a:spLocks noChangeArrowheads="1"/>
          </p:cNvSpPr>
          <p:nvPr/>
        </p:nvSpPr>
        <p:spPr bwMode="auto">
          <a:xfrm>
            <a:off x="1752600" y="4267200"/>
            <a:ext cx="1238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chemeClr val="tx1"/>
                </a:solidFill>
                <a:latin typeface="Times New Roman" panose="02020603050405020304" pitchFamily="18" charset="0"/>
              </a:rPr>
              <a:t>DFS = 1</a:t>
            </a:r>
            <a:endParaRPr lang="en-US" altLang="en-US">
              <a:solidFill>
                <a:schemeClr val="tx1"/>
              </a:solidFill>
              <a:latin typeface="Times New Roman" panose="02020603050405020304" pitchFamily="18" charset="0"/>
            </a:endParaRPr>
          </a:p>
        </p:txBody>
      </p:sp>
      <p:sp>
        <p:nvSpPr>
          <p:cNvPr id="1072153" name="Text Box 25">
            <a:extLst>
              <a:ext uri="{FF2B5EF4-FFF2-40B4-BE49-F238E27FC236}">
                <a16:creationId xmlns:a16="http://schemas.microsoft.com/office/drawing/2014/main" id="{AE5D4230-8E2E-4B61-9B4E-B58137183318}"/>
              </a:ext>
            </a:extLst>
          </p:cNvPr>
          <p:cNvSpPr txBox="1">
            <a:spLocks noChangeArrowheads="1"/>
          </p:cNvSpPr>
          <p:nvPr/>
        </p:nvSpPr>
        <p:spPr bwMode="auto">
          <a:xfrm>
            <a:off x="3962400" y="5257800"/>
            <a:ext cx="1238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chemeClr val="tx1"/>
                </a:solidFill>
                <a:latin typeface="Times New Roman" panose="02020603050405020304" pitchFamily="18" charset="0"/>
              </a:rPr>
              <a:t>DFS = 0</a:t>
            </a:r>
            <a:endParaRPr lang="en-US" altLang="en-US">
              <a:solidFill>
                <a:schemeClr val="tx1"/>
              </a:solidFill>
              <a:latin typeface="Times New Roman" panose="02020603050405020304" pitchFamily="18" charset="0"/>
            </a:endParaRPr>
          </a:p>
        </p:txBody>
      </p:sp>
      <p:sp>
        <p:nvSpPr>
          <p:cNvPr id="1072154" name="AutoShape 26">
            <a:extLst>
              <a:ext uri="{FF2B5EF4-FFF2-40B4-BE49-F238E27FC236}">
                <a16:creationId xmlns:a16="http://schemas.microsoft.com/office/drawing/2014/main" id="{DDFE0667-BFF8-4096-A55C-758F8A723211}"/>
              </a:ext>
            </a:extLst>
          </p:cNvPr>
          <p:cNvSpPr>
            <a:spLocks/>
          </p:cNvSpPr>
          <p:nvPr/>
        </p:nvSpPr>
        <p:spPr bwMode="auto">
          <a:xfrm rot="16204371">
            <a:off x="4191000" y="4035425"/>
            <a:ext cx="381000" cy="1905000"/>
          </a:xfrm>
          <a:prstGeom prst="leftBrace">
            <a:avLst>
              <a:gd name="adj1" fmla="val 41667"/>
              <a:gd name="adj2" fmla="val 50000"/>
            </a:avLst>
          </a:prstGeom>
          <a:noFill/>
          <a:ln w="5715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1072156" name="Text Box 28">
            <a:extLst>
              <a:ext uri="{FF2B5EF4-FFF2-40B4-BE49-F238E27FC236}">
                <a16:creationId xmlns:a16="http://schemas.microsoft.com/office/drawing/2014/main" id="{377919E8-017A-4705-9E4E-4524B3FCA29D}"/>
              </a:ext>
            </a:extLst>
          </p:cNvPr>
          <p:cNvSpPr txBox="1">
            <a:spLocks noChangeArrowheads="1"/>
          </p:cNvSpPr>
          <p:nvPr/>
        </p:nvSpPr>
        <p:spPr bwMode="auto">
          <a:xfrm>
            <a:off x="7881939" y="1423989"/>
            <a:ext cx="25177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2000">
                <a:solidFill>
                  <a:schemeClr val="tx1"/>
                </a:solidFill>
                <a:latin typeface="Times New Roman" panose="02020603050405020304" pitchFamily="18" charset="0"/>
              </a:rPr>
              <a:t>ALWAYS COUNT </a:t>
            </a:r>
          </a:p>
          <a:p>
            <a:pPr algn="ctr">
              <a:lnSpc>
                <a:spcPct val="100000"/>
              </a:lnSpc>
              <a:spcAft>
                <a:spcPct val="0"/>
              </a:spcAft>
              <a:buClrTx/>
              <a:buSzTx/>
              <a:buFontTx/>
              <a:buNone/>
            </a:pPr>
            <a:r>
              <a:rPr lang="en-US" altLang="en-US" sz="2000">
                <a:solidFill>
                  <a:schemeClr val="tx1"/>
                </a:solidFill>
                <a:latin typeface="Times New Roman" panose="02020603050405020304" pitchFamily="18" charset="0"/>
              </a:rPr>
              <a:t>THE LONGEST LEG</a:t>
            </a:r>
          </a:p>
        </p:txBody>
      </p:sp>
      <p:sp>
        <p:nvSpPr>
          <p:cNvPr id="1072157" name="Line 29">
            <a:extLst>
              <a:ext uri="{FF2B5EF4-FFF2-40B4-BE49-F238E27FC236}">
                <a16:creationId xmlns:a16="http://schemas.microsoft.com/office/drawing/2014/main" id="{A6B50C90-E6B5-4CB5-94A6-4E13B35319F7}"/>
              </a:ext>
            </a:extLst>
          </p:cNvPr>
          <p:cNvSpPr>
            <a:spLocks noChangeShapeType="1"/>
          </p:cNvSpPr>
          <p:nvPr/>
        </p:nvSpPr>
        <p:spPr bwMode="auto">
          <a:xfrm flipH="1">
            <a:off x="6553200" y="1676400"/>
            <a:ext cx="1524000" cy="228600"/>
          </a:xfrm>
          <a:prstGeom prst="line">
            <a:avLst/>
          </a:prstGeom>
          <a:noFill/>
          <a:ln w="5715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72158" name="Line 30">
            <a:extLst>
              <a:ext uri="{FF2B5EF4-FFF2-40B4-BE49-F238E27FC236}">
                <a16:creationId xmlns:a16="http://schemas.microsoft.com/office/drawing/2014/main" id="{281380F8-1D84-4805-8D04-E7CE1B728AAD}"/>
              </a:ext>
            </a:extLst>
          </p:cNvPr>
          <p:cNvSpPr>
            <a:spLocks noChangeShapeType="1"/>
          </p:cNvSpPr>
          <p:nvPr/>
        </p:nvSpPr>
        <p:spPr bwMode="auto">
          <a:xfrm>
            <a:off x="3733800" y="3048000"/>
            <a:ext cx="381000" cy="228600"/>
          </a:xfrm>
          <a:prstGeom prst="line">
            <a:avLst/>
          </a:prstGeom>
          <a:noFill/>
          <a:ln w="762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72159" name="Text Box 31">
            <a:extLst>
              <a:ext uri="{FF2B5EF4-FFF2-40B4-BE49-F238E27FC236}">
                <a16:creationId xmlns:a16="http://schemas.microsoft.com/office/drawing/2014/main" id="{8CBFEB86-A790-4A3C-94BF-1A2059D8B18B}"/>
              </a:ext>
            </a:extLst>
          </p:cNvPr>
          <p:cNvSpPr txBox="1">
            <a:spLocks noChangeArrowheads="1"/>
          </p:cNvSpPr>
          <p:nvPr/>
        </p:nvSpPr>
        <p:spPr bwMode="auto">
          <a:xfrm>
            <a:off x="3124200" y="2590800"/>
            <a:ext cx="1238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chemeClr val="tx1"/>
                </a:solidFill>
                <a:latin typeface="Times New Roman" panose="02020603050405020304" pitchFamily="18" charset="0"/>
              </a:rPr>
              <a:t>DFS = 2</a:t>
            </a:r>
            <a:endParaRPr lang="en-US" altLang="en-US">
              <a:solidFill>
                <a:schemeClr val="tx1"/>
              </a:solidFill>
              <a:latin typeface="Times New Roman" panose="02020603050405020304" pitchFamily="18" charset="0"/>
            </a:endParaRPr>
          </a:p>
        </p:txBody>
      </p:sp>
      <p:sp>
        <p:nvSpPr>
          <p:cNvPr id="65556" name="Freeform 34">
            <a:extLst>
              <a:ext uri="{FF2B5EF4-FFF2-40B4-BE49-F238E27FC236}">
                <a16:creationId xmlns:a16="http://schemas.microsoft.com/office/drawing/2014/main" id="{98731810-6E1B-4D78-9B5B-070627854F07}"/>
              </a:ext>
            </a:extLst>
          </p:cNvPr>
          <p:cNvSpPr>
            <a:spLocks/>
          </p:cNvSpPr>
          <p:nvPr/>
        </p:nvSpPr>
        <p:spPr bwMode="auto">
          <a:xfrm>
            <a:off x="3949700" y="2133600"/>
            <a:ext cx="3441700" cy="2286000"/>
          </a:xfrm>
          <a:custGeom>
            <a:avLst/>
            <a:gdLst>
              <a:gd name="T0" fmla="*/ 2147483646 w 2168"/>
              <a:gd name="T1" fmla="*/ 2147483646 h 1440"/>
              <a:gd name="T2" fmla="*/ 2147483646 w 2168"/>
              <a:gd name="T3" fmla="*/ 2147483646 h 1440"/>
              <a:gd name="T4" fmla="*/ 2147483646 w 2168"/>
              <a:gd name="T5" fmla="*/ 2147483646 h 1440"/>
              <a:gd name="T6" fmla="*/ 2147483646 w 2168"/>
              <a:gd name="T7" fmla="*/ 2147483646 h 1440"/>
              <a:gd name="T8" fmla="*/ 2147483646 w 2168"/>
              <a:gd name="T9" fmla="*/ 0 h 14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8" h="1440">
                <a:moveTo>
                  <a:pt x="488" y="1440"/>
                </a:moveTo>
                <a:cubicBezTo>
                  <a:pt x="508" y="1328"/>
                  <a:pt x="528" y="1216"/>
                  <a:pt x="488" y="1104"/>
                </a:cubicBezTo>
                <a:cubicBezTo>
                  <a:pt x="448" y="992"/>
                  <a:pt x="0" y="888"/>
                  <a:pt x="248" y="768"/>
                </a:cubicBezTo>
                <a:cubicBezTo>
                  <a:pt x="496" y="648"/>
                  <a:pt x="1784" y="512"/>
                  <a:pt x="1976" y="384"/>
                </a:cubicBezTo>
                <a:cubicBezTo>
                  <a:pt x="2168" y="256"/>
                  <a:pt x="1504" y="64"/>
                  <a:pt x="1400" y="0"/>
                </a:cubicBezTo>
              </a:path>
            </a:pathLst>
          </a:custGeom>
          <a:noFill/>
          <a:ln w="57150" cap="flat" cmpd="sng">
            <a:solidFill>
              <a:srgbClr val="00CC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557" name="Freeform 35">
            <a:extLst>
              <a:ext uri="{FF2B5EF4-FFF2-40B4-BE49-F238E27FC236}">
                <a16:creationId xmlns:a16="http://schemas.microsoft.com/office/drawing/2014/main" id="{D6C4ACC7-0F3E-47CD-90CA-85558C701836}"/>
              </a:ext>
            </a:extLst>
          </p:cNvPr>
          <p:cNvSpPr>
            <a:spLocks/>
          </p:cNvSpPr>
          <p:nvPr/>
        </p:nvSpPr>
        <p:spPr bwMode="auto">
          <a:xfrm>
            <a:off x="3886200" y="2133600"/>
            <a:ext cx="3441700" cy="2286000"/>
          </a:xfrm>
          <a:custGeom>
            <a:avLst/>
            <a:gdLst>
              <a:gd name="T0" fmla="*/ 2147483646 w 2168"/>
              <a:gd name="T1" fmla="*/ 2147483646 h 1440"/>
              <a:gd name="T2" fmla="*/ 2147483646 w 2168"/>
              <a:gd name="T3" fmla="*/ 2147483646 h 1440"/>
              <a:gd name="T4" fmla="*/ 2147483646 w 2168"/>
              <a:gd name="T5" fmla="*/ 2147483646 h 1440"/>
              <a:gd name="T6" fmla="*/ 2147483646 w 2168"/>
              <a:gd name="T7" fmla="*/ 2147483646 h 1440"/>
              <a:gd name="T8" fmla="*/ 2147483646 w 2168"/>
              <a:gd name="T9" fmla="*/ 0 h 14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8" h="1440">
                <a:moveTo>
                  <a:pt x="488" y="1440"/>
                </a:moveTo>
                <a:cubicBezTo>
                  <a:pt x="508" y="1328"/>
                  <a:pt x="528" y="1216"/>
                  <a:pt x="488" y="1104"/>
                </a:cubicBezTo>
                <a:cubicBezTo>
                  <a:pt x="448" y="992"/>
                  <a:pt x="0" y="888"/>
                  <a:pt x="248" y="768"/>
                </a:cubicBezTo>
                <a:cubicBezTo>
                  <a:pt x="496" y="648"/>
                  <a:pt x="1784" y="512"/>
                  <a:pt x="1976" y="384"/>
                </a:cubicBezTo>
                <a:cubicBezTo>
                  <a:pt x="2168" y="256"/>
                  <a:pt x="1504" y="64"/>
                  <a:pt x="1400" y="0"/>
                </a:cubicBezTo>
              </a:path>
            </a:pathLst>
          </a:custGeom>
          <a:noFill/>
          <a:ln w="57150" cap="flat" cmpd="sng">
            <a:solidFill>
              <a:srgbClr val="00CC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558" name="Freeform 36">
            <a:extLst>
              <a:ext uri="{FF2B5EF4-FFF2-40B4-BE49-F238E27FC236}">
                <a16:creationId xmlns:a16="http://schemas.microsoft.com/office/drawing/2014/main" id="{D60C9670-E4C8-4366-AAD4-0CE1755A78CF}"/>
              </a:ext>
            </a:extLst>
          </p:cNvPr>
          <p:cNvSpPr>
            <a:spLocks/>
          </p:cNvSpPr>
          <p:nvPr/>
        </p:nvSpPr>
        <p:spPr bwMode="auto">
          <a:xfrm>
            <a:off x="3886200" y="2133600"/>
            <a:ext cx="3441700" cy="2286000"/>
          </a:xfrm>
          <a:custGeom>
            <a:avLst/>
            <a:gdLst>
              <a:gd name="T0" fmla="*/ 2147483646 w 2168"/>
              <a:gd name="T1" fmla="*/ 2147483646 h 1440"/>
              <a:gd name="T2" fmla="*/ 2147483646 w 2168"/>
              <a:gd name="T3" fmla="*/ 2147483646 h 1440"/>
              <a:gd name="T4" fmla="*/ 2147483646 w 2168"/>
              <a:gd name="T5" fmla="*/ 2147483646 h 1440"/>
              <a:gd name="T6" fmla="*/ 2147483646 w 2168"/>
              <a:gd name="T7" fmla="*/ 2147483646 h 1440"/>
              <a:gd name="T8" fmla="*/ 2147483646 w 2168"/>
              <a:gd name="T9" fmla="*/ 0 h 14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8" h="1440">
                <a:moveTo>
                  <a:pt x="488" y="1440"/>
                </a:moveTo>
                <a:cubicBezTo>
                  <a:pt x="508" y="1328"/>
                  <a:pt x="528" y="1216"/>
                  <a:pt x="488" y="1104"/>
                </a:cubicBezTo>
                <a:cubicBezTo>
                  <a:pt x="448" y="992"/>
                  <a:pt x="0" y="888"/>
                  <a:pt x="248" y="768"/>
                </a:cubicBezTo>
                <a:cubicBezTo>
                  <a:pt x="496" y="648"/>
                  <a:pt x="1784" y="512"/>
                  <a:pt x="1976" y="384"/>
                </a:cubicBezTo>
                <a:cubicBezTo>
                  <a:pt x="2168" y="256"/>
                  <a:pt x="1504" y="64"/>
                  <a:pt x="1400" y="0"/>
                </a:cubicBezTo>
              </a:path>
            </a:pathLst>
          </a:custGeom>
          <a:noFill/>
          <a:ln w="57150" cap="flat" cmpd="sng">
            <a:solidFill>
              <a:srgbClr val="00CC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2154"/>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072153"/>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1072151"/>
                                        </p:tgtEl>
                                        <p:attrNameLst>
                                          <p:attrName>style.visibility</p:attrName>
                                        </p:attrNameLst>
                                      </p:cBhvr>
                                      <p:to>
                                        <p:strVal val="visible"/>
                                      </p:to>
                                    </p:set>
                                  </p:childTnLst>
                                </p:cTn>
                              </p:par>
                            </p:childTnLst>
                          </p:cTn>
                        </p:par>
                        <p:par>
                          <p:cTn id="14" fill="hold" nodeType="afterGroup">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107215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072158"/>
                                        </p:tgtEl>
                                        <p:attrNameLst>
                                          <p:attrName>style.visibility</p:attrName>
                                        </p:attrNameLst>
                                      </p:cBhvr>
                                      <p:to>
                                        <p:strVal val="visible"/>
                                      </p:to>
                                    </p:set>
                                  </p:childTnLst>
                                </p:cTn>
                              </p:par>
                            </p:childTnLst>
                          </p:cTn>
                        </p:par>
                        <p:par>
                          <p:cTn id="21" fill="hold" nodeType="afterGroup">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1072159"/>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1072149"/>
                                        </p:tgtEl>
                                        <p:attrNameLst>
                                          <p:attrName>style.visibility</p:attrName>
                                        </p:attrNameLst>
                                      </p:cBhvr>
                                      <p:to>
                                        <p:strVal val="visible"/>
                                      </p:to>
                                    </p:set>
                                  </p:childTnLst>
                                </p:cTn>
                              </p:par>
                            </p:childTnLst>
                          </p:cTn>
                        </p:par>
                        <p:par>
                          <p:cTn id="28" fill="hold" nodeType="afterGroup">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107214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072148"/>
                                        </p:tgtEl>
                                        <p:attrNameLst>
                                          <p:attrName>style.visibility</p:attrName>
                                        </p:attrNameLst>
                                      </p:cBhvr>
                                      <p:to>
                                        <p:strVal val="visible"/>
                                      </p:to>
                                    </p:set>
                                  </p:childTnLst>
                                </p:cTn>
                              </p:par>
                            </p:childTnLst>
                          </p:cTn>
                        </p:par>
                        <p:par>
                          <p:cTn id="35" fill="hold" nodeType="afterGroup">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1072150"/>
                                        </p:tgtEl>
                                        <p:attrNameLst>
                                          <p:attrName>style.visibility</p:attrName>
                                        </p:attrNameLst>
                                      </p:cBhvr>
                                      <p:to>
                                        <p:strVal val="visible"/>
                                      </p:to>
                                    </p:set>
                                  </p:childTnLst>
                                </p:cTn>
                              </p:par>
                            </p:childTnLst>
                          </p:cTn>
                        </p:par>
                        <p:par>
                          <p:cTn id="38" fill="hold" nodeType="afterGroup">
                            <p:stCondLst>
                              <p:cond delay="0"/>
                            </p:stCondLst>
                            <p:childTnLst>
                              <p:par>
                                <p:cTn id="39" presetID="1" presetClass="entr" presetSubtype="0" fill="hold" nodeType="afterEffect">
                                  <p:stCondLst>
                                    <p:cond delay="0"/>
                                  </p:stCondLst>
                                  <p:childTnLst>
                                    <p:set>
                                      <p:cBhvr>
                                        <p:cTn id="40" dur="1" fill="hold">
                                          <p:stCondLst>
                                            <p:cond delay="0"/>
                                          </p:stCondLst>
                                        </p:cTn>
                                        <p:tgtEl>
                                          <p:spTgt spid="1072157"/>
                                        </p:tgtEl>
                                        <p:attrNameLst>
                                          <p:attrName>style.visibility</p:attrName>
                                        </p:attrNameLst>
                                      </p:cBhvr>
                                      <p:to>
                                        <p:strVal val="visible"/>
                                      </p:to>
                                    </p:set>
                                  </p:childTnLst>
                                </p:cTn>
                              </p:par>
                            </p:childTnLst>
                          </p:cTn>
                        </p:par>
                        <p:par>
                          <p:cTn id="41" fill="hold" nodeType="afterGroup">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1072156"/>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072145"/>
                                        </p:tgtEl>
                                        <p:attrNameLst>
                                          <p:attrName>style.visibility</p:attrName>
                                        </p:attrNameLst>
                                      </p:cBhvr>
                                      <p:to>
                                        <p:strVal val="visible"/>
                                      </p:to>
                                    </p:set>
                                  </p:childTnLst>
                                </p:cTn>
                              </p:par>
                            </p:childTnLst>
                          </p:cTn>
                        </p:par>
                        <p:par>
                          <p:cTn id="48" fill="hold" nodeType="afterGroup">
                            <p:stCondLst>
                              <p:cond delay="0"/>
                            </p:stCondLst>
                            <p:childTnLst>
                              <p:par>
                                <p:cTn id="49" presetID="1" presetClass="entr" presetSubtype="0" fill="hold" grpId="0" nodeType="afterEffect">
                                  <p:stCondLst>
                                    <p:cond delay="0"/>
                                  </p:stCondLst>
                                  <p:childTnLst>
                                    <p:set>
                                      <p:cBhvr>
                                        <p:cTn id="50" dur="1" fill="hold">
                                          <p:stCondLst>
                                            <p:cond delay="0"/>
                                          </p:stCondLst>
                                        </p:cTn>
                                        <p:tgtEl>
                                          <p:spTgt spid="1072146"/>
                                        </p:tgtEl>
                                        <p:attrNameLst>
                                          <p:attrName>style.visibility</p:attrName>
                                        </p:attrNameLst>
                                      </p:cBhvr>
                                      <p:to>
                                        <p:strVal val="visible"/>
                                      </p:to>
                                    </p:set>
                                  </p:childTnLst>
                                </p:cTn>
                              </p:par>
                            </p:childTnLst>
                          </p:cTn>
                        </p:par>
                        <p:par>
                          <p:cTn id="51" fill="hold" nodeType="afterGroup">
                            <p:stCondLst>
                              <p:cond delay="0"/>
                            </p:stCondLst>
                            <p:childTnLst>
                              <p:par>
                                <p:cTn id="52" presetID="1" presetClass="entr" presetSubtype="0" fill="hold" nodeType="afterEffect">
                                  <p:stCondLst>
                                    <p:cond delay="0"/>
                                  </p:stCondLst>
                                  <p:childTnLst>
                                    <p:set>
                                      <p:cBhvr>
                                        <p:cTn id="53" dur="1" fill="hold">
                                          <p:stCondLst>
                                            <p:cond delay="0"/>
                                          </p:stCondLst>
                                        </p:cTn>
                                        <p:tgtEl>
                                          <p:spTgt spid="10721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2144" grpId="0" autoUpdateAnimBg="0"/>
      <p:bldP spid="1072145" grpId="0" autoUpdateAnimBg="0"/>
      <p:bldP spid="1072146" grpId="0" animBg="1"/>
      <p:bldP spid="1072150" grpId="0" autoUpdateAnimBg="0"/>
      <p:bldP spid="1072152" grpId="0" autoUpdateAnimBg="0"/>
      <p:bldP spid="1072153" grpId="0" autoUpdateAnimBg="0"/>
      <p:bldP spid="1072154" grpId="0" animBg="1"/>
      <p:bldP spid="1072156" grpId="0" autoUpdateAnimBg="0"/>
      <p:bldP spid="1072159"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a:extLst>
              <a:ext uri="{FF2B5EF4-FFF2-40B4-BE49-F238E27FC236}">
                <a16:creationId xmlns:a16="http://schemas.microsoft.com/office/drawing/2014/main" id="{FB2E595C-0B7A-4A0B-B145-359FD77E524A}"/>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341DDD1B-CC26-4EAF-A6F3-1CD49B00BDCE}"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9</a:t>
            </a:fld>
            <a:endParaRPr lang="en-US" altLang="en-US" sz="1400">
              <a:solidFill>
                <a:schemeClr val="tx1"/>
              </a:solidFill>
              <a:latin typeface="Times New Roman" panose="02020603050405020304" pitchFamily="18" charset="0"/>
            </a:endParaRPr>
          </a:p>
        </p:txBody>
      </p:sp>
      <p:sp>
        <p:nvSpPr>
          <p:cNvPr id="26627" name="Text Box 3">
            <a:extLst>
              <a:ext uri="{FF2B5EF4-FFF2-40B4-BE49-F238E27FC236}">
                <a16:creationId xmlns:a16="http://schemas.microsoft.com/office/drawing/2014/main" id="{FB8BF42F-CA74-4BC6-A50A-13CB59D5CE6F}"/>
              </a:ext>
            </a:extLst>
          </p:cNvPr>
          <p:cNvSpPr txBox="1">
            <a:spLocks noChangeArrowheads="1"/>
          </p:cNvSpPr>
          <p:nvPr/>
        </p:nvSpPr>
        <p:spPr bwMode="auto">
          <a:xfrm>
            <a:off x="6705600" y="457200"/>
            <a:ext cx="2978150" cy="225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4400">
                <a:solidFill>
                  <a:schemeClr val="tx1"/>
                </a:solidFill>
                <a:latin typeface="Times New Roman" panose="02020603050405020304" pitchFamily="18" charset="0"/>
              </a:rPr>
              <a:t>A SIMPLE</a:t>
            </a:r>
          </a:p>
          <a:p>
            <a:pPr>
              <a:lnSpc>
                <a:spcPct val="100000"/>
              </a:lnSpc>
              <a:spcAft>
                <a:spcPct val="0"/>
              </a:spcAft>
              <a:buClrTx/>
              <a:buSzTx/>
              <a:buFontTx/>
              <a:buNone/>
            </a:pPr>
            <a:r>
              <a:rPr lang="en-US" altLang="en-US" sz="4400">
                <a:solidFill>
                  <a:schemeClr val="tx1"/>
                </a:solidFill>
                <a:latin typeface="Times New Roman" panose="02020603050405020304" pitchFamily="18" charset="0"/>
              </a:rPr>
              <a:t>EXAMPLE</a:t>
            </a:r>
          </a:p>
          <a:p>
            <a:pPr>
              <a:lnSpc>
                <a:spcPct val="100000"/>
              </a:lnSpc>
              <a:spcAft>
                <a:spcPct val="0"/>
              </a:spcAft>
              <a:buClrTx/>
              <a:buSzTx/>
              <a:buFontTx/>
              <a:buNone/>
            </a:pPr>
            <a:r>
              <a:rPr lang="en-US" altLang="en-US" sz="1800">
                <a:solidFill>
                  <a:srgbClr val="FF0000"/>
                </a:solidFill>
                <a:latin typeface="Times New Roman" panose="02020603050405020304" pitchFamily="18" charset="0"/>
              </a:rPr>
              <a:t>Note that the accountability is superimposed on the color coded organizational chart</a:t>
            </a:r>
            <a:r>
              <a:rPr lang="en-US" altLang="en-US" sz="1800">
                <a:solidFill>
                  <a:schemeClr val="tx1"/>
                </a:solidFill>
                <a:latin typeface="Times New Roman" panose="02020603050405020304" pitchFamily="18" charset="0"/>
              </a:rPr>
              <a:t> </a:t>
            </a:r>
          </a:p>
        </p:txBody>
      </p:sp>
      <p:sp>
        <p:nvSpPr>
          <p:cNvPr id="26628" name="Rectangle 4">
            <a:extLst>
              <a:ext uri="{FF2B5EF4-FFF2-40B4-BE49-F238E27FC236}">
                <a16:creationId xmlns:a16="http://schemas.microsoft.com/office/drawing/2014/main" id="{05EC146A-E175-4C64-ACF8-81522DA31DF2}"/>
              </a:ext>
            </a:extLst>
          </p:cNvPr>
          <p:cNvSpPr>
            <a:spLocks noChangeArrowheads="1"/>
          </p:cNvSpPr>
          <p:nvPr/>
        </p:nvSpPr>
        <p:spPr bwMode="auto">
          <a:xfrm>
            <a:off x="1524000" y="3246438"/>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2400">
              <a:solidFill>
                <a:schemeClr val="tx1"/>
              </a:solidFill>
              <a:latin typeface="Times New Roman" panose="02020603050405020304" pitchFamily="18" charset="0"/>
            </a:endParaRPr>
          </a:p>
        </p:txBody>
      </p:sp>
      <p:graphicFrame>
        <p:nvGraphicFramePr>
          <p:cNvPr id="26629" name="Object 5">
            <a:extLst>
              <a:ext uri="{FF2B5EF4-FFF2-40B4-BE49-F238E27FC236}">
                <a16:creationId xmlns:a16="http://schemas.microsoft.com/office/drawing/2014/main" id="{C7C6913F-04EF-474E-A154-37BDCE9A7709}"/>
              </a:ext>
            </a:extLst>
          </p:cNvPr>
          <p:cNvGraphicFramePr>
            <a:graphicFrameLocks noChangeAspect="1"/>
          </p:cNvGraphicFramePr>
          <p:nvPr>
            <p:extLst>
              <p:ext uri="{D42A27DB-BD31-4B8C-83A1-F6EECF244321}">
                <p14:modId xmlns:p14="http://schemas.microsoft.com/office/powerpoint/2010/main" val="1875301036"/>
              </p:ext>
            </p:extLst>
          </p:nvPr>
        </p:nvGraphicFramePr>
        <p:xfrm>
          <a:off x="1524000" y="609600"/>
          <a:ext cx="9390063" cy="6469063"/>
        </p:xfrm>
        <a:graphic>
          <a:graphicData uri="http://schemas.openxmlformats.org/presentationml/2006/ole">
            <mc:AlternateContent xmlns:mc="http://schemas.openxmlformats.org/markup-compatibility/2006">
              <mc:Choice xmlns:v="urn:schemas-microsoft-com:vml" Requires="v">
                <p:oleObj spid="_x0000_s1033" name="Worksheet" r:id="rId4" imgW="11944151" imgH="6734212" progId="Excel.Sheet.8">
                  <p:embed/>
                </p:oleObj>
              </mc:Choice>
              <mc:Fallback>
                <p:oleObj name="Worksheet" r:id="rId4" imgW="11944151" imgH="6734212" progId="Excel.Sheet.8">
                  <p:embed/>
                  <p:pic>
                    <p:nvPicPr>
                      <p:cNvPr id="26629" name="Object 5">
                        <a:extLst>
                          <a:ext uri="{FF2B5EF4-FFF2-40B4-BE49-F238E27FC236}">
                            <a16:creationId xmlns:a16="http://schemas.microsoft.com/office/drawing/2014/main" id="{C7C6913F-04EF-474E-A154-37BDCE9A7709}"/>
                          </a:ext>
                        </a:extLst>
                      </p:cNvPr>
                      <p:cNvPicPr>
                        <a:picLocks noChangeAspect="1" noChangeArrowheads="1"/>
                      </p:cNvPicPr>
                      <p:nvPr/>
                    </p:nvPicPr>
                    <p:blipFill>
                      <a:blip r:embed="rId5"/>
                      <a:srcRect/>
                      <a:stretch>
                        <a:fillRect/>
                      </a:stretch>
                    </p:blipFill>
                    <p:spPr bwMode="auto">
                      <a:xfrm>
                        <a:off x="1524000" y="609600"/>
                        <a:ext cx="9390063" cy="6469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1">
            <a:extLst>
              <a:ext uri="{FF2B5EF4-FFF2-40B4-BE49-F238E27FC236}">
                <a16:creationId xmlns:a16="http://schemas.microsoft.com/office/drawing/2014/main" id="{B45D5630-C471-4988-99BB-257CFFEC26AD}"/>
              </a:ext>
            </a:extLst>
          </p:cNvPr>
          <p:cNvSpPr>
            <a:spLocks noChangeArrowheads="1"/>
          </p:cNvSpPr>
          <p:nvPr/>
        </p:nvSpPr>
        <p:spPr bwMode="auto">
          <a:xfrm>
            <a:off x="2209800" y="5562600"/>
            <a:ext cx="3733800" cy="457200"/>
          </a:xfrm>
          <a:prstGeom prst="rect">
            <a:avLst/>
          </a:prstGeom>
          <a:gradFill rotWithShape="0">
            <a:gsLst>
              <a:gs pos="0">
                <a:srgbClr val="FFFFFF"/>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4275" name="Rectangle 30">
            <a:extLst>
              <a:ext uri="{FF2B5EF4-FFF2-40B4-BE49-F238E27FC236}">
                <a16:creationId xmlns:a16="http://schemas.microsoft.com/office/drawing/2014/main" id="{BD2CBF05-96E2-4E02-BD2F-CB1B97590A4A}"/>
              </a:ext>
            </a:extLst>
          </p:cNvPr>
          <p:cNvSpPr>
            <a:spLocks noChangeArrowheads="1"/>
          </p:cNvSpPr>
          <p:nvPr/>
        </p:nvSpPr>
        <p:spPr bwMode="auto">
          <a:xfrm>
            <a:off x="2209800" y="4800600"/>
            <a:ext cx="3721100" cy="762000"/>
          </a:xfrm>
          <a:prstGeom prst="rect">
            <a:avLst/>
          </a:prstGeom>
          <a:gradFill rotWithShape="0">
            <a:gsLst>
              <a:gs pos="0">
                <a:srgbClr val="FFFFFF"/>
              </a:gs>
              <a:gs pos="100000">
                <a:srgbClr val="7474F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4276" name="Rectangle 29">
            <a:extLst>
              <a:ext uri="{FF2B5EF4-FFF2-40B4-BE49-F238E27FC236}">
                <a16:creationId xmlns:a16="http://schemas.microsoft.com/office/drawing/2014/main" id="{BA748FE9-8381-4FAC-A714-284A9957FB08}"/>
              </a:ext>
            </a:extLst>
          </p:cNvPr>
          <p:cNvSpPr>
            <a:spLocks noChangeArrowheads="1"/>
          </p:cNvSpPr>
          <p:nvPr/>
        </p:nvSpPr>
        <p:spPr bwMode="auto">
          <a:xfrm>
            <a:off x="2209800" y="4343400"/>
            <a:ext cx="3721100" cy="457200"/>
          </a:xfrm>
          <a:prstGeom prst="rect">
            <a:avLst/>
          </a:prstGeom>
          <a:gradFill rotWithShape="0">
            <a:gsLst>
              <a:gs pos="0">
                <a:srgbClr val="FFFFFF"/>
              </a:gs>
              <a:gs pos="100000">
                <a:srgbClr val="336699"/>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4277" name="Rectangle 28">
            <a:extLst>
              <a:ext uri="{FF2B5EF4-FFF2-40B4-BE49-F238E27FC236}">
                <a16:creationId xmlns:a16="http://schemas.microsoft.com/office/drawing/2014/main" id="{87BB9420-40F8-4199-B429-F139104A378D}"/>
              </a:ext>
            </a:extLst>
          </p:cNvPr>
          <p:cNvSpPr>
            <a:spLocks noChangeArrowheads="1"/>
          </p:cNvSpPr>
          <p:nvPr/>
        </p:nvSpPr>
        <p:spPr bwMode="auto">
          <a:xfrm>
            <a:off x="2209800" y="2730500"/>
            <a:ext cx="3708400" cy="1612900"/>
          </a:xfrm>
          <a:prstGeom prst="rect">
            <a:avLst/>
          </a:prstGeom>
          <a:gradFill rotWithShape="0">
            <a:gsLst>
              <a:gs pos="0">
                <a:srgbClr val="FFFFFF"/>
              </a:gs>
              <a:gs pos="100000">
                <a:srgbClr val="7FADDB"/>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4278" name="Rectangle 27">
            <a:extLst>
              <a:ext uri="{FF2B5EF4-FFF2-40B4-BE49-F238E27FC236}">
                <a16:creationId xmlns:a16="http://schemas.microsoft.com/office/drawing/2014/main" id="{04A7B409-8AC7-482C-8E54-256E6BA2E726}"/>
              </a:ext>
            </a:extLst>
          </p:cNvPr>
          <p:cNvSpPr>
            <a:spLocks noChangeArrowheads="1"/>
          </p:cNvSpPr>
          <p:nvPr/>
        </p:nvSpPr>
        <p:spPr bwMode="auto">
          <a:xfrm>
            <a:off x="2209800" y="977900"/>
            <a:ext cx="3721100" cy="1765300"/>
          </a:xfrm>
          <a:prstGeom prst="rect">
            <a:avLst/>
          </a:prstGeom>
          <a:gradFill rotWithShape="0">
            <a:gsLst>
              <a:gs pos="0">
                <a:srgbClr val="FFFFFF"/>
              </a:gs>
              <a:gs pos="100000">
                <a:srgbClr val="4B55B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4279" name="Rectangle 32">
            <a:extLst>
              <a:ext uri="{FF2B5EF4-FFF2-40B4-BE49-F238E27FC236}">
                <a16:creationId xmlns:a16="http://schemas.microsoft.com/office/drawing/2014/main" id="{1E7B474E-DEAB-43F9-AE2B-2CD4D7DBA62D}"/>
              </a:ext>
            </a:extLst>
          </p:cNvPr>
          <p:cNvSpPr>
            <a:spLocks noChangeArrowheads="1"/>
          </p:cNvSpPr>
          <p:nvPr/>
        </p:nvSpPr>
        <p:spPr bwMode="auto">
          <a:xfrm>
            <a:off x="2209800" y="990600"/>
            <a:ext cx="3200400" cy="50292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4280" name="Rectangle 8">
            <a:extLst>
              <a:ext uri="{FF2B5EF4-FFF2-40B4-BE49-F238E27FC236}">
                <a16:creationId xmlns:a16="http://schemas.microsoft.com/office/drawing/2014/main" id="{DD7A16B0-C91D-405F-B6FD-5EED7233A813}"/>
              </a:ext>
            </a:extLst>
          </p:cNvPr>
          <p:cNvSpPr>
            <a:spLocks noChangeArrowheads="1"/>
          </p:cNvSpPr>
          <p:nvPr/>
        </p:nvSpPr>
        <p:spPr bwMode="auto">
          <a:xfrm>
            <a:off x="2209800" y="990600"/>
            <a:ext cx="3733800" cy="5029200"/>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4281" name="Line 11">
            <a:extLst>
              <a:ext uri="{FF2B5EF4-FFF2-40B4-BE49-F238E27FC236}">
                <a16:creationId xmlns:a16="http://schemas.microsoft.com/office/drawing/2014/main" id="{E1068BB7-607A-4793-9C8C-3D92D9C251E2}"/>
              </a:ext>
            </a:extLst>
          </p:cNvPr>
          <p:cNvSpPr>
            <a:spLocks noChangeShapeType="1"/>
          </p:cNvSpPr>
          <p:nvPr/>
        </p:nvSpPr>
        <p:spPr bwMode="auto">
          <a:xfrm>
            <a:off x="2209800" y="4343400"/>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2" name="Line 13">
            <a:extLst>
              <a:ext uri="{FF2B5EF4-FFF2-40B4-BE49-F238E27FC236}">
                <a16:creationId xmlns:a16="http://schemas.microsoft.com/office/drawing/2014/main" id="{BB51461F-FDC9-4FF4-907E-2A931539FAF6}"/>
              </a:ext>
            </a:extLst>
          </p:cNvPr>
          <p:cNvSpPr>
            <a:spLocks noChangeShapeType="1"/>
          </p:cNvSpPr>
          <p:nvPr/>
        </p:nvSpPr>
        <p:spPr bwMode="auto">
          <a:xfrm>
            <a:off x="2209800" y="4800600"/>
            <a:ext cx="37338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3" name="Line 15">
            <a:extLst>
              <a:ext uri="{FF2B5EF4-FFF2-40B4-BE49-F238E27FC236}">
                <a16:creationId xmlns:a16="http://schemas.microsoft.com/office/drawing/2014/main" id="{72A5898F-133B-416D-8572-78AADF78F99C}"/>
              </a:ext>
            </a:extLst>
          </p:cNvPr>
          <p:cNvSpPr>
            <a:spLocks noChangeShapeType="1"/>
          </p:cNvSpPr>
          <p:nvPr/>
        </p:nvSpPr>
        <p:spPr bwMode="auto">
          <a:xfrm>
            <a:off x="2209800" y="2743200"/>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4" name="Line 16">
            <a:extLst>
              <a:ext uri="{FF2B5EF4-FFF2-40B4-BE49-F238E27FC236}">
                <a16:creationId xmlns:a16="http://schemas.microsoft.com/office/drawing/2014/main" id="{CD88A353-08CC-427B-BE7E-E61573A59706}"/>
              </a:ext>
            </a:extLst>
          </p:cNvPr>
          <p:cNvSpPr>
            <a:spLocks noChangeShapeType="1"/>
          </p:cNvSpPr>
          <p:nvPr/>
        </p:nvSpPr>
        <p:spPr bwMode="auto">
          <a:xfrm>
            <a:off x="2209800" y="5562600"/>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85" name="AutoShape 18">
            <a:hlinkClick r:id="" action="ppaction://hlinkshowjump?jump=previousslide" highlightClick="1"/>
            <a:extLst>
              <a:ext uri="{FF2B5EF4-FFF2-40B4-BE49-F238E27FC236}">
                <a16:creationId xmlns:a16="http://schemas.microsoft.com/office/drawing/2014/main" id="{D4C9E431-ADBD-4612-B5CB-022821C9B63C}"/>
              </a:ext>
            </a:extLst>
          </p:cNvPr>
          <p:cNvSpPr>
            <a:spLocks noChangeArrowheads="1"/>
          </p:cNvSpPr>
          <p:nvPr/>
        </p:nvSpPr>
        <p:spPr bwMode="auto">
          <a:xfrm>
            <a:off x="5486400" y="4419600"/>
            <a:ext cx="381000" cy="304800"/>
          </a:xfrm>
          <a:prstGeom prst="actionButtonBackPreviou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4286" name="AutoShape 19">
            <a:hlinkClick r:id="" action="ppaction://hlinkshowjump?jump=previousslide" highlightClick="1"/>
            <a:extLst>
              <a:ext uri="{FF2B5EF4-FFF2-40B4-BE49-F238E27FC236}">
                <a16:creationId xmlns:a16="http://schemas.microsoft.com/office/drawing/2014/main" id="{F62D5189-78F9-4DCC-8F76-11910ADF0841}"/>
              </a:ext>
            </a:extLst>
          </p:cNvPr>
          <p:cNvSpPr>
            <a:spLocks noChangeArrowheads="1"/>
          </p:cNvSpPr>
          <p:nvPr/>
        </p:nvSpPr>
        <p:spPr bwMode="auto">
          <a:xfrm>
            <a:off x="5486400" y="5638800"/>
            <a:ext cx="381000" cy="304800"/>
          </a:xfrm>
          <a:prstGeom prst="actionButtonBackPreviou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4287" name="AutoShape 20">
            <a:extLst>
              <a:ext uri="{FF2B5EF4-FFF2-40B4-BE49-F238E27FC236}">
                <a16:creationId xmlns:a16="http://schemas.microsoft.com/office/drawing/2014/main" id="{534C76BB-875B-4225-B0A2-C547BD4F77FA}"/>
              </a:ext>
            </a:extLst>
          </p:cNvPr>
          <p:cNvSpPr>
            <a:spLocks/>
          </p:cNvSpPr>
          <p:nvPr/>
        </p:nvSpPr>
        <p:spPr bwMode="auto">
          <a:xfrm>
            <a:off x="6108700" y="1066800"/>
            <a:ext cx="609600" cy="3657600"/>
          </a:xfrm>
          <a:prstGeom prst="rightBrace">
            <a:avLst>
              <a:gd name="adj1" fmla="val 50000"/>
              <a:gd name="adj2" fmla="val 50000"/>
            </a:avLst>
          </a:prstGeom>
          <a:gradFill rotWithShape="0">
            <a:gsLst>
              <a:gs pos="0">
                <a:schemeClr val="bg1"/>
              </a:gs>
              <a:gs pos="100000">
                <a:schemeClr val="folHlink"/>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4288" name="AutoShape 21">
            <a:extLst>
              <a:ext uri="{FF2B5EF4-FFF2-40B4-BE49-F238E27FC236}">
                <a16:creationId xmlns:a16="http://schemas.microsoft.com/office/drawing/2014/main" id="{3FF04F46-25C7-41DC-9A5B-CFBCC6ED3B8A}"/>
              </a:ext>
            </a:extLst>
          </p:cNvPr>
          <p:cNvSpPr>
            <a:spLocks/>
          </p:cNvSpPr>
          <p:nvPr/>
        </p:nvSpPr>
        <p:spPr bwMode="auto">
          <a:xfrm>
            <a:off x="6108700" y="4800600"/>
            <a:ext cx="609600" cy="1143000"/>
          </a:xfrm>
          <a:prstGeom prst="rightBrace">
            <a:avLst>
              <a:gd name="adj1" fmla="val 15625"/>
              <a:gd name="adj2" fmla="val 50000"/>
            </a:avLst>
          </a:prstGeom>
          <a:gradFill rotWithShape="0">
            <a:gsLst>
              <a:gs pos="0">
                <a:schemeClr val="bg1"/>
              </a:gs>
              <a:gs pos="100000">
                <a:schemeClr val="folHlink"/>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4289" name="Text Box 24">
            <a:extLst>
              <a:ext uri="{FF2B5EF4-FFF2-40B4-BE49-F238E27FC236}">
                <a16:creationId xmlns:a16="http://schemas.microsoft.com/office/drawing/2014/main" id="{EECCB029-AF18-49F2-902A-18657D38472C}"/>
              </a:ext>
            </a:extLst>
          </p:cNvPr>
          <p:cNvSpPr txBox="1">
            <a:spLocks noChangeArrowheads="1"/>
          </p:cNvSpPr>
          <p:nvPr/>
        </p:nvSpPr>
        <p:spPr bwMode="auto">
          <a:xfrm>
            <a:off x="8086726" y="4154488"/>
            <a:ext cx="6889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2400">
                <a:solidFill>
                  <a:schemeClr val="tx1"/>
                </a:solidFill>
                <a:latin typeface="Comic Sans MS" panose="030F0702030302020204" pitchFamily="66" charset="0"/>
              </a:rPr>
              <a:t>line</a:t>
            </a:r>
          </a:p>
        </p:txBody>
      </p:sp>
      <p:sp>
        <p:nvSpPr>
          <p:cNvPr id="54290" name="Line 25">
            <a:extLst>
              <a:ext uri="{FF2B5EF4-FFF2-40B4-BE49-F238E27FC236}">
                <a16:creationId xmlns:a16="http://schemas.microsoft.com/office/drawing/2014/main" id="{BEBB870D-4948-4D06-8DC6-9957DCFBAED8}"/>
              </a:ext>
            </a:extLst>
          </p:cNvPr>
          <p:cNvSpPr>
            <a:spLocks noChangeShapeType="1"/>
          </p:cNvSpPr>
          <p:nvPr/>
        </p:nvSpPr>
        <p:spPr bwMode="auto">
          <a:xfrm flipH="1">
            <a:off x="6578600" y="4419600"/>
            <a:ext cx="137160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91" name="Rectangle 33">
            <a:extLst>
              <a:ext uri="{FF2B5EF4-FFF2-40B4-BE49-F238E27FC236}">
                <a16:creationId xmlns:a16="http://schemas.microsoft.com/office/drawing/2014/main" id="{1517EA78-D1C5-4E0F-9819-5783D3D834D6}"/>
              </a:ext>
            </a:extLst>
          </p:cNvPr>
          <p:cNvSpPr>
            <a:spLocks noChangeArrowheads="1"/>
          </p:cNvSpPr>
          <p:nvPr/>
        </p:nvSpPr>
        <p:spPr bwMode="auto">
          <a:xfrm>
            <a:off x="2298700" y="1016000"/>
            <a:ext cx="3200400" cy="698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4292" name="Rectangle 34">
            <a:extLst>
              <a:ext uri="{FF2B5EF4-FFF2-40B4-BE49-F238E27FC236}">
                <a16:creationId xmlns:a16="http://schemas.microsoft.com/office/drawing/2014/main" id="{3CFB0762-02FB-4D9C-82EC-429DB5B27D91}"/>
              </a:ext>
            </a:extLst>
          </p:cNvPr>
          <p:cNvSpPr>
            <a:spLocks noChangeArrowheads="1"/>
          </p:cNvSpPr>
          <p:nvPr/>
        </p:nvSpPr>
        <p:spPr bwMode="auto">
          <a:xfrm>
            <a:off x="2298700" y="2755900"/>
            <a:ext cx="3200400" cy="698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4293" name="Rectangle 35">
            <a:extLst>
              <a:ext uri="{FF2B5EF4-FFF2-40B4-BE49-F238E27FC236}">
                <a16:creationId xmlns:a16="http://schemas.microsoft.com/office/drawing/2014/main" id="{58BDF9C4-5665-4F4A-8C9A-4E581394E116}"/>
              </a:ext>
            </a:extLst>
          </p:cNvPr>
          <p:cNvSpPr>
            <a:spLocks noChangeArrowheads="1"/>
          </p:cNvSpPr>
          <p:nvPr/>
        </p:nvSpPr>
        <p:spPr bwMode="auto">
          <a:xfrm>
            <a:off x="2298700" y="4470400"/>
            <a:ext cx="3200400" cy="190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4295" name="Rectangle 38">
            <a:extLst>
              <a:ext uri="{FF2B5EF4-FFF2-40B4-BE49-F238E27FC236}">
                <a16:creationId xmlns:a16="http://schemas.microsoft.com/office/drawing/2014/main" id="{91051F00-6D44-4616-868E-9D34995FE544}"/>
              </a:ext>
            </a:extLst>
          </p:cNvPr>
          <p:cNvSpPr>
            <a:spLocks noChangeArrowheads="1"/>
          </p:cNvSpPr>
          <p:nvPr/>
        </p:nvSpPr>
        <p:spPr bwMode="auto">
          <a:xfrm>
            <a:off x="2298700" y="5689600"/>
            <a:ext cx="3200400" cy="190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4296" name="Text Box 9">
            <a:extLst>
              <a:ext uri="{FF2B5EF4-FFF2-40B4-BE49-F238E27FC236}">
                <a16:creationId xmlns:a16="http://schemas.microsoft.com/office/drawing/2014/main" id="{94C324A6-4DA1-4085-B997-E652258EC70A}"/>
              </a:ext>
            </a:extLst>
          </p:cNvPr>
          <p:cNvSpPr txBox="1">
            <a:spLocks noChangeArrowheads="1"/>
          </p:cNvSpPr>
          <p:nvPr/>
        </p:nvSpPr>
        <p:spPr bwMode="auto">
          <a:xfrm>
            <a:off x="2168525" y="1001713"/>
            <a:ext cx="10937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2000">
                <a:solidFill>
                  <a:schemeClr val="tx1"/>
                </a:solidFill>
                <a:latin typeface="Comic Sans MS" panose="030F0702030302020204" pitchFamily="66" charset="0"/>
              </a:rPr>
              <a:t>Inflows</a:t>
            </a:r>
          </a:p>
        </p:txBody>
      </p:sp>
      <p:sp>
        <p:nvSpPr>
          <p:cNvPr id="54297" name="Text Box 10">
            <a:extLst>
              <a:ext uri="{FF2B5EF4-FFF2-40B4-BE49-F238E27FC236}">
                <a16:creationId xmlns:a16="http://schemas.microsoft.com/office/drawing/2014/main" id="{BE0A3577-38AB-4504-BA38-CC449B00AD00}"/>
              </a:ext>
            </a:extLst>
          </p:cNvPr>
          <p:cNvSpPr txBox="1">
            <a:spLocks noChangeArrowheads="1"/>
          </p:cNvSpPr>
          <p:nvPr/>
        </p:nvSpPr>
        <p:spPr bwMode="auto">
          <a:xfrm>
            <a:off x="2184400" y="2743200"/>
            <a:ext cx="127793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2000">
                <a:solidFill>
                  <a:schemeClr val="tx1"/>
                </a:solidFill>
                <a:latin typeface="Comic Sans MS" panose="030F0702030302020204" pitchFamily="66" charset="0"/>
              </a:rPr>
              <a:t>Outflows</a:t>
            </a:r>
          </a:p>
        </p:txBody>
      </p:sp>
      <p:sp>
        <p:nvSpPr>
          <p:cNvPr id="54299" name="Text Box 14">
            <a:extLst>
              <a:ext uri="{FF2B5EF4-FFF2-40B4-BE49-F238E27FC236}">
                <a16:creationId xmlns:a16="http://schemas.microsoft.com/office/drawing/2014/main" id="{16FB2698-B04E-4F4B-8FA8-8938EE00B588}"/>
              </a:ext>
            </a:extLst>
          </p:cNvPr>
          <p:cNvSpPr txBox="1">
            <a:spLocks noChangeArrowheads="1"/>
          </p:cNvSpPr>
          <p:nvPr/>
        </p:nvSpPr>
        <p:spPr bwMode="auto">
          <a:xfrm>
            <a:off x="2184401" y="4343400"/>
            <a:ext cx="314166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2000">
                <a:solidFill>
                  <a:schemeClr val="tx1"/>
                </a:solidFill>
                <a:latin typeface="Comic Sans MS" panose="030F0702030302020204" pitchFamily="66" charset="0"/>
              </a:rPr>
              <a:t>Contribution of the unit</a:t>
            </a:r>
          </a:p>
        </p:txBody>
      </p:sp>
      <p:sp>
        <p:nvSpPr>
          <p:cNvPr id="54300" name="Text Box 17">
            <a:extLst>
              <a:ext uri="{FF2B5EF4-FFF2-40B4-BE49-F238E27FC236}">
                <a16:creationId xmlns:a16="http://schemas.microsoft.com/office/drawing/2014/main" id="{E828FAAD-5DA0-4911-A870-7349A261A654}"/>
              </a:ext>
            </a:extLst>
          </p:cNvPr>
          <p:cNvSpPr txBox="1">
            <a:spLocks noChangeArrowheads="1"/>
          </p:cNvSpPr>
          <p:nvPr/>
        </p:nvSpPr>
        <p:spPr bwMode="auto">
          <a:xfrm>
            <a:off x="2159000" y="5562600"/>
            <a:ext cx="25273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2000">
                <a:solidFill>
                  <a:schemeClr val="tx1"/>
                </a:solidFill>
                <a:latin typeface="Comic Sans MS" panose="030F0702030302020204" pitchFamily="66" charset="0"/>
              </a:rPr>
              <a:t>Contribution to SH</a:t>
            </a:r>
          </a:p>
        </p:txBody>
      </p:sp>
      <p:sp>
        <p:nvSpPr>
          <p:cNvPr id="185383" name="Text Box 39">
            <a:extLst>
              <a:ext uri="{FF2B5EF4-FFF2-40B4-BE49-F238E27FC236}">
                <a16:creationId xmlns:a16="http://schemas.microsoft.com/office/drawing/2014/main" id="{1AF875B2-DB10-4010-9820-1680338E4631}"/>
              </a:ext>
            </a:extLst>
          </p:cNvPr>
          <p:cNvSpPr txBox="1">
            <a:spLocks noChangeArrowheads="1"/>
          </p:cNvSpPr>
          <p:nvPr/>
        </p:nvSpPr>
        <p:spPr bwMode="auto">
          <a:xfrm>
            <a:off x="7924800" y="1281113"/>
            <a:ext cx="2190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a:solidFill>
                  <a:schemeClr val="tx1"/>
                </a:solidFill>
                <a:latin typeface="Comic Sans MS" panose="030F0702030302020204" pitchFamily="66" charset="0"/>
              </a:rPr>
              <a:t>“REASONABLY</a:t>
            </a:r>
          </a:p>
          <a:p>
            <a:pPr algn="ctr">
              <a:lnSpc>
                <a:spcPct val="100000"/>
              </a:lnSpc>
              <a:spcAft>
                <a:spcPct val="0"/>
              </a:spcAft>
              <a:buClrTx/>
              <a:buSzTx/>
              <a:buFontTx/>
              <a:buNone/>
            </a:pPr>
            <a:r>
              <a:rPr lang="en-US" altLang="en-US" sz="1800">
                <a:solidFill>
                  <a:schemeClr val="tx1"/>
                </a:solidFill>
                <a:latin typeface="Comic Sans MS" panose="030F0702030302020204" pitchFamily="66" charset="0"/>
              </a:rPr>
              <a:t>CONTROLLABLE”</a:t>
            </a:r>
            <a:endParaRPr lang="en-US" altLang="en-US" sz="1800">
              <a:solidFill>
                <a:srgbClr val="009900"/>
              </a:solidFill>
              <a:latin typeface="Comic Sans MS" panose="030F0702030302020204" pitchFamily="66" charset="0"/>
            </a:endParaRPr>
          </a:p>
        </p:txBody>
      </p:sp>
      <p:sp>
        <p:nvSpPr>
          <p:cNvPr id="185384" name="Text Box 40">
            <a:extLst>
              <a:ext uri="{FF2B5EF4-FFF2-40B4-BE49-F238E27FC236}">
                <a16:creationId xmlns:a16="http://schemas.microsoft.com/office/drawing/2014/main" id="{4965D89F-79C3-46E9-8D9F-E4B78E7D3480}"/>
              </a:ext>
            </a:extLst>
          </p:cNvPr>
          <p:cNvSpPr txBox="1">
            <a:spLocks noChangeArrowheads="1"/>
          </p:cNvSpPr>
          <p:nvPr/>
        </p:nvSpPr>
        <p:spPr bwMode="auto">
          <a:xfrm>
            <a:off x="7927975" y="5764213"/>
            <a:ext cx="2495550"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a:solidFill>
                  <a:schemeClr val="tx1"/>
                </a:solidFill>
                <a:latin typeface="Comic Sans MS" panose="030F0702030302020204" pitchFamily="66" charset="0"/>
              </a:rPr>
              <a:t>“NOT REASONABLY</a:t>
            </a:r>
          </a:p>
          <a:p>
            <a:pPr algn="ctr">
              <a:lnSpc>
                <a:spcPct val="100000"/>
              </a:lnSpc>
              <a:spcAft>
                <a:spcPct val="0"/>
              </a:spcAft>
              <a:buClrTx/>
              <a:buSzTx/>
              <a:buFontTx/>
              <a:buNone/>
            </a:pPr>
            <a:r>
              <a:rPr lang="en-US" altLang="en-US" sz="1800">
                <a:solidFill>
                  <a:schemeClr val="tx1"/>
                </a:solidFill>
                <a:latin typeface="Comic Sans MS" panose="030F0702030302020204" pitchFamily="66" charset="0"/>
              </a:rPr>
              <a:t>CONTROLLABLE”</a:t>
            </a:r>
            <a:endParaRPr lang="en-US" altLang="en-US" sz="1800">
              <a:solidFill>
                <a:srgbClr val="009900"/>
              </a:solidFill>
              <a:latin typeface="Comic Sans MS" panose="030F0702030302020204" pitchFamily="66" charset="0"/>
            </a:endParaRPr>
          </a:p>
        </p:txBody>
      </p:sp>
      <p:sp>
        <p:nvSpPr>
          <p:cNvPr id="185385" name="Text Box 41">
            <a:extLst>
              <a:ext uri="{FF2B5EF4-FFF2-40B4-BE49-F238E27FC236}">
                <a16:creationId xmlns:a16="http://schemas.microsoft.com/office/drawing/2014/main" id="{E5816C8F-C29D-4F92-846D-24E776823FFB}"/>
              </a:ext>
            </a:extLst>
          </p:cNvPr>
          <p:cNvSpPr txBox="1">
            <a:spLocks noChangeArrowheads="1"/>
          </p:cNvSpPr>
          <p:nvPr/>
        </p:nvSpPr>
        <p:spPr bwMode="auto">
          <a:xfrm>
            <a:off x="6548439" y="2601913"/>
            <a:ext cx="2009775"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a:solidFill>
                  <a:schemeClr val="tx1"/>
                </a:solidFill>
                <a:latin typeface="Comic Sans MS" panose="030F0702030302020204" pitchFamily="66" charset="0"/>
              </a:rPr>
              <a:t>DIRECTLY</a:t>
            </a:r>
          </a:p>
          <a:p>
            <a:pPr algn="ctr">
              <a:lnSpc>
                <a:spcPct val="100000"/>
              </a:lnSpc>
              <a:spcAft>
                <a:spcPct val="0"/>
              </a:spcAft>
              <a:buClrTx/>
              <a:buSzTx/>
              <a:buFontTx/>
              <a:buNone/>
            </a:pPr>
            <a:r>
              <a:rPr lang="en-US" altLang="en-US" sz="1800">
                <a:solidFill>
                  <a:schemeClr val="tx1"/>
                </a:solidFill>
                <a:latin typeface="Comic Sans MS" panose="030F0702030302020204" pitchFamily="66" charset="0"/>
              </a:rPr>
              <a:t>ATTRIBUTABLE</a:t>
            </a:r>
            <a:endParaRPr lang="en-US" altLang="en-US" sz="1800">
              <a:solidFill>
                <a:srgbClr val="009900"/>
              </a:solidFill>
              <a:latin typeface="Comic Sans MS" panose="030F0702030302020204" pitchFamily="66" charset="0"/>
            </a:endParaRPr>
          </a:p>
        </p:txBody>
      </p:sp>
      <p:sp>
        <p:nvSpPr>
          <p:cNvPr id="185386" name="Text Box 42">
            <a:extLst>
              <a:ext uri="{FF2B5EF4-FFF2-40B4-BE49-F238E27FC236}">
                <a16:creationId xmlns:a16="http://schemas.microsoft.com/office/drawing/2014/main" id="{40187AF1-11CB-4D63-A526-F78B70B925F0}"/>
              </a:ext>
            </a:extLst>
          </p:cNvPr>
          <p:cNvSpPr txBox="1">
            <a:spLocks noChangeArrowheads="1"/>
          </p:cNvSpPr>
          <p:nvPr/>
        </p:nvSpPr>
        <p:spPr bwMode="auto">
          <a:xfrm>
            <a:off x="6586539" y="5027613"/>
            <a:ext cx="2009775"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a:solidFill>
                  <a:schemeClr val="tx1"/>
                </a:solidFill>
                <a:latin typeface="Comic Sans MS" panose="030F0702030302020204" pitchFamily="66" charset="0"/>
              </a:rPr>
              <a:t>NOT DIRECTLY</a:t>
            </a:r>
          </a:p>
          <a:p>
            <a:pPr algn="ctr">
              <a:lnSpc>
                <a:spcPct val="100000"/>
              </a:lnSpc>
              <a:spcAft>
                <a:spcPct val="0"/>
              </a:spcAft>
              <a:buClrTx/>
              <a:buSzTx/>
              <a:buFontTx/>
              <a:buNone/>
            </a:pPr>
            <a:r>
              <a:rPr lang="en-US" altLang="en-US" sz="1800">
                <a:solidFill>
                  <a:schemeClr val="tx1"/>
                </a:solidFill>
                <a:latin typeface="Comic Sans MS" panose="030F0702030302020204" pitchFamily="66" charset="0"/>
              </a:rPr>
              <a:t>ATTRIBUTABLE</a:t>
            </a:r>
            <a:endParaRPr lang="en-US" altLang="en-US" sz="1800">
              <a:solidFill>
                <a:srgbClr val="009900"/>
              </a:solidFill>
              <a:latin typeface="Comic Sans MS" panose="030F0702030302020204" pitchFamily="66" charset="0"/>
            </a:endParaRPr>
          </a:p>
        </p:txBody>
      </p:sp>
      <p:sp>
        <p:nvSpPr>
          <p:cNvPr id="34" name="Text Box 12">
            <a:extLst>
              <a:ext uri="{FF2B5EF4-FFF2-40B4-BE49-F238E27FC236}">
                <a16:creationId xmlns:a16="http://schemas.microsoft.com/office/drawing/2014/main" id="{529254D7-4299-41A6-AE4B-14D8F456C111}"/>
              </a:ext>
            </a:extLst>
          </p:cNvPr>
          <p:cNvSpPr txBox="1">
            <a:spLocks noChangeArrowheads="1"/>
          </p:cNvSpPr>
          <p:nvPr/>
        </p:nvSpPr>
        <p:spPr bwMode="auto">
          <a:xfrm>
            <a:off x="2184400" y="4800600"/>
            <a:ext cx="32095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2000" dirty="0">
                <a:solidFill>
                  <a:schemeClr val="tx1"/>
                </a:solidFill>
                <a:latin typeface="Comic Sans MS" panose="030F0702030302020204" pitchFamily="66" charset="0"/>
              </a:rPr>
              <a:t>Shared / taxed expenses</a:t>
            </a:r>
          </a:p>
        </p:txBody>
      </p:sp>
    </p:spTree>
    <p:extLst>
      <p:ext uri="{BB962C8B-B14F-4D97-AF65-F5344CB8AC3E}">
        <p14:creationId xmlns:p14="http://schemas.microsoft.com/office/powerpoint/2010/main" val="27514484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5383"/>
                                        </p:tgtEl>
                                        <p:attrNameLst>
                                          <p:attrName>style.visibility</p:attrName>
                                        </p:attrNameLst>
                                      </p:cBhvr>
                                      <p:to>
                                        <p:strVal val="visible"/>
                                      </p:to>
                                    </p:set>
                                  </p:childTnLst>
                                </p:cTn>
                              </p:par>
                            </p:childTnLst>
                          </p:cTn>
                        </p:par>
                      </p:childTnLst>
                    </p:cTn>
                  </p:par>
                  <p:par>
                    <p:cTn id="7" fill="hold">
                      <p:stCondLst>
                        <p:cond delay="indefinite"/>
                      </p:stCondLst>
                      <p:childTnLst>
                        <p:par>
                          <p:cTn id="8" fill="hold" nodeType="after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5384"/>
                                        </p:tgtEl>
                                        <p:attrNameLst>
                                          <p:attrName>style.visibility</p:attrName>
                                        </p:attrNameLst>
                                      </p:cBhvr>
                                      <p:to>
                                        <p:strVal val="visible"/>
                                      </p:to>
                                    </p:set>
                                  </p:childTnLst>
                                </p:cTn>
                              </p:par>
                            </p:childTnLst>
                          </p:cTn>
                        </p:par>
                      </p:childTnLst>
                    </p:cTn>
                  </p:par>
                  <p:par>
                    <p:cTn id="11" fill="hold">
                      <p:stCondLst>
                        <p:cond delay="indefinite"/>
                      </p:stCondLst>
                      <p:childTnLst>
                        <p:par>
                          <p:cTn id="12" fill="hold" nodeType="after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5385"/>
                                        </p:tgtEl>
                                        <p:attrNameLst>
                                          <p:attrName>style.visibility</p:attrName>
                                        </p:attrNameLst>
                                      </p:cBhvr>
                                      <p:to>
                                        <p:strVal val="visible"/>
                                      </p:to>
                                    </p:set>
                                  </p:childTnLst>
                                </p:cTn>
                              </p:par>
                            </p:childTnLst>
                          </p:cTn>
                        </p:par>
                      </p:childTnLst>
                    </p:cTn>
                  </p:par>
                  <p:par>
                    <p:cTn id="15" fill="hold">
                      <p:stCondLst>
                        <p:cond delay="indefinite"/>
                      </p:stCondLst>
                      <p:childTnLst>
                        <p:par>
                          <p:cTn id="16" fill="hold" nodeType="after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53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83" grpId="0" autoUpdateAnimBg="0"/>
      <p:bldP spid="185384" grpId="0" autoUpdateAnimBg="0"/>
      <p:bldP spid="185385" grpId="0" autoUpdateAnimBg="0"/>
      <p:bldP spid="18538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1">
            <a:extLst>
              <a:ext uri="{FF2B5EF4-FFF2-40B4-BE49-F238E27FC236}">
                <a16:creationId xmlns:a16="http://schemas.microsoft.com/office/drawing/2014/main" id="{474E9864-4820-4B85-A7B9-DCECAB59AFD4}"/>
              </a:ext>
            </a:extLst>
          </p:cNvPr>
          <p:cNvSpPr>
            <a:spLocks noChangeArrowheads="1"/>
          </p:cNvSpPr>
          <p:nvPr/>
        </p:nvSpPr>
        <p:spPr bwMode="auto">
          <a:xfrm>
            <a:off x="2209800" y="5562600"/>
            <a:ext cx="3733800" cy="457200"/>
          </a:xfrm>
          <a:prstGeom prst="rect">
            <a:avLst/>
          </a:prstGeom>
          <a:gradFill rotWithShape="0">
            <a:gsLst>
              <a:gs pos="0">
                <a:srgbClr val="FFFFFF"/>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5299" name="Rectangle 30">
            <a:extLst>
              <a:ext uri="{FF2B5EF4-FFF2-40B4-BE49-F238E27FC236}">
                <a16:creationId xmlns:a16="http://schemas.microsoft.com/office/drawing/2014/main" id="{9E46D62E-EA7F-4C0B-955B-31070217E903}"/>
              </a:ext>
            </a:extLst>
          </p:cNvPr>
          <p:cNvSpPr>
            <a:spLocks noChangeArrowheads="1"/>
          </p:cNvSpPr>
          <p:nvPr/>
        </p:nvSpPr>
        <p:spPr bwMode="auto">
          <a:xfrm>
            <a:off x="2209800" y="4800600"/>
            <a:ext cx="3721100" cy="762000"/>
          </a:xfrm>
          <a:prstGeom prst="rect">
            <a:avLst/>
          </a:prstGeom>
          <a:gradFill rotWithShape="0">
            <a:gsLst>
              <a:gs pos="0">
                <a:srgbClr val="FFFFFF"/>
              </a:gs>
              <a:gs pos="100000">
                <a:srgbClr val="7474F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5300" name="Rectangle 29">
            <a:extLst>
              <a:ext uri="{FF2B5EF4-FFF2-40B4-BE49-F238E27FC236}">
                <a16:creationId xmlns:a16="http://schemas.microsoft.com/office/drawing/2014/main" id="{C631CB53-D663-4396-B92D-F3341A15C89C}"/>
              </a:ext>
            </a:extLst>
          </p:cNvPr>
          <p:cNvSpPr>
            <a:spLocks noChangeArrowheads="1"/>
          </p:cNvSpPr>
          <p:nvPr/>
        </p:nvSpPr>
        <p:spPr bwMode="auto">
          <a:xfrm>
            <a:off x="2209800" y="4343400"/>
            <a:ext cx="3721100" cy="457200"/>
          </a:xfrm>
          <a:prstGeom prst="rect">
            <a:avLst/>
          </a:prstGeom>
          <a:gradFill rotWithShape="0">
            <a:gsLst>
              <a:gs pos="0">
                <a:srgbClr val="FFFFFF"/>
              </a:gs>
              <a:gs pos="100000">
                <a:srgbClr val="336699"/>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5301" name="Rectangle 28">
            <a:extLst>
              <a:ext uri="{FF2B5EF4-FFF2-40B4-BE49-F238E27FC236}">
                <a16:creationId xmlns:a16="http://schemas.microsoft.com/office/drawing/2014/main" id="{CD65CB36-2BA5-45E5-BF47-3018B55C583C}"/>
              </a:ext>
            </a:extLst>
          </p:cNvPr>
          <p:cNvSpPr>
            <a:spLocks noChangeArrowheads="1"/>
          </p:cNvSpPr>
          <p:nvPr/>
        </p:nvSpPr>
        <p:spPr bwMode="auto">
          <a:xfrm>
            <a:off x="2209800" y="2730500"/>
            <a:ext cx="3708400" cy="1612900"/>
          </a:xfrm>
          <a:prstGeom prst="rect">
            <a:avLst/>
          </a:prstGeom>
          <a:gradFill rotWithShape="0">
            <a:gsLst>
              <a:gs pos="0">
                <a:srgbClr val="FFFFFF"/>
              </a:gs>
              <a:gs pos="100000">
                <a:srgbClr val="7FADDB"/>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5302" name="Rectangle 27">
            <a:extLst>
              <a:ext uri="{FF2B5EF4-FFF2-40B4-BE49-F238E27FC236}">
                <a16:creationId xmlns:a16="http://schemas.microsoft.com/office/drawing/2014/main" id="{96C92EA1-8684-488F-AFB6-4F15F1F630EA}"/>
              </a:ext>
            </a:extLst>
          </p:cNvPr>
          <p:cNvSpPr>
            <a:spLocks noChangeArrowheads="1"/>
          </p:cNvSpPr>
          <p:nvPr/>
        </p:nvSpPr>
        <p:spPr bwMode="auto">
          <a:xfrm>
            <a:off x="2209800" y="977900"/>
            <a:ext cx="3721100" cy="1765300"/>
          </a:xfrm>
          <a:prstGeom prst="rect">
            <a:avLst/>
          </a:prstGeom>
          <a:gradFill rotWithShape="0">
            <a:gsLst>
              <a:gs pos="0">
                <a:srgbClr val="FFFFFF"/>
              </a:gs>
              <a:gs pos="100000">
                <a:srgbClr val="4B55B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5303" name="Rectangle 32">
            <a:extLst>
              <a:ext uri="{FF2B5EF4-FFF2-40B4-BE49-F238E27FC236}">
                <a16:creationId xmlns:a16="http://schemas.microsoft.com/office/drawing/2014/main" id="{66EEB706-7E5D-4EC2-95A0-6EE34D096D09}"/>
              </a:ext>
            </a:extLst>
          </p:cNvPr>
          <p:cNvSpPr>
            <a:spLocks noChangeArrowheads="1"/>
          </p:cNvSpPr>
          <p:nvPr/>
        </p:nvSpPr>
        <p:spPr bwMode="auto">
          <a:xfrm>
            <a:off x="2209800" y="990600"/>
            <a:ext cx="3200400" cy="50292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5304" name="Rectangle 8">
            <a:extLst>
              <a:ext uri="{FF2B5EF4-FFF2-40B4-BE49-F238E27FC236}">
                <a16:creationId xmlns:a16="http://schemas.microsoft.com/office/drawing/2014/main" id="{2493E898-AFEF-4D21-8107-27F4210AC29A}"/>
              </a:ext>
            </a:extLst>
          </p:cNvPr>
          <p:cNvSpPr>
            <a:spLocks noChangeArrowheads="1"/>
          </p:cNvSpPr>
          <p:nvPr/>
        </p:nvSpPr>
        <p:spPr bwMode="auto">
          <a:xfrm>
            <a:off x="2209800" y="990600"/>
            <a:ext cx="3733800" cy="5029200"/>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5305" name="Line 11">
            <a:extLst>
              <a:ext uri="{FF2B5EF4-FFF2-40B4-BE49-F238E27FC236}">
                <a16:creationId xmlns:a16="http://schemas.microsoft.com/office/drawing/2014/main" id="{22641CAA-F4DD-44D1-B61B-1F36412F0AF6}"/>
              </a:ext>
            </a:extLst>
          </p:cNvPr>
          <p:cNvSpPr>
            <a:spLocks noChangeShapeType="1"/>
          </p:cNvSpPr>
          <p:nvPr/>
        </p:nvSpPr>
        <p:spPr bwMode="auto">
          <a:xfrm>
            <a:off x="2209800" y="4343400"/>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06" name="Line 13">
            <a:extLst>
              <a:ext uri="{FF2B5EF4-FFF2-40B4-BE49-F238E27FC236}">
                <a16:creationId xmlns:a16="http://schemas.microsoft.com/office/drawing/2014/main" id="{7C802E6A-00A3-491B-A12D-2482EA1545A8}"/>
              </a:ext>
            </a:extLst>
          </p:cNvPr>
          <p:cNvSpPr>
            <a:spLocks noChangeShapeType="1"/>
          </p:cNvSpPr>
          <p:nvPr/>
        </p:nvSpPr>
        <p:spPr bwMode="auto">
          <a:xfrm>
            <a:off x="2209800" y="4800600"/>
            <a:ext cx="37338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07" name="Line 15">
            <a:extLst>
              <a:ext uri="{FF2B5EF4-FFF2-40B4-BE49-F238E27FC236}">
                <a16:creationId xmlns:a16="http://schemas.microsoft.com/office/drawing/2014/main" id="{124BC49D-70F4-4E73-B438-0AFE91DE44DF}"/>
              </a:ext>
            </a:extLst>
          </p:cNvPr>
          <p:cNvSpPr>
            <a:spLocks noChangeShapeType="1"/>
          </p:cNvSpPr>
          <p:nvPr/>
        </p:nvSpPr>
        <p:spPr bwMode="auto">
          <a:xfrm>
            <a:off x="2209800" y="2743200"/>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08" name="Line 16">
            <a:extLst>
              <a:ext uri="{FF2B5EF4-FFF2-40B4-BE49-F238E27FC236}">
                <a16:creationId xmlns:a16="http://schemas.microsoft.com/office/drawing/2014/main" id="{C909E5D4-0A02-4903-A4ED-C2F57735B715}"/>
              </a:ext>
            </a:extLst>
          </p:cNvPr>
          <p:cNvSpPr>
            <a:spLocks noChangeShapeType="1"/>
          </p:cNvSpPr>
          <p:nvPr/>
        </p:nvSpPr>
        <p:spPr bwMode="auto">
          <a:xfrm>
            <a:off x="2209800" y="5562600"/>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09" name="AutoShape 18">
            <a:hlinkClick r:id="" action="ppaction://hlinkshowjump?jump=previousslide" highlightClick="1"/>
            <a:extLst>
              <a:ext uri="{FF2B5EF4-FFF2-40B4-BE49-F238E27FC236}">
                <a16:creationId xmlns:a16="http://schemas.microsoft.com/office/drawing/2014/main" id="{95A7D752-4AF1-4EB8-A9ED-8445CC7BBB78}"/>
              </a:ext>
            </a:extLst>
          </p:cNvPr>
          <p:cNvSpPr>
            <a:spLocks noChangeArrowheads="1"/>
          </p:cNvSpPr>
          <p:nvPr/>
        </p:nvSpPr>
        <p:spPr bwMode="auto">
          <a:xfrm>
            <a:off x="5486400" y="4419600"/>
            <a:ext cx="381000" cy="304800"/>
          </a:xfrm>
          <a:prstGeom prst="actionButtonBackPreviou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5310" name="AutoShape 19">
            <a:hlinkClick r:id="" action="ppaction://hlinkshowjump?jump=previousslide" highlightClick="1"/>
            <a:extLst>
              <a:ext uri="{FF2B5EF4-FFF2-40B4-BE49-F238E27FC236}">
                <a16:creationId xmlns:a16="http://schemas.microsoft.com/office/drawing/2014/main" id="{87A38059-FDCC-4597-A43E-D3D17E21BE47}"/>
              </a:ext>
            </a:extLst>
          </p:cNvPr>
          <p:cNvSpPr>
            <a:spLocks noChangeArrowheads="1"/>
          </p:cNvSpPr>
          <p:nvPr/>
        </p:nvSpPr>
        <p:spPr bwMode="auto">
          <a:xfrm>
            <a:off x="5486400" y="5638800"/>
            <a:ext cx="381000" cy="304800"/>
          </a:xfrm>
          <a:prstGeom prst="actionButtonBackPreviou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5311" name="Text Box 24">
            <a:extLst>
              <a:ext uri="{FF2B5EF4-FFF2-40B4-BE49-F238E27FC236}">
                <a16:creationId xmlns:a16="http://schemas.microsoft.com/office/drawing/2014/main" id="{66973909-D020-4ECB-AB57-220A8AB59FAC}"/>
              </a:ext>
            </a:extLst>
          </p:cNvPr>
          <p:cNvSpPr txBox="1">
            <a:spLocks noChangeArrowheads="1"/>
          </p:cNvSpPr>
          <p:nvPr/>
        </p:nvSpPr>
        <p:spPr bwMode="auto">
          <a:xfrm>
            <a:off x="6856414" y="1484314"/>
            <a:ext cx="3197225" cy="477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eaLnBrk="1" hangingPunct="1">
              <a:lnSpc>
                <a:spcPct val="100000"/>
              </a:lnSpc>
              <a:spcAft>
                <a:spcPct val="0"/>
              </a:spcAft>
              <a:buClrTx/>
              <a:buSzTx/>
              <a:buFontTx/>
              <a:buNone/>
            </a:pPr>
            <a:r>
              <a:rPr lang="en-US" altLang="en-US" sz="3600">
                <a:solidFill>
                  <a:schemeClr val="tx1"/>
                </a:solidFill>
                <a:latin typeface="Comic Sans MS" panose="030F0702030302020204" pitchFamily="66" charset="0"/>
              </a:rPr>
              <a:t>One page of plan or actual </a:t>
            </a:r>
          </a:p>
          <a:p>
            <a:pPr algn="ctr" eaLnBrk="1" hangingPunct="1">
              <a:lnSpc>
                <a:spcPct val="100000"/>
              </a:lnSpc>
              <a:spcAft>
                <a:spcPct val="0"/>
              </a:spcAft>
              <a:buClrTx/>
              <a:buSzTx/>
              <a:buFontTx/>
              <a:buNone/>
            </a:pPr>
            <a:r>
              <a:rPr lang="en-US" altLang="en-US" sz="3600">
                <a:solidFill>
                  <a:schemeClr val="tx1"/>
                </a:solidFill>
                <a:latin typeface="Comic Sans MS" panose="030F0702030302020204" pitchFamily="66" charset="0"/>
              </a:rPr>
              <a:t>=</a:t>
            </a:r>
          </a:p>
          <a:p>
            <a:pPr algn="ctr" eaLnBrk="1" hangingPunct="1">
              <a:lnSpc>
                <a:spcPct val="100000"/>
              </a:lnSpc>
              <a:spcAft>
                <a:spcPct val="0"/>
              </a:spcAft>
              <a:buClrTx/>
              <a:buSzTx/>
              <a:buFontTx/>
              <a:buNone/>
            </a:pPr>
            <a:r>
              <a:rPr lang="en-US" altLang="en-US" sz="3600">
                <a:solidFill>
                  <a:schemeClr val="tx1"/>
                </a:solidFill>
                <a:latin typeface="Comic Sans MS" panose="030F0702030302020204" pitchFamily="66" charset="0"/>
              </a:rPr>
              <a:t>One organizational unit</a:t>
            </a:r>
          </a:p>
          <a:p>
            <a:pPr algn="ctr" eaLnBrk="1" hangingPunct="1">
              <a:lnSpc>
                <a:spcPct val="100000"/>
              </a:lnSpc>
              <a:spcAft>
                <a:spcPct val="0"/>
              </a:spcAft>
              <a:buClrTx/>
              <a:buSzTx/>
              <a:buFontTx/>
              <a:buNone/>
            </a:pPr>
            <a:r>
              <a:rPr lang="en-US" altLang="en-US" sz="8800">
                <a:solidFill>
                  <a:srgbClr val="FF0000"/>
                </a:solidFill>
                <a:latin typeface="Comic Sans MS" panose="030F0702030302020204" pitchFamily="66" charset="0"/>
              </a:rPr>
              <a:t>!!!</a:t>
            </a:r>
          </a:p>
        </p:txBody>
      </p:sp>
      <p:sp>
        <p:nvSpPr>
          <p:cNvPr id="55312" name="Rectangle 33">
            <a:extLst>
              <a:ext uri="{FF2B5EF4-FFF2-40B4-BE49-F238E27FC236}">
                <a16:creationId xmlns:a16="http://schemas.microsoft.com/office/drawing/2014/main" id="{C8EF693E-DD2F-4FDA-994F-4C7A87E8281C}"/>
              </a:ext>
            </a:extLst>
          </p:cNvPr>
          <p:cNvSpPr>
            <a:spLocks noChangeArrowheads="1"/>
          </p:cNvSpPr>
          <p:nvPr/>
        </p:nvSpPr>
        <p:spPr bwMode="auto">
          <a:xfrm>
            <a:off x="2298700" y="1016000"/>
            <a:ext cx="3200400" cy="698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5313" name="Rectangle 34">
            <a:extLst>
              <a:ext uri="{FF2B5EF4-FFF2-40B4-BE49-F238E27FC236}">
                <a16:creationId xmlns:a16="http://schemas.microsoft.com/office/drawing/2014/main" id="{F54D537B-4590-4668-992C-33CBFB3F6810}"/>
              </a:ext>
            </a:extLst>
          </p:cNvPr>
          <p:cNvSpPr>
            <a:spLocks noChangeArrowheads="1"/>
          </p:cNvSpPr>
          <p:nvPr/>
        </p:nvSpPr>
        <p:spPr bwMode="auto">
          <a:xfrm>
            <a:off x="2298700" y="2755900"/>
            <a:ext cx="3200400" cy="698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5314" name="Rectangle 35">
            <a:extLst>
              <a:ext uri="{FF2B5EF4-FFF2-40B4-BE49-F238E27FC236}">
                <a16:creationId xmlns:a16="http://schemas.microsoft.com/office/drawing/2014/main" id="{3F20595E-0249-4368-A559-D5A1064C3083}"/>
              </a:ext>
            </a:extLst>
          </p:cNvPr>
          <p:cNvSpPr>
            <a:spLocks noChangeArrowheads="1"/>
          </p:cNvSpPr>
          <p:nvPr/>
        </p:nvSpPr>
        <p:spPr bwMode="auto">
          <a:xfrm>
            <a:off x="2298700" y="4470400"/>
            <a:ext cx="3200400" cy="190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5315" name="Rectangle 36">
            <a:extLst>
              <a:ext uri="{FF2B5EF4-FFF2-40B4-BE49-F238E27FC236}">
                <a16:creationId xmlns:a16="http://schemas.microsoft.com/office/drawing/2014/main" id="{47D44466-367C-4619-965D-E4B9597BEB81}"/>
              </a:ext>
            </a:extLst>
          </p:cNvPr>
          <p:cNvSpPr>
            <a:spLocks noChangeArrowheads="1"/>
          </p:cNvSpPr>
          <p:nvPr/>
        </p:nvSpPr>
        <p:spPr bwMode="auto">
          <a:xfrm>
            <a:off x="2298700" y="4826000"/>
            <a:ext cx="3200400" cy="2540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5316" name="Rectangle 38">
            <a:extLst>
              <a:ext uri="{FF2B5EF4-FFF2-40B4-BE49-F238E27FC236}">
                <a16:creationId xmlns:a16="http://schemas.microsoft.com/office/drawing/2014/main" id="{07234F03-067D-42E3-BA09-CBB0E7575FE5}"/>
              </a:ext>
            </a:extLst>
          </p:cNvPr>
          <p:cNvSpPr>
            <a:spLocks noChangeArrowheads="1"/>
          </p:cNvSpPr>
          <p:nvPr/>
        </p:nvSpPr>
        <p:spPr bwMode="auto">
          <a:xfrm>
            <a:off x="2298700" y="5689600"/>
            <a:ext cx="3200400" cy="190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endParaRPr lang="en-GB" altLang="en-US" sz="12000">
              <a:solidFill>
                <a:schemeClr val="tx1"/>
              </a:solidFill>
              <a:latin typeface="Comic Sans MS" panose="030F0702030302020204" pitchFamily="66" charset="0"/>
            </a:endParaRPr>
          </a:p>
        </p:txBody>
      </p:sp>
      <p:sp>
        <p:nvSpPr>
          <p:cNvPr id="55317" name="Text Box 9">
            <a:extLst>
              <a:ext uri="{FF2B5EF4-FFF2-40B4-BE49-F238E27FC236}">
                <a16:creationId xmlns:a16="http://schemas.microsoft.com/office/drawing/2014/main" id="{335CE13A-ED7F-41D2-BFC2-BE9610C68E44}"/>
              </a:ext>
            </a:extLst>
          </p:cNvPr>
          <p:cNvSpPr txBox="1">
            <a:spLocks noChangeArrowheads="1"/>
          </p:cNvSpPr>
          <p:nvPr/>
        </p:nvSpPr>
        <p:spPr bwMode="auto">
          <a:xfrm>
            <a:off x="2168525" y="1001713"/>
            <a:ext cx="10937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2000">
                <a:solidFill>
                  <a:schemeClr val="tx1"/>
                </a:solidFill>
                <a:latin typeface="Comic Sans MS" panose="030F0702030302020204" pitchFamily="66" charset="0"/>
              </a:rPr>
              <a:t>Inflows</a:t>
            </a:r>
          </a:p>
        </p:txBody>
      </p:sp>
      <p:sp>
        <p:nvSpPr>
          <p:cNvPr id="55318" name="Text Box 10">
            <a:extLst>
              <a:ext uri="{FF2B5EF4-FFF2-40B4-BE49-F238E27FC236}">
                <a16:creationId xmlns:a16="http://schemas.microsoft.com/office/drawing/2014/main" id="{6E12619C-7829-4BD3-92F1-BF28A4EBC582}"/>
              </a:ext>
            </a:extLst>
          </p:cNvPr>
          <p:cNvSpPr txBox="1">
            <a:spLocks noChangeArrowheads="1"/>
          </p:cNvSpPr>
          <p:nvPr/>
        </p:nvSpPr>
        <p:spPr bwMode="auto">
          <a:xfrm>
            <a:off x="2184400" y="2743200"/>
            <a:ext cx="127793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2000">
                <a:solidFill>
                  <a:schemeClr val="tx1"/>
                </a:solidFill>
                <a:latin typeface="Comic Sans MS" panose="030F0702030302020204" pitchFamily="66" charset="0"/>
              </a:rPr>
              <a:t>Outflows</a:t>
            </a:r>
          </a:p>
        </p:txBody>
      </p:sp>
      <p:sp>
        <p:nvSpPr>
          <p:cNvPr id="55319" name="Text Box 12">
            <a:extLst>
              <a:ext uri="{FF2B5EF4-FFF2-40B4-BE49-F238E27FC236}">
                <a16:creationId xmlns:a16="http://schemas.microsoft.com/office/drawing/2014/main" id="{2EEBA8F5-AE27-456E-87B4-F9A453820650}"/>
              </a:ext>
            </a:extLst>
          </p:cNvPr>
          <p:cNvSpPr txBox="1">
            <a:spLocks noChangeArrowheads="1"/>
          </p:cNvSpPr>
          <p:nvPr/>
        </p:nvSpPr>
        <p:spPr bwMode="auto">
          <a:xfrm>
            <a:off x="2184400" y="4800600"/>
            <a:ext cx="32095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2000" dirty="0">
                <a:solidFill>
                  <a:schemeClr val="tx1"/>
                </a:solidFill>
                <a:latin typeface="Comic Sans MS" panose="030F0702030302020204" pitchFamily="66" charset="0"/>
              </a:rPr>
              <a:t>Shared / taxed expenses</a:t>
            </a:r>
          </a:p>
        </p:txBody>
      </p:sp>
      <p:sp>
        <p:nvSpPr>
          <p:cNvPr id="55320" name="Text Box 14">
            <a:extLst>
              <a:ext uri="{FF2B5EF4-FFF2-40B4-BE49-F238E27FC236}">
                <a16:creationId xmlns:a16="http://schemas.microsoft.com/office/drawing/2014/main" id="{244DA722-292C-4C93-B850-5335343564BE}"/>
              </a:ext>
            </a:extLst>
          </p:cNvPr>
          <p:cNvSpPr txBox="1">
            <a:spLocks noChangeArrowheads="1"/>
          </p:cNvSpPr>
          <p:nvPr/>
        </p:nvSpPr>
        <p:spPr bwMode="auto">
          <a:xfrm>
            <a:off x="2184401" y="4343400"/>
            <a:ext cx="314166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2000">
                <a:solidFill>
                  <a:schemeClr val="tx1"/>
                </a:solidFill>
                <a:latin typeface="Comic Sans MS" panose="030F0702030302020204" pitchFamily="66" charset="0"/>
              </a:rPr>
              <a:t>Contribution of the unit</a:t>
            </a:r>
          </a:p>
        </p:txBody>
      </p:sp>
      <p:sp>
        <p:nvSpPr>
          <p:cNvPr id="55321" name="Text Box 17">
            <a:extLst>
              <a:ext uri="{FF2B5EF4-FFF2-40B4-BE49-F238E27FC236}">
                <a16:creationId xmlns:a16="http://schemas.microsoft.com/office/drawing/2014/main" id="{D63F6778-B17B-4FF7-9DFE-5B176910EB98}"/>
              </a:ext>
            </a:extLst>
          </p:cNvPr>
          <p:cNvSpPr txBox="1">
            <a:spLocks noChangeArrowheads="1"/>
          </p:cNvSpPr>
          <p:nvPr/>
        </p:nvSpPr>
        <p:spPr bwMode="auto">
          <a:xfrm>
            <a:off x="2159000" y="5562600"/>
            <a:ext cx="25273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lnSpc>
                <a:spcPct val="100000"/>
              </a:lnSpc>
              <a:spcAft>
                <a:spcPct val="0"/>
              </a:spcAft>
              <a:buClrTx/>
              <a:buSzTx/>
              <a:buFontTx/>
              <a:buNone/>
            </a:pPr>
            <a:r>
              <a:rPr lang="en-US" altLang="en-US" sz="2000">
                <a:solidFill>
                  <a:schemeClr val="tx1"/>
                </a:solidFill>
                <a:latin typeface="Comic Sans MS" panose="030F0702030302020204" pitchFamily="66" charset="0"/>
              </a:rPr>
              <a:t>Contribution to SH</a:t>
            </a:r>
          </a:p>
        </p:txBody>
      </p:sp>
    </p:spTree>
    <p:extLst>
      <p:ext uri="{BB962C8B-B14F-4D97-AF65-F5344CB8AC3E}">
        <p14:creationId xmlns:p14="http://schemas.microsoft.com/office/powerpoint/2010/main" val="16403100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6132FC95-53C8-4F4A-9257-7C7EB223A2B5}"/>
              </a:ext>
            </a:extLst>
          </p:cNvPr>
          <p:cNvSpPr>
            <a:spLocks noGrp="1" noChangeArrowheads="1"/>
          </p:cNvSpPr>
          <p:nvPr>
            <p:ph type="title"/>
          </p:nvPr>
        </p:nvSpPr>
        <p:spPr>
          <a:xfrm>
            <a:off x="2362200" y="228600"/>
            <a:ext cx="7772400" cy="1143000"/>
          </a:xfrm>
        </p:spPr>
        <p:txBody>
          <a:bodyPr/>
          <a:lstStyle/>
          <a:p>
            <a:r>
              <a:rPr lang="en-US" altLang="en-US" b="1" dirty="0">
                <a:solidFill>
                  <a:srgbClr val="00B050"/>
                </a:solidFill>
              </a:rPr>
              <a:t>Computers</a:t>
            </a:r>
          </a:p>
        </p:txBody>
      </p:sp>
      <p:sp>
        <p:nvSpPr>
          <p:cNvPr id="56323" name="Rectangle 3">
            <a:extLst>
              <a:ext uri="{FF2B5EF4-FFF2-40B4-BE49-F238E27FC236}">
                <a16:creationId xmlns:a16="http://schemas.microsoft.com/office/drawing/2014/main" id="{3B39228A-21D4-4B25-9B2C-E865BCF50E35}"/>
              </a:ext>
            </a:extLst>
          </p:cNvPr>
          <p:cNvSpPr>
            <a:spLocks noChangeArrowheads="1"/>
          </p:cNvSpPr>
          <p:nvPr/>
        </p:nvSpPr>
        <p:spPr bwMode="auto">
          <a:xfrm>
            <a:off x="2362200" y="1066800"/>
            <a:ext cx="5257800" cy="5435600"/>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69636" name="Text Box 4">
            <a:extLst>
              <a:ext uri="{FF2B5EF4-FFF2-40B4-BE49-F238E27FC236}">
                <a16:creationId xmlns:a16="http://schemas.microsoft.com/office/drawing/2014/main" id="{7181D287-84E6-44E2-920C-F5BDDD112EB0}"/>
              </a:ext>
            </a:extLst>
          </p:cNvPr>
          <p:cNvSpPr txBox="1">
            <a:spLocks noChangeArrowheads="1"/>
          </p:cNvSpPr>
          <p:nvPr/>
        </p:nvSpPr>
        <p:spPr bwMode="auto">
          <a:xfrm>
            <a:off x="2362200" y="1066801"/>
            <a:ext cx="15536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dirty="0">
                <a:solidFill>
                  <a:srgbClr val="009900"/>
                </a:solidFill>
                <a:latin typeface="Times New Roman" panose="02020603050405020304" pitchFamily="18" charset="0"/>
              </a:rPr>
              <a:t>INFLOWS</a:t>
            </a:r>
            <a:endParaRPr lang="en-US" altLang="en-US" dirty="0">
              <a:solidFill>
                <a:srgbClr val="009900"/>
              </a:solidFill>
              <a:latin typeface="Times New Roman" panose="02020603050405020304" pitchFamily="18" charset="0"/>
            </a:endParaRPr>
          </a:p>
        </p:txBody>
      </p:sp>
      <p:sp>
        <p:nvSpPr>
          <p:cNvPr id="56325" name="Line 5">
            <a:extLst>
              <a:ext uri="{FF2B5EF4-FFF2-40B4-BE49-F238E27FC236}">
                <a16:creationId xmlns:a16="http://schemas.microsoft.com/office/drawing/2014/main" id="{32E2B074-EE62-4801-BFA6-644D96B1A7E5}"/>
              </a:ext>
            </a:extLst>
          </p:cNvPr>
          <p:cNvSpPr>
            <a:spLocks noChangeShapeType="1"/>
          </p:cNvSpPr>
          <p:nvPr/>
        </p:nvSpPr>
        <p:spPr bwMode="auto">
          <a:xfrm>
            <a:off x="2362200" y="2921000"/>
            <a:ext cx="5257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26" name="Line 6">
            <a:extLst>
              <a:ext uri="{FF2B5EF4-FFF2-40B4-BE49-F238E27FC236}">
                <a16:creationId xmlns:a16="http://schemas.microsoft.com/office/drawing/2014/main" id="{4975FA66-70D7-46EC-BA90-C2606DF27D20}"/>
              </a:ext>
            </a:extLst>
          </p:cNvPr>
          <p:cNvSpPr>
            <a:spLocks noChangeShapeType="1"/>
          </p:cNvSpPr>
          <p:nvPr/>
        </p:nvSpPr>
        <p:spPr bwMode="auto">
          <a:xfrm>
            <a:off x="2362200" y="4597400"/>
            <a:ext cx="5257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9" name="Text Box 7">
            <a:extLst>
              <a:ext uri="{FF2B5EF4-FFF2-40B4-BE49-F238E27FC236}">
                <a16:creationId xmlns:a16="http://schemas.microsoft.com/office/drawing/2014/main" id="{C3A43775-076F-4A19-8DF4-1FEFB8D4193C}"/>
              </a:ext>
            </a:extLst>
          </p:cNvPr>
          <p:cNvSpPr txBox="1">
            <a:spLocks noChangeArrowheads="1"/>
          </p:cNvSpPr>
          <p:nvPr/>
        </p:nvSpPr>
        <p:spPr bwMode="auto">
          <a:xfrm>
            <a:off x="2362201" y="2971801"/>
            <a:ext cx="18614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dirty="0">
                <a:solidFill>
                  <a:srgbClr val="FF0033"/>
                </a:solidFill>
                <a:latin typeface="Times New Roman" panose="02020603050405020304" pitchFamily="18" charset="0"/>
              </a:rPr>
              <a:t>OUTFLOWS</a:t>
            </a:r>
            <a:endParaRPr lang="en-US" altLang="en-US" dirty="0">
              <a:solidFill>
                <a:srgbClr val="FF0033"/>
              </a:solidFill>
              <a:latin typeface="Times New Roman" panose="02020603050405020304" pitchFamily="18" charset="0"/>
            </a:endParaRPr>
          </a:p>
        </p:txBody>
      </p:sp>
      <p:sp>
        <p:nvSpPr>
          <p:cNvPr id="56329" name="Line 9">
            <a:extLst>
              <a:ext uri="{FF2B5EF4-FFF2-40B4-BE49-F238E27FC236}">
                <a16:creationId xmlns:a16="http://schemas.microsoft.com/office/drawing/2014/main" id="{392B4773-105A-4072-930C-CB277469CD0A}"/>
              </a:ext>
            </a:extLst>
          </p:cNvPr>
          <p:cNvSpPr>
            <a:spLocks noChangeShapeType="1"/>
          </p:cNvSpPr>
          <p:nvPr/>
        </p:nvSpPr>
        <p:spPr bwMode="auto">
          <a:xfrm>
            <a:off x="2362200" y="5054600"/>
            <a:ext cx="5257800" cy="0"/>
          </a:xfrm>
          <a:prstGeom prst="line">
            <a:avLst/>
          </a:prstGeom>
          <a:noFill/>
          <a:ln w="762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30" name="Line 10">
            <a:extLst>
              <a:ext uri="{FF2B5EF4-FFF2-40B4-BE49-F238E27FC236}">
                <a16:creationId xmlns:a16="http://schemas.microsoft.com/office/drawing/2014/main" id="{1BC413E4-C2F8-42A1-ACEF-B5CF329466DD}"/>
              </a:ext>
            </a:extLst>
          </p:cNvPr>
          <p:cNvSpPr>
            <a:spLocks noChangeShapeType="1"/>
          </p:cNvSpPr>
          <p:nvPr/>
        </p:nvSpPr>
        <p:spPr bwMode="auto">
          <a:xfrm>
            <a:off x="2362200" y="6045200"/>
            <a:ext cx="5257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3" name="Text Box 11">
            <a:extLst>
              <a:ext uri="{FF2B5EF4-FFF2-40B4-BE49-F238E27FC236}">
                <a16:creationId xmlns:a16="http://schemas.microsoft.com/office/drawing/2014/main" id="{FBC94538-94D7-47B4-807A-868DD75CD3B8}"/>
              </a:ext>
            </a:extLst>
          </p:cNvPr>
          <p:cNvSpPr txBox="1">
            <a:spLocks noChangeArrowheads="1"/>
          </p:cNvSpPr>
          <p:nvPr/>
        </p:nvSpPr>
        <p:spPr bwMode="auto">
          <a:xfrm>
            <a:off x="2362200" y="4645025"/>
            <a:ext cx="40748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800">
                <a:solidFill>
                  <a:schemeClr val="tx1"/>
                </a:solidFill>
                <a:latin typeface="Times New Roman" panose="02020603050405020304" pitchFamily="18" charset="0"/>
              </a:rPr>
              <a:t>CONTRIBUTION TO NEXT LEVEL UP</a:t>
            </a:r>
          </a:p>
        </p:txBody>
      </p:sp>
      <p:sp>
        <p:nvSpPr>
          <p:cNvPr id="69645" name="Text Box 13">
            <a:extLst>
              <a:ext uri="{FF2B5EF4-FFF2-40B4-BE49-F238E27FC236}">
                <a16:creationId xmlns:a16="http://schemas.microsoft.com/office/drawing/2014/main" id="{B5E28ED1-1D4C-47F5-AEBA-64DB0962833A}"/>
              </a:ext>
            </a:extLst>
          </p:cNvPr>
          <p:cNvSpPr txBox="1">
            <a:spLocks noChangeArrowheads="1"/>
          </p:cNvSpPr>
          <p:nvPr/>
        </p:nvSpPr>
        <p:spPr bwMode="auto">
          <a:xfrm>
            <a:off x="3124201" y="1371600"/>
            <a:ext cx="184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rgbClr val="009900"/>
                </a:solidFill>
                <a:latin typeface="Times New Roman" panose="02020603050405020304" pitchFamily="18" charset="0"/>
              </a:rPr>
              <a:t>REVENUES</a:t>
            </a:r>
            <a:endParaRPr lang="en-US" altLang="en-US">
              <a:solidFill>
                <a:srgbClr val="009900"/>
              </a:solidFill>
              <a:latin typeface="Times New Roman" panose="02020603050405020304" pitchFamily="18" charset="0"/>
            </a:endParaRPr>
          </a:p>
        </p:txBody>
      </p:sp>
      <p:sp>
        <p:nvSpPr>
          <p:cNvPr id="69646" name="Text Box 14">
            <a:extLst>
              <a:ext uri="{FF2B5EF4-FFF2-40B4-BE49-F238E27FC236}">
                <a16:creationId xmlns:a16="http://schemas.microsoft.com/office/drawing/2014/main" id="{5A9620AB-C812-4081-A75A-40BF69D9EF84}"/>
              </a:ext>
            </a:extLst>
          </p:cNvPr>
          <p:cNvSpPr txBox="1">
            <a:spLocks noChangeArrowheads="1"/>
          </p:cNvSpPr>
          <p:nvPr/>
        </p:nvSpPr>
        <p:spPr bwMode="auto">
          <a:xfrm>
            <a:off x="3048001" y="3302001"/>
            <a:ext cx="16145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rgbClr val="FF0033"/>
                </a:solidFill>
                <a:latin typeface="Times New Roman" panose="02020603050405020304" pitchFamily="18" charset="0"/>
              </a:rPr>
              <a:t>COSTS OF</a:t>
            </a:r>
            <a:endParaRPr lang="en-US" altLang="en-US">
              <a:solidFill>
                <a:srgbClr val="FF0033"/>
              </a:solidFill>
              <a:latin typeface="Times New Roman" panose="02020603050405020304" pitchFamily="18" charset="0"/>
            </a:endParaRPr>
          </a:p>
        </p:txBody>
      </p:sp>
      <p:sp>
        <p:nvSpPr>
          <p:cNvPr id="69647" name="Text Box 15">
            <a:extLst>
              <a:ext uri="{FF2B5EF4-FFF2-40B4-BE49-F238E27FC236}">
                <a16:creationId xmlns:a16="http://schemas.microsoft.com/office/drawing/2014/main" id="{95BBBCC3-CBA4-43EF-A174-14231E78C00A}"/>
              </a:ext>
            </a:extLst>
          </p:cNvPr>
          <p:cNvSpPr txBox="1">
            <a:spLocks noChangeArrowheads="1"/>
          </p:cNvSpPr>
          <p:nvPr/>
        </p:nvSpPr>
        <p:spPr bwMode="auto">
          <a:xfrm>
            <a:off x="3048000" y="3683001"/>
            <a:ext cx="25731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r>
              <a:rPr lang="en-US" dirty="0">
                <a:solidFill>
                  <a:srgbClr val="FFFF00"/>
                </a:solidFill>
                <a:effectLst>
                  <a:outerShdw blurRad="38100" dist="38100" dir="2700000" algn="tl">
                    <a:srgbClr val="000000">
                      <a:alpha val="43137"/>
                    </a:srgbClr>
                  </a:outerShdw>
                </a:effectLst>
                <a:ea typeface="ＭＳ Ｐゴシック" charset="0"/>
                <a:cs typeface="ＭＳ Ｐゴシック" charset="0"/>
              </a:rPr>
              <a:t>CHARGES FROM</a:t>
            </a:r>
            <a:endParaRPr lang="en-US" sz="2800" dirty="0">
              <a:solidFill>
                <a:srgbClr val="FFFF00"/>
              </a:solidFill>
              <a:effectLst>
                <a:outerShdw blurRad="38100" dist="38100" dir="2700000" algn="tl">
                  <a:srgbClr val="000000">
                    <a:alpha val="43137"/>
                  </a:srgbClr>
                </a:outerShdw>
              </a:effectLst>
              <a:ea typeface="ＭＳ Ｐゴシック" charset="0"/>
              <a:cs typeface="ＭＳ Ｐゴシック" charset="0"/>
            </a:endParaRPr>
          </a:p>
        </p:txBody>
      </p:sp>
      <p:sp>
        <p:nvSpPr>
          <p:cNvPr id="69649" name="Text Box 17">
            <a:extLst>
              <a:ext uri="{FF2B5EF4-FFF2-40B4-BE49-F238E27FC236}">
                <a16:creationId xmlns:a16="http://schemas.microsoft.com/office/drawing/2014/main" id="{C24298D9-7AA0-4779-9FF1-47751BA28E6F}"/>
              </a:ext>
            </a:extLst>
          </p:cNvPr>
          <p:cNvSpPr txBox="1">
            <a:spLocks noChangeArrowheads="1"/>
          </p:cNvSpPr>
          <p:nvPr/>
        </p:nvSpPr>
        <p:spPr bwMode="auto">
          <a:xfrm>
            <a:off x="6629401" y="2540000"/>
            <a:ext cx="918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800" dirty="0">
                <a:solidFill>
                  <a:srgbClr val="009900"/>
                </a:solidFill>
                <a:latin typeface="Times New Roman" panose="02020603050405020304" pitchFamily="18" charset="0"/>
              </a:rPr>
              <a:t>TOTAL</a:t>
            </a:r>
          </a:p>
        </p:txBody>
      </p:sp>
      <p:sp>
        <p:nvSpPr>
          <p:cNvPr id="69650" name="Text Box 18">
            <a:extLst>
              <a:ext uri="{FF2B5EF4-FFF2-40B4-BE49-F238E27FC236}">
                <a16:creationId xmlns:a16="http://schemas.microsoft.com/office/drawing/2014/main" id="{5AD44F08-28DE-44D2-AB02-E176F8D9ECCA}"/>
              </a:ext>
            </a:extLst>
          </p:cNvPr>
          <p:cNvSpPr txBox="1">
            <a:spLocks noChangeArrowheads="1"/>
          </p:cNvSpPr>
          <p:nvPr/>
        </p:nvSpPr>
        <p:spPr bwMode="auto">
          <a:xfrm>
            <a:off x="6629401" y="4216400"/>
            <a:ext cx="918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800" dirty="0">
                <a:solidFill>
                  <a:srgbClr val="FF0033"/>
                </a:solidFill>
                <a:latin typeface="Times New Roman" panose="02020603050405020304" pitchFamily="18" charset="0"/>
              </a:rPr>
              <a:t>TOTAL</a:t>
            </a:r>
          </a:p>
        </p:txBody>
      </p:sp>
      <p:sp>
        <p:nvSpPr>
          <p:cNvPr id="69652" name="AutoShape 20">
            <a:extLst>
              <a:ext uri="{FF2B5EF4-FFF2-40B4-BE49-F238E27FC236}">
                <a16:creationId xmlns:a16="http://schemas.microsoft.com/office/drawing/2014/main" id="{FA347EFF-5111-45B7-91B4-A69A118EED2A}"/>
              </a:ext>
            </a:extLst>
          </p:cNvPr>
          <p:cNvSpPr>
            <a:spLocks noChangeArrowheads="1"/>
          </p:cNvSpPr>
          <p:nvPr/>
        </p:nvSpPr>
        <p:spPr bwMode="auto">
          <a:xfrm>
            <a:off x="7239000" y="4724400"/>
            <a:ext cx="228600" cy="228600"/>
          </a:xfrm>
          <a:prstGeom prst="triangle">
            <a:avLst>
              <a:gd name="adj" fmla="val 50000"/>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69654" name="AutoShape 22">
            <a:extLst>
              <a:ext uri="{FF2B5EF4-FFF2-40B4-BE49-F238E27FC236}">
                <a16:creationId xmlns:a16="http://schemas.microsoft.com/office/drawing/2014/main" id="{12764AB3-36F6-4AA8-A733-4F4C2188F899}"/>
              </a:ext>
            </a:extLst>
          </p:cNvPr>
          <p:cNvSpPr>
            <a:spLocks/>
          </p:cNvSpPr>
          <p:nvPr/>
        </p:nvSpPr>
        <p:spPr bwMode="auto">
          <a:xfrm>
            <a:off x="7696200" y="1066800"/>
            <a:ext cx="457200" cy="3987800"/>
          </a:xfrm>
          <a:prstGeom prst="rightBrace">
            <a:avLst>
              <a:gd name="adj1" fmla="val 72685"/>
              <a:gd name="adj2" fmla="val 50000"/>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69656" name="Text Box 24">
            <a:extLst>
              <a:ext uri="{FF2B5EF4-FFF2-40B4-BE49-F238E27FC236}">
                <a16:creationId xmlns:a16="http://schemas.microsoft.com/office/drawing/2014/main" id="{EB85CD36-21CC-4BC6-8C04-A054C4430491}"/>
              </a:ext>
            </a:extLst>
          </p:cNvPr>
          <p:cNvSpPr txBox="1">
            <a:spLocks noChangeArrowheads="1"/>
          </p:cNvSpPr>
          <p:nvPr/>
        </p:nvSpPr>
        <p:spPr bwMode="auto">
          <a:xfrm>
            <a:off x="8211184" y="2667001"/>
            <a:ext cx="18846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DIRECTLY</a:t>
            </a:r>
          </a:p>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ATTRIBUTABLE</a:t>
            </a:r>
            <a:endParaRPr lang="en-US" altLang="en-US" sz="1800">
              <a:solidFill>
                <a:srgbClr val="009900"/>
              </a:solidFill>
              <a:latin typeface="Times New Roman" panose="02020603050405020304" pitchFamily="18" charset="0"/>
            </a:endParaRPr>
          </a:p>
        </p:txBody>
      </p:sp>
      <p:sp>
        <p:nvSpPr>
          <p:cNvPr id="69658" name="Text Box 26">
            <a:extLst>
              <a:ext uri="{FF2B5EF4-FFF2-40B4-BE49-F238E27FC236}">
                <a16:creationId xmlns:a16="http://schemas.microsoft.com/office/drawing/2014/main" id="{0DE8EB4D-0736-471D-A47B-7A81E323BC03}"/>
              </a:ext>
            </a:extLst>
          </p:cNvPr>
          <p:cNvSpPr txBox="1">
            <a:spLocks noChangeArrowheads="1"/>
          </p:cNvSpPr>
          <p:nvPr/>
        </p:nvSpPr>
        <p:spPr bwMode="auto">
          <a:xfrm>
            <a:off x="3124200" y="1752601"/>
            <a:ext cx="34451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rgbClr val="009900"/>
                </a:solidFill>
                <a:latin typeface="Times New Roman" panose="02020603050405020304" pitchFamily="18" charset="0"/>
              </a:rPr>
              <a:t>CONTRIBUTION FROM</a:t>
            </a:r>
            <a:endParaRPr lang="en-US" altLang="en-US">
              <a:solidFill>
                <a:srgbClr val="009900"/>
              </a:solidFill>
              <a:latin typeface="Times New Roman" panose="02020603050405020304" pitchFamily="18" charset="0"/>
            </a:endParaRPr>
          </a:p>
        </p:txBody>
      </p:sp>
      <p:sp>
        <p:nvSpPr>
          <p:cNvPr id="69659" name="Text Box 27">
            <a:extLst>
              <a:ext uri="{FF2B5EF4-FFF2-40B4-BE49-F238E27FC236}">
                <a16:creationId xmlns:a16="http://schemas.microsoft.com/office/drawing/2014/main" id="{C3CA9A89-C172-4509-A405-D6834B9165A7}"/>
              </a:ext>
            </a:extLst>
          </p:cNvPr>
          <p:cNvSpPr txBox="1">
            <a:spLocks noChangeArrowheads="1"/>
          </p:cNvSpPr>
          <p:nvPr/>
        </p:nvSpPr>
        <p:spPr bwMode="auto">
          <a:xfrm>
            <a:off x="8534400" y="3657600"/>
            <a:ext cx="211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“REASONABLY</a:t>
            </a:r>
          </a:p>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CONTROLLABLE”</a:t>
            </a:r>
            <a:endParaRPr lang="en-US" altLang="en-US" sz="1800">
              <a:solidFill>
                <a:srgbClr val="009900"/>
              </a:solidFill>
              <a:latin typeface="Times New Roman" panose="02020603050405020304" pitchFamily="18" charset="0"/>
            </a:endParaRPr>
          </a:p>
        </p:txBody>
      </p:sp>
      <p:sp>
        <p:nvSpPr>
          <p:cNvPr id="69660" name="Line 28">
            <a:extLst>
              <a:ext uri="{FF2B5EF4-FFF2-40B4-BE49-F238E27FC236}">
                <a16:creationId xmlns:a16="http://schemas.microsoft.com/office/drawing/2014/main" id="{B57C7DFD-BDEC-4DC5-A9B8-C680DEC6F986}"/>
              </a:ext>
            </a:extLst>
          </p:cNvPr>
          <p:cNvSpPr>
            <a:spLocks noChangeShapeType="1"/>
          </p:cNvSpPr>
          <p:nvPr/>
        </p:nvSpPr>
        <p:spPr bwMode="auto">
          <a:xfrm flipH="1" flipV="1">
            <a:off x="9144000" y="3276600"/>
            <a:ext cx="228600" cy="304800"/>
          </a:xfrm>
          <a:prstGeom prst="line">
            <a:avLst/>
          </a:prstGeom>
          <a:noFill/>
          <a:ln w="381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51" name="Text Box 31">
            <a:extLst>
              <a:ext uri="{FF2B5EF4-FFF2-40B4-BE49-F238E27FC236}">
                <a16:creationId xmlns:a16="http://schemas.microsoft.com/office/drawing/2014/main" id="{0F58059C-203B-4D3F-AA1B-5B8B8E15B384}"/>
              </a:ext>
            </a:extLst>
          </p:cNvPr>
          <p:cNvSpPr txBox="1">
            <a:spLocks noChangeArrowheads="1"/>
          </p:cNvSpPr>
          <p:nvPr/>
        </p:nvSpPr>
        <p:spPr bwMode="auto">
          <a:xfrm>
            <a:off x="8448191" y="1219201"/>
            <a:ext cx="1380506" cy="830997"/>
          </a:xfrm>
          <a:prstGeom prst="rect">
            <a:avLst/>
          </a:prstGeom>
          <a:noFill/>
          <a:ln w="76200">
            <a:solidFill>
              <a:srgbClr val="0099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2400">
                <a:solidFill>
                  <a:srgbClr val="009900"/>
                </a:solidFill>
                <a:latin typeface="Times New Roman" panose="02020603050405020304" pitchFamily="18" charset="0"/>
              </a:rPr>
              <a:t>PROFIT</a:t>
            </a:r>
          </a:p>
          <a:p>
            <a:pPr algn="ctr">
              <a:lnSpc>
                <a:spcPct val="100000"/>
              </a:lnSpc>
              <a:spcAft>
                <a:spcPct val="0"/>
              </a:spcAft>
              <a:buClrTx/>
              <a:buSzTx/>
              <a:buFontTx/>
              <a:buNone/>
            </a:pPr>
            <a:r>
              <a:rPr lang="en-US" altLang="en-US" sz="2400">
                <a:solidFill>
                  <a:srgbClr val="009900"/>
                </a:solidFill>
                <a:latin typeface="Times New Roman" panose="02020603050405020304" pitchFamily="18" charset="0"/>
              </a:rPr>
              <a:t>CENTER</a:t>
            </a:r>
            <a:endParaRPr lang="en-US" altLang="en-US">
              <a:solidFill>
                <a:srgbClr val="009900"/>
              </a:solidFill>
              <a:latin typeface="Times New Roman" panose="02020603050405020304" pitchFamily="18" charset="0"/>
            </a:endParaRPr>
          </a:p>
        </p:txBody>
      </p:sp>
    </p:spTree>
    <p:extLst>
      <p:ext uri="{BB962C8B-B14F-4D97-AF65-F5344CB8AC3E}">
        <p14:creationId xmlns:p14="http://schemas.microsoft.com/office/powerpoint/2010/main" val="3515251369"/>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65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966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965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963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964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965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964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963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9646"/>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964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965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9643"/>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grpId="0" nodeType="afterEffect">
                                  <p:stCondLst>
                                    <p:cond delay="0"/>
                                  </p:stCondLst>
                                  <p:childTnLst>
                                    <p:set>
                                      <p:cBhvr>
                                        <p:cTn id="51" dur="1" fill="hold">
                                          <p:stCondLst>
                                            <p:cond delay="0"/>
                                          </p:stCondLst>
                                        </p:cTn>
                                        <p:tgtEl>
                                          <p:spTgt spid="696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autoUpdateAnimBg="0"/>
      <p:bldP spid="69639" grpId="0" autoUpdateAnimBg="0"/>
      <p:bldP spid="69643" grpId="0" autoUpdateAnimBg="0"/>
      <p:bldP spid="69645" grpId="0" autoUpdateAnimBg="0"/>
      <p:bldP spid="69646" grpId="0" autoUpdateAnimBg="0"/>
      <p:bldP spid="69647" grpId="0" autoUpdateAnimBg="0"/>
      <p:bldP spid="69649" grpId="0" autoUpdateAnimBg="0"/>
      <p:bldP spid="69650" grpId="0" autoUpdateAnimBg="0"/>
      <p:bldP spid="69652" grpId="0" animBg="1"/>
      <p:bldP spid="69654" grpId="0" animBg="1"/>
      <p:bldP spid="69656" grpId="0" autoUpdateAnimBg="0"/>
      <p:bldP spid="69658" grpId="0" autoUpdateAnimBg="0"/>
      <p:bldP spid="69659"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a:extLst>
              <a:ext uri="{FF2B5EF4-FFF2-40B4-BE49-F238E27FC236}">
                <a16:creationId xmlns:a16="http://schemas.microsoft.com/office/drawing/2014/main" id="{FB2E595C-0B7A-4A0B-B145-359FD77E524A}"/>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341DDD1B-CC26-4EAF-A6F3-1CD49B00BDCE}"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13</a:t>
            </a:fld>
            <a:endParaRPr lang="en-US" altLang="en-US" sz="1400">
              <a:solidFill>
                <a:schemeClr val="tx1"/>
              </a:solidFill>
              <a:latin typeface="Times New Roman" panose="02020603050405020304" pitchFamily="18" charset="0"/>
            </a:endParaRPr>
          </a:p>
        </p:txBody>
      </p:sp>
      <p:sp>
        <p:nvSpPr>
          <p:cNvPr id="26627" name="Text Box 3">
            <a:extLst>
              <a:ext uri="{FF2B5EF4-FFF2-40B4-BE49-F238E27FC236}">
                <a16:creationId xmlns:a16="http://schemas.microsoft.com/office/drawing/2014/main" id="{FB8BF42F-CA74-4BC6-A50A-13CB59D5CE6F}"/>
              </a:ext>
            </a:extLst>
          </p:cNvPr>
          <p:cNvSpPr txBox="1">
            <a:spLocks noChangeArrowheads="1"/>
          </p:cNvSpPr>
          <p:nvPr/>
        </p:nvSpPr>
        <p:spPr bwMode="auto">
          <a:xfrm>
            <a:off x="6705600" y="457200"/>
            <a:ext cx="2978150" cy="225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4400">
                <a:solidFill>
                  <a:schemeClr val="tx1"/>
                </a:solidFill>
                <a:latin typeface="Times New Roman" panose="02020603050405020304" pitchFamily="18" charset="0"/>
              </a:rPr>
              <a:t>A SIMPLE</a:t>
            </a:r>
          </a:p>
          <a:p>
            <a:pPr>
              <a:lnSpc>
                <a:spcPct val="100000"/>
              </a:lnSpc>
              <a:spcAft>
                <a:spcPct val="0"/>
              </a:spcAft>
              <a:buClrTx/>
              <a:buSzTx/>
              <a:buFontTx/>
              <a:buNone/>
            </a:pPr>
            <a:r>
              <a:rPr lang="en-US" altLang="en-US" sz="4400">
                <a:solidFill>
                  <a:schemeClr val="tx1"/>
                </a:solidFill>
                <a:latin typeface="Times New Roman" panose="02020603050405020304" pitchFamily="18" charset="0"/>
              </a:rPr>
              <a:t>EXAMPLE</a:t>
            </a:r>
          </a:p>
          <a:p>
            <a:pPr>
              <a:lnSpc>
                <a:spcPct val="100000"/>
              </a:lnSpc>
              <a:spcAft>
                <a:spcPct val="0"/>
              </a:spcAft>
              <a:buClrTx/>
              <a:buSzTx/>
              <a:buFontTx/>
              <a:buNone/>
            </a:pPr>
            <a:r>
              <a:rPr lang="en-US" altLang="en-US" sz="1800">
                <a:solidFill>
                  <a:srgbClr val="FF0000"/>
                </a:solidFill>
                <a:latin typeface="Times New Roman" panose="02020603050405020304" pitchFamily="18" charset="0"/>
              </a:rPr>
              <a:t>Note that the accountability is superimposed on the color coded organizational chart</a:t>
            </a:r>
            <a:r>
              <a:rPr lang="en-US" altLang="en-US" sz="1800">
                <a:solidFill>
                  <a:schemeClr val="tx1"/>
                </a:solidFill>
                <a:latin typeface="Times New Roman" panose="02020603050405020304" pitchFamily="18" charset="0"/>
              </a:rPr>
              <a:t> </a:t>
            </a:r>
          </a:p>
        </p:txBody>
      </p:sp>
      <p:sp>
        <p:nvSpPr>
          <p:cNvPr id="26628" name="Rectangle 4">
            <a:extLst>
              <a:ext uri="{FF2B5EF4-FFF2-40B4-BE49-F238E27FC236}">
                <a16:creationId xmlns:a16="http://schemas.microsoft.com/office/drawing/2014/main" id="{05EC146A-E175-4C64-ACF8-81522DA31DF2}"/>
              </a:ext>
            </a:extLst>
          </p:cNvPr>
          <p:cNvSpPr>
            <a:spLocks noChangeArrowheads="1"/>
          </p:cNvSpPr>
          <p:nvPr/>
        </p:nvSpPr>
        <p:spPr bwMode="auto">
          <a:xfrm>
            <a:off x="1524000" y="3246438"/>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2400">
              <a:solidFill>
                <a:schemeClr val="tx1"/>
              </a:solidFill>
              <a:latin typeface="Times New Roman" panose="02020603050405020304" pitchFamily="18" charset="0"/>
            </a:endParaRPr>
          </a:p>
        </p:txBody>
      </p:sp>
      <p:graphicFrame>
        <p:nvGraphicFramePr>
          <p:cNvPr id="26629" name="Object 5">
            <a:extLst>
              <a:ext uri="{FF2B5EF4-FFF2-40B4-BE49-F238E27FC236}">
                <a16:creationId xmlns:a16="http://schemas.microsoft.com/office/drawing/2014/main" id="{C7C6913F-04EF-474E-A154-37BDCE9A7709}"/>
              </a:ext>
            </a:extLst>
          </p:cNvPr>
          <p:cNvGraphicFramePr>
            <a:graphicFrameLocks noChangeAspect="1"/>
          </p:cNvGraphicFramePr>
          <p:nvPr>
            <p:extLst/>
          </p:nvPr>
        </p:nvGraphicFramePr>
        <p:xfrm>
          <a:off x="1524000" y="609600"/>
          <a:ext cx="9390063" cy="6469063"/>
        </p:xfrm>
        <a:graphic>
          <a:graphicData uri="http://schemas.openxmlformats.org/presentationml/2006/ole">
            <mc:AlternateContent xmlns:mc="http://schemas.openxmlformats.org/markup-compatibility/2006">
              <mc:Choice xmlns:v="urn:schemas-microsoft-com:vml" Requires="v">
                <p:oleObj spid="_x0000_s13319" name="Worksheet" r:id="rId4" imgW="11944151" imgH="6734212" progId="Excel.Sheet.8">
                  <p:embed/>
                </p:oleObj>
              </mc:Choice>
              <mc:Fallback>
                <p:oleObj name="Worksheet" r:id="rId4" imgW="11944151" imgH="6734212" progId="Excel.Sheet.8">
                  <p:embed/>
                  <p:pic>
                    <p:nvPicPr>
                      <p:cNvPr id="26629" name="Object 5">
                        <a:extLst>
                          <a:ext uri="{FF2B5EF4-FFF2-40B4-BE49-F238E27FC236}">
                            <a16:creationId xmlns:a16="http://schemas.microsoft.com/office/drawing/2014/main" id="{C7C6913F-04EF-474E-A154-37BDCE9A7709}"/>
                          </a:ext>
                        </a:extLst>
                      </p:cNvPr>
                      <p:cNvPicPr>
                        <a:picLocks noChangeAspect="1" noChangeArrowheads="1"/>
                      </p:cNvPicPr>
                      <p:nvPr/>
                    </p:nvPicPr>
                    <p:blipFill>
                      <a:blip r:embed="rId5"/>
                      <a:srcRect/>
                      <a:stretch>
                        <a:fillRect/>
                      </a:stretch>
                    </p:blipFill>
                    <p:spPr bwMode="auto">
                      <a:xfrm>
                        <a:off x="1524000" y="609600"/>
                        <a:ext cx="9390063" cy="6469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37743697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6132FC95-53C8-4F4A-9257-7C7EB223A2B5}"/>
              </a:ext>
            </a:extLst>
          </p:cNvPr>
          <p:cNvSpPr>
            <a:spLocks noGrp="1" noChangeArrowheads="1"/>
          </p:cNvSpPr>
          <p:nvPr>
            <p:ph type="title"/>
          </p:nvPr>
        </p:nvSpPr>
        <p:spPr>
          <a:xfrm>
            <a:off x="2362200" y="228600"/>
            <a:ext cx="7772400" cy="1143000"/>
          </a:xfrm>
        </p:spPr>
        <p:txBody>
          <a:bodyPr/>
          <a:lstStyle/>
          <a:p>
            <a:r>
              <a:rPr lang="en-US" altLang="en-US" b="1" dirty="0">
                <a:solidFill>
                  <a:srgbClr val="00B050"/>
                </a:solidFill>
              </a:rPr>
              <a:t>Computers</a:t>
            </a:r>
          </a:p>
        </p:txBody>
      </p:sp>
      <p:sp>
        <p:nvSpPr>
          <p:cNvPr id="56323" name="Rectangle 3">
            <a:extLst>
              <a:ext uri="{FF2B5EF4-FFF2-40B4-BE49-F238E27FC236}">
                <a16:creationId xmlns:a16="http://schemas.microsoft.com/office/drawing/2014/main" id="{3B39228A-21D4-4B25-9B2C-E865BCF50E35}"/>
              </a:ext>
            </a:extLst>
          </p:cNvPr>
          <p:cNvSpPr>
            <a:spLocks noChangeArrowheads="1"/>
          </p:cNvSpPr>
          <p:nvPr/>
        </p:nvSpPr>
        <p:spPr bwMode="auto">
          <a:xfrm>
            <a:off x="2362200" y="1066800"/>
            <a:ext cx="5257800" cy="5435600"/>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69636" name="Text Box 4">
            <a:extLst>
              <a:ext uri="{FF2B5EF4-FFF2-40B4-BE49-F238E27FC236}">
                <a16:creationId xmlns:a16="http://schemas.microsoft.com/office/drawing/2014/main" id="{7181D287-84E6-44E2-920C-F5BDDD112EB0}"/>
              </a:ext>
            </a:extLst>
          </p:cNvPr>
          <p:cNvSpPr txBox="1">
            <a:spLocks noChangeArrowheads="1"/>
          </p:cNvSpPr>
          <p:nvPr/>
        </p:nvSpPr>
        <p:spPr bwMode="auto">
          <a:xfrm>
            <a:off x="2362200" y="1066801"/>
            <a:ext cx="15536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rgbClr val="009900"/>
                </a:solidFill>
                <a:latin typeface="Times New Roman" panose="02020603050405020304" pitchFamily="18" charset="0"/>
              </a:rPr>
              <a:t>INFLOWS</a:t>
            </a:r>
            <a:endParaRPr lang="en-US" altLang="en-US">
              <a:solidFill>
                <a:srgbClr val="009900"/>
              </a:solidFill>
              <a:latin typeface="Times New Roman" panose="02020603050405020304" pitchFamily="18" charset="0"/>
            </a:endParaRPr>
          </a:p>
        </p:txBody>
      </p:sp>
      <p:sp>
        <p:nvSpPr>
          <p:cNvPr id="56325" name="Line 5">
            <a:extLst>
              <a:ext uri="{FF2B5EF4-FFF2-40B4-BE49-F238E27FC236}">
                <a16:creationId xmlns:a16="http://schemas.microsoft.com/office/drawing/2014/main" id="{32E2B074-EE62-4801-BFA6-644D96B1A7E5}"/>
              </a:ext>
            </a:extLst>
          </p:cNvPr>
          <p:cNvSpPr>
            <a:spLocks noChangeShapeType="1"/>
          </p:cNvSpPr>
          <p:nvPr/>
        </p:nvSpPr>
        <p:spPr bwMode="auto">
          <a:xfrm>
            <a:off x="2362200" y="2921000"/>
            <a:ext cx="5257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26" name="Line 6">
            <a:extLst>
              <a:ext uri="{FF2B5EF4-FFF2-40B4-BE49-F238E27FC236}">
                <a16:creationId xmlns:a16="http://schemas.microsoft.com/office/drawing/2014/main" id="{4975FA66-70D7-46EC-BA90-C2606DF27D20}"/>
              </a:ext>
            </a:extLst>
          </p:cNvPr>
          <p:cNvSpPr>
            <a:spLocks noChangeShapeType="1"/>
          </p:cNvSpPr>
          <p:nvPr/>
        </p:nvSpPr>
        <p:spPr bwMode="auto">
          <a:xfrm>
            <a:off x="2362200" y="4597400"/>
            <a:ext cx="5257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39" name="Text Box 7">
            <a:extLst>
              <a:ext uri="{FF2B5EF4-FFF2-40B4-BE49-F238E27FC236}">
                <a16:creationId xmlns:a16="http://schemas.microsoft.com/office/drawing/2014/main" id="{C3A43775-076F-4A19-8DF4-1FEFB8D4193C}"/>
              </a:ext>
            </a:extLst>
          </p:cNvPr>
          <p:cNvSpPr txBox="1">
            <a:spLocks noChangeArrowheads="1"/>
          </p:cNvSpPr>
          <p:nvPr/>
        </p:nvSpPr>
        <p:spPr bwMode="auto">
          <a:xfrm>
            <a:off x="2362201" y="2971801"/>
            <a:ext cx="18614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rgbClr val="FF0033"/>
                </a:solidFill>
                <a:latin typeface="Times New Roman" panose="02020603050405020304" pitchFamily="18" charset="0"/>
              </a:rPr>
              <a:t>OUTFLOWS</a:t>
            </a:r>
            <a:endParaRPr lang="en-US" altLang="en-US">
              <a:solidFill>
                <a:srgbClr val="FF0033"/>
              </a:solidFill>
              <a:latin typeface="Times New Roman" panose="02020603050405020304" pitchFamily="18" charset="0"/>
            </a:endParaRPr>
          </a:p>
        </p:txBody>
      </p:sp>
      <p:sp>
        <p:nvSpPr>
          <p:cNvPr id="69640" name="Text Box 8">
            <a:extLst>
              <a:ext uri="{FF2B5EF4-FFF2-40B4-BE49-F238E27FC236}">
                <a16:creationId xmlns:a16="http://schemas.microsoft.com/office/drawing/2014/main" id="{BC4FC28E-064B-488F-8CF3-434C8C8127D0}"/>
              </a:ext>
            </a:extLst>
          </p:cNvPr>
          <p:cNvSpPr txBox="1">
            <a:spLocks noChangeArrowheads="1"/>
          </p:cNvSpPr>
          <p:nvPr/>
        </p:nvSpPr>
        <p:spPr bwMode="auto">
          <a:xfrm>
            <a:off x="2362201" y="5054600"/>
            <a:ext cx="42693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dirty="0">
                <a:solidFill>
                  <a:srgbClr val="FF0033"/>
                </a:solidFill>
                <a:latin typeface="Times New Roman" panose="02020603050405020304" pitchFamily="18" charset="0"/>
              </a:rPr>
              <a:t>SHARED / TAXED EXPENSES</a:t>
            </a:r>
            <a:endParaRPr lang="en-US" altLang="en-US" dirty="0">
              <a:solidFill>
                <a:schemeClr val="tx1"/>
              </a:solidFill>
              <a:latin typeface="Times New Roman" panose="02020603050405020304" pitchFamily="18" charset="0"/>
            </a:endParaRPr>
          </a:p>
        </p:txBody>
      </p:sp>
      <p:sp>
        <p:nvSpPr>
          <p:cNvPr id="56329" name="Line 9">
            <a:extLst>
              <a:ext uri="{FF2B5EF4-FFF2-40B4-BE49-F238E27FC236}">
                <a16:creationId xmlns:a16="http://schemas.microsoft.com/office/drawing/2014/main" id="{392B4773-105A-4072-930C-CB277469CD0A}"/>
              </a:ext>
            </a:extLst>
          </p:cNvPr>
          <p:cNvSpPr>
            <a:spLocks noChangeShapeType="1"/>
          </p:cNvSpPr>
          <p:nvPr/>
        </p:nvSpPr>
        <p:spPr bwMode="auto">
          <a:xfrm>
            <a:off x="2362200" y="5054600"/>
            <a:ext cx="5257800" cy="0"/>
          </a:xfrm>
          <a:prstGeom prst="line">
            <a:avLst/>
          </a:prstGeom>
          <a:noFill/>
          <a:ln w="762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30" name="Line 10">
            <a:extLst>
              <a:ext uri="{FF2B5EF4-FFF2-40B4-BE49-F238E27FC236}">
                <a16:creationId xmlns:a16="http://schemas.microsoft.com/office/drawing/2014/main" id="{1BC413E4-C2F8-42A1-ACEF-B5CF329466DD}"/>
              </a:ext>
            </a:extLst>
          </p:cNvPr>
          <p:cNvSpPr>
            <a:spLocks noChangeShapeType="1"/>
          </p:cNvSpPr>
          <p:nvPr/>
        </p:nvSpPr>
        <p:spPr bwMode="auto">
          <a:xfrm>
            <a:off x="2362200" y="6045200"/>
            <a:ext cx="5257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43" name="Text Box 11">
            <a:extLst>
              <a:ext uri="{FF2B5EF4-FFF2-40B4-BE49-F238E27FC236}">
                <a16:creationId xmlns:a16="http://schemas.microsoft.com/office/drawing/2014/main" id="{FBC94538-94D7-47B4-807A-868DD75CD3B8}"/>
              </a:ext>
            </a:extLst>
          </p:cNvPr>
          <p:cNvSpPr txBox="1">
            <a:spLocks noChangeArrowheads="1"/>
          </p:cNvSpPr>
          <p:nvPr/>
        </p:nvSpPr>
        <p:spPr bwMode="auto">
          <a:xfrm>
            <a:off x="2362200" y="4645025"/>
            <a:ext cx="40748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800">
                <a:solidFill>
                  <a:schemeClr val="tx1"/>
                </a:solidFill>
                <a:latin typeface="Times New Roman" panose="02020603050405020304" pitchFamily="18" charset="0"/>
              </a:rPr>
              <a:t>CONTRIBUTION TO NEXT LEVEL UP</a:t>
            </a:r>
          </a:p>
        </p:txBody>
      </p:sp>
      <p:sp>
        <p:nvSpPr>
          <p:cNvPr id="69644" name="Text Box 12">
            <a:extLst>
              <a:ext uri="{FF2B5EF4-FFF2-40B4-BE49-F238E27FC236}">
                <a16:creationId xmlns:a16="http://schemas.microsoft.com/office/drawing/2014/main" id="{C01EAA7B-4E60-4964-85D5-883B16800451}"/>
              </a:ext>
            </a:extLst>
          </p:cNvPr>
          <p:cNvSpPr txBox="1">
            <a:spLocks noChangeArrowheads="1"/>
          </p:cNvSpPr>
          <p:nvPr/>
        </p:nvSpPr>
        <p:spPr bwMode="auto">
          <a:xfrm>
            <a:off x="2362201" y="6045201"/>
            <a:ext cx="44342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dirty="0">
                <a:solidFill>
                  <a:schemeClr val="tx1"/>
                </a:solidFill>
                <a:latin typeface="Times New Roman" panose="02020603050405020304" pitchFamily="18" charset="0"/>
              </a:rPr>
              <a:t>PROFIT (TO SHAREHOLDERS)</a:t>
            </a:r>
            <a:endParaRPr lang="en-US" altLang="en-US" dirty="0">
              <a:solidFill>
                <a:schemeClr val="tx1"/>
              </a:solidFill>
              <a:latin typeface="Times New Roman" panose="02020603050405020304" pitchFamily="18" charset="0"/>
            </a:endParaRPr>
          </a:p>
        </p:txBody>
      </p:sp>
      <p:sp>
        <p:nvSpPr>
          <p:cNvPr id="69645" name="Text Box 13">
            <a:extLst>
              <a:ext uri="{FF2B5EF4-FFF2-40B4-BE49-F238E27FC236}">
                <a16:creationId xmlns:a16="http://schemas.microsoft.com/office/drawing/2014/main" id="{B5E28ED1-1D4C-47F5-AEBA-64DB0962833A}"/>
              </a:ext>
            </a:extLst>
          </p:cNvPr>
          <p:cNvSpPr txBox="1">
            <a:spLocks noChangeArrowheads="1"/>
          </p:cNvSpPr>
          <p:nvPr/>
        </p:nvSpPr>
        <p:spPr bwMode="auto">
          <a:xfrm>
            <a:off x="3124201" y="1371600"/>
            <a:ext cx="184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rgbClr val="009900"/>
                </a:solidFill>
                <a:latin typeface="Times New Roman" panose="02020603050405020304" pitchFamily="18" charset="0"/>
              </a:rPr>
              <a:t>REVENUES</a:t>
            </a:r>
            <a:endParaRPr lang="en-US" altLang="en-US">
              <a:solidFill>
                <a:srgbClr val="009900"/>
              </a:solidFill>
              <a:latin typeface="Times New Roman" panose="02020603050405020304" pitchFamily="18" charset="0"/>
            </a:endParaRPr>
          </a:p>
        </p:txBody>
      </p:sp>
      <p:sp>
        <p:nvSpPr>
          <p:cNvPr id="69646" name="Text Box 14">
            <a:extLst>
              <a:ext uri="{FF2B5EF4-FFF2-40B4-BE49-F238E27FC236}">
                <a16:creationId xmlns:a16="http://schemas.microsoft.com/office/drawing/2014/main" id="{5A9620AB-C812-4081-A75A-40BF69D9EF84}"/>
              </a:ext>
            </a:extLst>
          </p:cNvPr>
          <p:cNvSpPr txBox="1">
            <a:spLocks noChangeArrowheads="1"/>
          </p:cNvSpPr>
          <p:nvPr/>
        </p:nvSpPr>
        <p:spPr bwMode="auto">
          <a:xfrm>
            <a:off x="3048001" y="3302001"/>
            <a:ext cx="16145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dirty="0">
                <a:solidFill>
                  <a:srgbClr val="FF0033"/>
                </a:solidFill>
                <a:latin typeface="Times New Roman" panose="02020603050405020304" pitchFamily="18" charset="0"/>
              </a:rPr>
              <a:t>COSTS OF</a:t>
            </a:r>
            <a:endParaRPr lang="en-US" altLang="en-US" dirty="0">
              <a:solidFill>
                <a:srgbClr val="FF0033"/>
              </a:solidFill>
              <a:latin typeface="Times New Roman" panose="02020603050405020304" pitchFamily="18" charset="0"/>
            </a:endParaRPr>
          </a:p>
        </p:txBody>
      </p:sp>
      <p:sp>
        <p:nvSpPr>
          <p:cNvPr id="69647" name="Text Box 15">
            <a:extLst>
              <a:ext uri="{FF2B5EF4-FFF2-40B4-BE49-F238E27FC236}">
                <a16:creationId xmlns:a16="http://schemas.microsoft.com/office/drawing/2014/main" id="{95BBBCC3-CBA4-43EF-A174-14231E78C00A}"/>
              </a:ext>
            </a:extLst>
          </p:cNvPr>
          <p:cNvSpPr txBox="1">
            <a:spLocks noChangeArrowheads="1"/>
          </p:cNvSpPr>
          <p:nvPr/>
        </p:nvSpPr>
        <p:spPr bwMode="auto">
          <a:xfrm>
            <a:off x="3048000" y="3642577"/>
            <a:ext cx="25731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r>
              <a:rPr lang="en-US" dirty="0">
                <a:solidFill>
                  <a:srgbClr val="FFFF00"/>
                </a:solidFill>
                <a:effectLst>
                  <a:outerShdw blurRad="38100" dist="38100" dir="2700000" algn="tl">
                    <a:srgbClr val="000000">
                      <a:alpha val="43137"/>
                    </a:srgbClr>
                  </a:outerShdw>
                </a:effectLst>
                <a:ea typeface="ＭＳ Ｐゴシック" charset="0"/>
                <a:cs typeface="ＭＳ Ｐゴシック" charset="0"/>
              </a:rPr>
              <a:t>CHARGES FROM</a:t>
            </a:r>
            <a:endParaRPr lang="en-US" sz="2800" dirty="0">
              <a:solidFill>
                <a:srgbClr val="FFFF00"/>
              </a:solidFill>
              <a:effectLst>
                <a:outerShdw blurRad="38100" dist="38100" dir="2700000" algn="tl">
                  <a:srgbClr val="000000">
                    <a:alpha val="43137"/>
                  </a:srgbClr>
                </a:outerShdw>
              </a:effectLst>
              <a:ea typeface="ＭＳ Ｐゴシック" charset="0"/>
              <a:cs typeface="ＭＳ Ｐゴシック" charset="0"/>
            </a:endParaRPr>
          </a:p>
        </p:txBody>
      </p:sp>
      <p:sp>
        <p:nvSpPr>
          <p:cNvPr id="69649" name="Text Box 17">
            <a:extLst>
              <a:ext uri="{FF2B5EF4-FFF2-40B4-BE49-F238E27FC236}">
                <a16:creationId xmlns:a16="http://schemas.microsoft.com/office/drawing/2014/main" id="{C24298D9-7AA0-4779-9FF1-47751BA28E6F}"/>
              </a:ext>
            </a:extLst>
          </p:cNvPr>
          <p:cNvSpPr txBox="1">
            <a:spLocks noChangeArrowheads="1"/>
          </p:cNvSpPr>
          <p:nvPr/>
        </p:nvSpPr>
        <p:spPr bwMode="auto">
          <a:xfrm>
            <a:off x="6629401" y="2540000"/>
            <a:ext cx="918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800">
                <a:solidFill>
                  <a:srgbClr val="009900"/>
                </a:solidFill>
                <a:latin typeface="Times New Roman" panose="02020603050405020304" pitchFamily="18" charset="0"/>
              </a:rPr>
              <a:t>TOTAL</a:t>
            </a:r>
          </a:p>
        </p:txBody>
      </p:sp>
      <p:sp>
        <p:nvSpPr>
          <p:cNvPr id="69650" name="Text Box 18">
            <a:extLst>
              <a:ext uri="{FF2B5EF4-FFF2-40B4-BE49-F238E27FC236}">
                <a16:creationId xmlns:a16="http://schemas.microsoft.com/office/drawing/2014/main" id="{5AD44F08-28DE-44D2-AB02-E176F8D9ECCA}"/>
              </a:ext>
            </a:extLst>
          </p:cNvPr>
          <p:cNvSpPr txBox="1">
            <a:spLocks noChangeArrowheads="1"/>
          </p:cNvSpPr>
          <p:nvPr/>
        </p:nvSpPr>
        <p:spPr bwMode="auto">
          <a:xfrm>
            <a:off x="6629401" y="4216400"/>
            <a:ext cx="918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800">
                <a:solidFill>
                  <a:srgbClr val="FF0033"/>
                </a:solidFill>
                <a:latin typeface="Times New Roman" panose="02020603050405020304" pitchFamily="18" charset="0"/>
              </a:rPr>
              <a:t>TOTAL</a:t>
            </a:r>
          </a:p>
        </p:txBody>
      </p:sp>
      <p:sp>
        <p:nvSpPr>
          <p:cNvPr id="69651" name="Text Box 19">
            <a:extLst>
              <a:ext uri="{FF2B5EF4-FFF2-40B4-BE49-F238E27FC236}">
                <a16:creationId xmlns:a16="http://schemas.microsoft.com/office/drawing/2014/main" id="{919DA70F-E121-46B3-A9CA-C9CC7DD9A21B}"/>
              </a:ext>
            </a:extLst>
          </p:cNvPr>
          <p:cNvSpPr txBox="1">
            <a:spLocks noChangeArrowheads="1"/>
          </p:cNvSpPr>
          <p:nvPr/>
        </p:nvSpPr>
        <p:spPr bwMode="auto">
          <a:xfrm>
            <a:off x="6629401" y="5664200"/>
            <a:ext cx="918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800">
                <a:solidFill>
                  <a:srgbClr val="FF0033"/>
                </a:solidFill>
                <a:latin typeface="Times New Roman" panose="02020603050405020304" pitchFamily="18" charset="0"/>
              </a:rPr>
              <a:t>TOTAL</a:t>
            </a:r>
            <a:endParaRPr lang="en-US" altLang="en-US" sz="1800">
              <a:solidFill>
                <a:schemeClr val="tx1"/>
              </a:solidFill>
              <a:latin typeface="Times New Roman" panose="02020603050405020304" pitchFamily="18" charset="0"/>
            </a:endParaRPr>
          </a:p>
        </p:txBody>
      </p:sp>
      <p:sp>
        <p:nvSpPr>
          <p:cNvPr id="69652" name="AutoShape 20">
            <a:extLst>
              <a:ext uri="{FF2B5EF4-FFF2-40B4-BE49-F238E27FC236}">
                <a16:creationId xmlns:a16="http://schemas.microsoft.com/office/drawing/2014/main" id="{FA347EFF-5111-45B7-91B4-A69A118EED2A}"/>
              </a:ext>
            </a:extLst>
          </p:cNvPr>
          <p:cNvSpPr>
            <a:spLocks noChangeArrowheads="1"/>
          </p:cNvSpPr>
          <p:nvPr/>
        </p:nvSpPr>
        <p:spPr bwMode="auto">
          <a:xfrm>
            <a:off x="7239000" y="4724400"/>
            <a:ext cx="228600" cy="228600"/>
          </a:xfrm>
          <a:prstGeom prst="triangle">
            <a:avLst>
              <a:gd name="adj" fmla="val 50000"/>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69653" name="AutoShape 21">
            <a:extLst>
              <a:ext uri="{FF2B5EF4-FFF2-40B4-BE49-F238E27FC236}">
                <a16:creationId xmlns:a16="http://schemas.microsoft.com/office/drawing/2014/main" id="{30BBA812-E02C-4242-8A40-2A03118A6CC9}"/>
              </a:ext>
            </a:extLst>
          </p:cNvPr>
          <p:cNvSpPr>
            <a:spLocks noChangeArrowheads="1"/>
          </p:cNvSpPr>
          <p:nvPr/>
        </p:nvSpPr>
        <p:spPr bwMode="auto">
          <a:xfrm>
            <a:off x="7315200" y="6172200"/>
            <a:ext cx="228600" cy="228600"/>
          </a:xfrm>
          <a:prstGeom prst="triangle">
            <a:avLst>
              <a:gd name="adj" fmla="val 50000"/>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69654" name="AutoShape 22">
            <a:extLst>
              <a:ext uri="{FF2B5EF4-FFF2-40B4-BE49-F238E27FC236}">
                <a16:creationId xmlns:a16="http://schemas.microsoft.com/office/drawing/2014/main" id="{12764AB3-36F6-4AA8-A733-4F4C2188F899}"/>
              </a:ext>
            </a:extLst>
          </p:cNvPr>
          <p:cNvSpPr>
            <a:spLocks/>
          </p:cNvSpPr>
          <p:nvPr/>
        </p:nvSpPr>
        <p:spPr bwMode="auto">
          <a:xfrm>
            <a:off x="7696200" y="1066800"/>
            <a:ext cx="457200" cy="3987800"/>
          </a:xfrm>
          <a:prstGeom prst="rightBrace">
            <a:avLst>
              <a:gd name="adj1" fmla="val 72685"/>
              <a:gd name="adj2" fmla="val 50000"/>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69655" name="AutoShape 23">
            <a:extLst>
              <a:ext uri="{FF2B5EF4-FFF2-40B4-BE49-F238E27FC236}">
                <a16:creationId xmlns:a16="http://schemas.microsoft.com/office/drawing/2014/main" id="{653F47AD-3193-47BE-B581-06F47A6A2C98}"/>
              </a:ext>
            </a:extLst>
          </p:cNvPr>
          <p:cNvSpPr>
            <a:spLocks/>
          </p:cNvSpPr>
          <p:nvPr/>
        </p:nvSpPr>
        <p:spPr bwMode="auto">
          <a:xfrm>
            <a:off x="7696200" y="5130800"/>
            <a:ext cx="457200" cy="1371600"/>
          </a:xfrm>
          <a:prstGeom prst="rightBrace">
            <a:avLst>
              <a:gd name="adj1" fmla="val 25000"/>
              <a:gd name="adj2" fmla="val 50000"/>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69656" name="Text Box 24">
            <a:extLst>
              <a:ext uri="{FF2B5EF4-FFF2-40B4-BE49-F238E27FC236}">
                <a16:creationId xmlns:a16="http://schemas.microsoft.com/office/drawing/2014/main" id="{EB85CD36-21CC-4BC6-8C04-A054C4430491}"/>
              </a:ext>
            </a:extLst>
          </p:cNvPr>
          <p:cNvSpPr txBox="1">
            <a:spLocks noChangeArrowheads="1"/>
          </p:cNvSpPr>
          <p:nvPr/>
        </p:nvSpPr>
        <p:spPr bwMode="auto">
          <a:xfrm>
            <a:off x="8211184" y="2667001"/>
            <a:ext cx="18846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DIRECTLY</a:t>
            </a:r>
          </a:p>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ATTRIBUTABLE</a:t>
            </a:r>
            <a:endParaRPr lang="en-US" altLang="en-US" sz="1800">
              <a:solidFill>
                <a:srgbClr val="009900"/>
              </a:solidFill>
              <a:latin typeface="Times New Roman" panose="02020603050405020304" pitchFamily="18" charset="0"/>
            </a:endParaRPr>
          </a:p>
        </p:txBody>
      </p:sp>
      <p:sp>
        <p:nvSpPr>
          <p:cNvPr id="69657" name="Text Box 25">
            <a:extLst>
              <a:ext uri="{FF2B5EF4-FFF2-40B4-BE49-F238E27FC236}">
                <a16:creationId xmlns:a16="http://schemas.microsoft.com/office/drawing/2014/main" id="{EA3C0E34-ACA8-44D4-AE3C-18773E6A20BF}"/>
              </a:ext>
            </a:extLst>
          </p:cNvPr>
          <p:cNvSpPr txBox="1">
            <a:spLocks noChangeArrowheads="1"/>
          </p:cNvSpPr>
          <p:nvPr/>
        </p:nvSpPr>
        <p:spPr bwMode="auto">
          <a:xfrm>
            <a:off x="8211184" y="5334001"/>
            <a:ext cx="18846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NOT DIRECTLY</a:t>
            </a:r>
          </a:p>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ATTRIBUTABLE</a:t>
            </a:r>
            <a:endParaRPr lang="en-US" altLang="en-US" sz="1800">
              <a:solidFill>
                <a:srgbClr val="009900"/>
              </a:solidFill>
              <a:latin typeface="Times New Roman" panose="02020603050405020304" pitchFamily="18" charset="0"/>
            </a:endParaRPr>
          </a:p>
        </p:txBody>
      </p:sp>
      <p:sp>
        <p:nvSpPr>
          <p:cNvPr id="69658" name="Text Box 26">
            <a:extLst>
              <a:ext uri="{FF2B5EF4-FFF2-40B4-BE49-F238E27FC236}">
                <a16:creationId xmlns:a16="http://schemas.microsoft.com/office/drawing/2014/main" id="{0DE8EB4D-0736-471D-A47B-7A81E323BC03}"/>
              </a:ext>
            </a:extLst>
          </p:cNvPr>
          <p:cNvSpPr txBox="1">
            <a:spLocks noChangeArrowheads="1"/>
          </p:cNvSpPr>
          <p:nvPr/>
        </p:nvSpPr>
        <p:spPr bwMode="auto">
          <a:xfrm>
            <a:off x="3124200" y="1752601"/>
            <a:ext cx="34451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rgbClr val="009900"/>
                </a:solidFill>
                <a:latin typeface="Times New Roman" panose="02020603050405020304" pitchFamily="18" charset="0"/>
              </a:rPr>
              <a:t>CONTRIBUTION FROM</a:t>
            </a:r>
            <a:endParaRPr lang="en-US" altLang="en-US">
              <a:solidFill>
                <a:srgbClr val="009900"/>
              </a:solidFill>
              <a:latin typeface="Times New Roman" panose="02020603050405020304" pitchFamily="18" charset="0"/>
            </a:endParaRPr>
          </a:p>
        </p:txBody>
      </p:sp>
      <p:sp>
        <p:nvSpPr>
          <p:cNvPr id="69659" name="Text Box 27">
            <a:extLst>
              <a:ext uri="{FF2B5EF4-FFF2-40B4-BE49-F238E27FC236}">
                <a16:creationId xmlns:a16="http://schemas.microsoft.com/office/drawing/2014/main" id="{C3CA9A89-C172-4509-A405-D6834B9165A7}"/>
              </a:ext>
            </a:extLst>
          </p:cNvPr>
          <p:cNvSpPr txBox="1">
            <a:spLocks noChangeArrowheads="1"/>
          </p:cNvSpPr>
          <p:nvPr/>
        </p:nvSpPr>
        <p:spPr bwMode="auto">
          <a:xfrm>
            <a:off x="8534400" y="3657600"/>
            <a:ext cx="211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“REASONABLY</a:t>
            </a:r>
          </a:p>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CONTROLLABLE”</a:t>
            </a:r>
            <a:endParaRPr lang="en-US" altLang="en-US" sz="1800">
              <a:solidFill>
                <a:srgbClr val="009900"/>
              </a:solidFill>
              <a:latin typeface="Times New Roman" panose="02020603050405020304" pitchFamily="18" charset="0"/>
            </a:endParaRPr>
          </a:p>
        </p:txBody>
      </p:sp>
      <p:sp>
        <p:nvSpPr>
          <p:cNvPr id="69660" name="Line 28">
            <a:extLst>
              <a:ext uri="{FF2B5EF4-FFF2-40B4-BE49-F238E27FC236}">
                <a16:creationId xmlns:a16="http://schemas.microsoft.com/office/drawing/2014/main" id="{B57C7DFD-BDEC-4DC5-A9B8-C680DEC6F986}"/>
              </a:ext>
            </a:extLst>
          </p:cNvPr>
          <p:cNvSpPr>
            <a:spLocks noChangeShapeType="1"/>
          </p:cNvSpPr>
          <p:nvPr/>
        </p:nvSpPr>
        <p:spPr bwMode="auto">
          <a:xfrm flipH="1" flipV="1">
            <a:off x="9144000" y="3276600"/>
            <a:ext cx="228600" cy="304800"/>
          </a:xfrm>
          <a:prstGeom prst="line">
            <a:avLst/>
          </a:prstGeom>
          <a:noFill/>
          <a:ln w="381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661" name="Text Box 29">
            <a:extLst>
              <a:ext uri="{FF2B5EF4-FFF2-40B4-BE49-F238E27FC236}">
                <a16:creationId xmlns:a16="http://schemas.microsoft.com/office/drawing/2014/main" id="{7779F030-A043-4022-8E99-1D334C584886}"/>
              </a:ext>
            </a:extLst>
          </p:cNvPr>
          <p:cNvSpPr txBox="1">
            <a:spLocks noChangeArrowheads="1"/>
          </p:cNvSpPr>
          <p:nvPr/>
        </p:nvSpPr>
        <p:spPr bwMode="auto">
          <a:xfrm>
            <a:off x="8686800" y="4724400"/>
            <a:ext cx="15616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000">
                <a:solidFill>
                  <a:schemeClr val="tx1"/>
                </a:solidFill>
                <a:latin typeface="Times New Roman" panose="02020603050405020304" pitchFamily="18" charset="0"/>
              </a:rPr>
              <a:t>“THE LINE”</a:t>
            </a:r>
            <a:endParaRPr lang="en-US" altLang="en-US" sz="1800">
              <a:solidFill>
                <a:srgbClr val="009900"/>
              </a:solidFill>
              <a:latin typeface="Times New Roman" panose="02020603050405020304" pitchFamily="18" charset="0"/>
            </a:endParaRPr>
          </a:p>
        </p:txBody>
      </p:sp>
      <p:sp>
        <p:nvSpPr>
          <p:cNvPr id="69662" name="Line 30">
            <a:extLst>
              <a:ext uri="{FF2B5EF4-FFF2-40B4-BE49-F238E27FC236}">
                <a16:creationId xmlns:a16="http://schemas.microsoft.com/office/drawing/2014/main" id="{58C3B8E9-B2AF-428D-A33B-A2FC77C6532A}"/>
              </a:ext>
            </a:extLst>
          </p:cNvPr>
          <p:cNvSpPr>
            <a:spLocks noChangeShapeType="1"/>
          </p:cNvSpPr>
          <p:nvPr/>
        </p:nvSpPr>
        <p:spPr bwMode="auto">
          <a:xfrm flipH="1">
            <a:off x="7924800" y="4876800"/>
            <a:ext cx="762000" cy="152400"/>
          </a:xfrm>
          <a:prstGeom prst="line">
            <a:avLst/>
          </a:prstGeom>
          <a:noFill/>
          <a:ln w="381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351" name="Text Box 31">
            <a:extLst>
              <a:ext uri="{FF2B5EF4-FFF2-40B4-BE49-F238E27FC236}">
                <a16:creationId xmlns:a16="http://schemas.microsoft.com/office/drawing/2014/main" id="{0F58059C-203B-4D3F-AA1B-5B8B8E15B384}"/>
              </a:ext>
            </a:extLst>
          </p:cNvPr>
          <p:cNvSpPr txBox="1">
            <a:spLocks noChangeArrowheads="1"/>
          </p:cNvSpPr>
          <p:nvPr/>
        </p:nvSpPr>
        <p:spPr bwMode="auto">
          <a:xfrm>
            <a:off x="8448191" y="1219201"/>
            <a:ext cx="1380506" cy="830997"/>
          </a:xfrm>
          <a:prstGeom prst="rect">
            <a:avLst/>
          </a:prstGeom>
          <a:noFill/>
          <a:ln w="76200">
            <a:solidFill>
              <a:srgbClr val="0099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2400">
                <a:solidFill>
                  <a:srgbClr val="009900"/>
                </a:solidFill>
                <a:latin typeface="Times New Roman" panose="02020603050405020304" pitchFamily="18" charset="0"/>
              </a:rPr>
              <a:t>PROFIT</a:t>
            </a:r>
          </a:p>
          <a:p>
            <a:pPr algn="ctr">
              <a:lnSpc>
                <a:spcPct val="100000"/>
              </a:lnSpc>
              <a:spcAft>
                <a:spcPct val="0"/>
              </a:spcAft>
              <a:buClrTx/>
              <a:buSzTx/>
              <a:buFontTx/>
              <a:buNone/>
            </a:pPr>
            <a:r>
              <a:rPr lang="en-US" altLang="en-US" sz="2400">
                <a:solidFill>
                  <a:srgbClr val="009900"/>
                </a:solidFill>
                <a:latin typeface="Times New Roman" panose="02020603050405020304" pitchFamily="18" charset="0"/>
              </a:rPr>
              <a:t>CENTER</a:t>
            </a:r>
            <a:endParaRPr lang="en-US" altLang="en-US">
              <a:solidFill>
                <a:srgbClr val="009900"/>
              </a:solidFill>
              <a:latin typeface="Times New Roman" panose="02020603050405020304" pitchFamily="18" charset="0"/>
            </a:endParaRPr>
          </a:p>
        </p:txBody>
      </p:sp>
      <p:sp>
        <p:nvSpPr>
          <p:cNvPr id="69664" name="Text Box 32">
            <a:extLst>
              <a:ext uri="{FF2B5EF4-FFF2-40B4-BE49-F238E27FC236}">
                <a16:creationId xmlns:a16="http://schemas.microsoft.com/office/drawing/2014/main" id="{31564056-3884-46FA-9E17-503B5C04C058}"/>
              </a:ext>
            </a:extLst>
          </p:cNvPr>
          <p:cNvSpPr txBox="1">
            <a:spLocks noChangeArrowheads="1"/>
          </p:cNvSpPr>
          <p:nvPr/>
        </p:nvSpPr>
        <p:spPr bwMode="auto">
          <a:xfrm>
            <a:off x="8153400" y="6019800"/>
            <a:ext cx="23241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“NOT REASONABLY</a:t>
            </a:r>
          </a:p>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CONTROLLABLE”</a:t>
            </a:r>
            <a:endParaRPr lang="en-US" altLang="en-US" sz="1800">
              <a:solidFill>
                <a:srgbClr val="009900"/>
              </a:solidFill>
              <a:latin typeface="Times New Roman" panose="02020603050405020304" pitchFamily="18" charset="0"/>
            </a:endParaRPr>
          </a:p>
        </p:txBody>
      </p:sp>
      <p:sp>
        <p:nvSpPr>
          <p:cNvPr id="69665" name="Line 33">
            <a:extLst>
              <a:ext uri="{FF2B5EF4-FFF2-40B4-BE49-F238E27FC236}">
                <a16:creationId xmlns:a16="http://schemas.microsoft.com/office/drawing/2014/main" id="{BEEDC246-8E81-4CE8-BCCD-DEAF03040633}"/>
              </a:ext>
            </a:extLst>
          </p:cNvPr>
          <p:cNvSpPr>
            <a:spLocks noChangeShapeType="1"/>
          </p:cNvSpPr>
          <p:nvPr/>
        </p:nvSpPr>
        <p:spPr bwMode="auto">
          <a:xfrm flipH="1" flipV="1">
            <a:off x="9220200" y="5867400"/>
            <a:ext cx="152400" cy="228600"/>
          </a:xfrm>
          <a:prstGeom prst="line">
            <a:avLst/>
          </a:prstGeom>
          <a:noFill/>
          <a:ln w="381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507561067"/>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5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966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96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64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651"/>
                                        </p:tgtEl>
                                        <p:attrNameLst>
                                          <p:attrName>style.visibility</p:attrName>
                                        </p:attrNameLst>
                                      </p:cBhvr>
                                      <p:to>
                                        <p:strVal val="visible"/>
                                      </p:to>
                                    </p:set>
                                  </p:childTnLst>
                                </p:cTn>
                              </p:par>
                            </p:childTnLst>
                          </p:cTn>
                        </p:par>
                        <p:par>
                          <p:cTn id="19" fill="hold" nodeType="afterGroup">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69653"/>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96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0" grpId="0"/>
      <p:bldP spid="69644" grpId="0" autoUpdateAnimBg="0"/>
      <p:bldP spid="69651" grpId="0" autoUpdateAnimBg="0"/>
      <p:bldP spid="69653" grpId="0" animBg="1"/>
      <p:bldP spid="69657" grpId="0" autoUpdateAnimBg="0"/>
      <p:bldP spid="69664"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a:extLst>
              <a:ext uri="{FF2B5EF4-FFF2-40B4-BE49-F238E27FC236}">
                <a16:creationId xmlns:a16="http://schemas.microsoft.com/office/drawing/2014/main" id="{27B5E4CD-6741-4F36-A744-25929622C471}"/>
              </a:ext>
            </a:extLst>
          </p:cNvPr>
          <p:cNvSpPr>
            <a:spLocks noGrp="1"/>
          </p:cNvSpPr>
          <p:nvPr>
            <p:ph type="ftr" sz="quarter" idx="4294967295"/>
          </p:nvPr>
        </p:nvSpPr>
        <p:spPr bwMode="auto">
          <a:xfrm>
            <a:off x="4648200" y="62484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400">
                <a:solidFill>
                  <a:schemeClr val="tx1"/>
                </a:solidFill>
                <a:latin typeface="Times New Roman" panose="02020603050405020304" pitchFamily="18" charset="0"/>
              </a:rPr>
              <a:t>V 4.0</a:t>
            </a:r>
          </a:p>
        </p:txBody>
      </p:sp>
      <p:sp>
        <p:nvSpPr>
          <p:cNvPr id="60419" name="Rectangle 2">
            <a:extLst>
              <a:ext uri="{FF2B5EF4-FFF2-40B4-BE49-F238E27FC236}">
                <a16:creationId xmlns:a16="http://schemas.microsoft.com/office/drawing/2014/main" id="{59F99290-66F4-4AD2-B09C-9998C15A8712}"/>
              </a:ext>
            </a:extLst>
          </p:cNvPr>
          <p:cNvSpPr>
            <a:spLocks noGrp="1" noChangeArrowheads="1"/>
          </p:cNvSpPr>
          <p:nvPr>
            <p:ph type="title"/>
          </p:nvPr>
        </p:nvSpPr>
        <p:spPr>
          <a:xfrm>
            <a:off x="2362200" y="228600"/>
            <a:ext cx="7772400" cy="1143000"/>
          </a:xfrm>
        </p:spPr>
        <p:txBody>
          <a:bodyPr/>
          <a:lstStyle/>
          <a:p>
            <a:r>
              <a:rPr lang="en-US" altLang="en-US" dirty="0"/>
              <a:t>PLANT</a:t>
            </a:r>
          </a:p>
        </p:txBody>
      </p:sp>
      <p:sp>
        <p:nvSpPr>
          <p:cNvPr id="60420" name="Rectangle 3">
            <a:extLst>
              <a:ext uri="{FF2B5EF4-FFF2-40B4-BE49-F238E27FC236}">
                <a16:creationId xmlns:a16="http://schemas.microsoft.com/office/drawing/2014/main" id="{A53BC3E7-3AAB-4229-A736-3DCD6AB62DCA}"/>
              </a:ext>
            </a:extLst>
          </p:cNvPr>
          <p:cNvSpPr>
            <a:spLocks noChangeArrowheads="1"/>
          </p:cNvSpPr>
          <p:nvPr/>
        </p:nvSpPr>
        <p:spPr bwMode="auto">
          <a:xfrm>
            <a:off x="2362200" y="1066800"/>
            <a:ext cx="5257800" cy="5435600"/>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79876" name="Text Box 4">
            <a:extLst>
              <a:ext uri="{FF2B5EF4-FFF2-40B4-BE49-F238E27FC236}">
                <a16:creationId xmlns:a16="http://schemas.microsoft.com/office/drawing/2014/main" id="{0857EB06-0D8E-4404-A2A1-9E96AEDA129F}"/>
              </a:ext>
            </a:extLst>
          </p:cNvPr>
          <p:cNvSpPr txBox="1">
            <a:spLocks noChangeArrowheads="1"/>
          </p:cNvSpPr>
          <p:nvPr/>
        </p:nvSpPr>
        <p:spPr bwMode="auto">
          <a:xfrm>
            <a:off x="2362200" y="1066801"/>
            <a:ext cx="15536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rgbClr val="009900"/>
                </a:solidFill>
                <a:latin typeface="Times New Roman" panose="02020603050405020304" pitchFamily="18" charset="0"/>
              </a:rPr>
              <a:t>INFLOWS</a:t>
            </a:r>
            <a:endParaRPr lang="en-US" altLang="en-US">
              <a:solidFill>
                <a:srgbClr val="009900"/>
              </a:solidFill>
              <a:latin typeface="Times New Roman" panose="02020603050405020304" pitchFamily="18" charset="0"/>
            </a:endParaRPr>
          </a:p>
        </p:txBody>
      </p:sp>
      <p:sp>
        <p:nvSpPr>
          <p:cNvPr id="60422" name="Line 5">
            <a:extLst>
              <a:ext uri="{FF2B5EF4-FFF2-40B4-BE49-F238E27FC236}">
                <a16:creationId xmlns:a16="http://schemas.microsoft.com/office/drawing/2014/main" id="{6D70B7FD-DD2D-4A56-A26A-29E6B94E4197}"/>
              </a:ext>
            </a:extLst>
          </p:cNvPr>
          <p:cNvSpPr>
            <a:spLocks noChangeShapeType="1"/>
          </p:cNvSpPr>
          <p:nvPr/>
        </p:nvSpPr>
        <p:spPr bwMode="auto">
          <a:xfrm>
            <a:off x="2362200" y="2921000"/>
            <a:ext cx="5257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23" name="Line 6">
            <a:extLst>
              <a:ext uri="{FF2B5EF4-FFF2-40B4-BE49-F238E27FC236}">
                <a16:creationId xmlns:a16="http://schemas.microsoft.com/office/drawing/2014/main" id="{B5853A52-78AE-4EB4-BC87-BA27EC1DB5AF}"/>
              </a:ext>
            </a:extLst>
          </p:cNvPr>
          <p:cNvSpPr>
            <a:spLocks noChangeShapeType="1"/>
          </p:cNvSpPr>
          <p:nvPr/>
        </p:nvSpPr>
        <p:spPr bwMode="auto">
          <a:xfrm>
            <a:off x="2362200" y="4597400"/>
            <a:ext cx="5257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879" name="Text Box 7">
            <a:extLst>
              <a:ext uri="{FF2B5EF4-FFF2-40B4-BE49-F238E27FC236}">
                <a16:creationId xmlns:a16="http://schemas.microsoft.com/office/drawing/2014/main" id="{612E6D45-9F1B-49DB-8629-E14D5229426D}"/>
              </a:ext>
            </a:extLst>
          </p:cNvPr>
          <p:cNvSpPr txBox="1">
            <a:spLocks noChangeArrowheads="1"/>
          </p:cNvSpPr>
          <p:nvPr/>
        </p:nvSpPr>
        <p:spPr bwMode="auto">
          <a:xfrm>
            <a:off x="2362201" y="2971801"/>
            <a:ext cx="18614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rgbClr val="FF0033"/>
                </a:solidFill>
                <a:latin typeface="Times New Roman" panose="02020603050405020304" pitchFamily="18" charset="0"/>
              </a:rPr>
              <a:t>OUTFLOWS</a:t>
            </a:r>
            <a:endParaRPr lang="en-US" altLang="en-US">
              <a:solidFill>
                <a:srgbClr val="FF0033"/>
              </a:solidFill>
              <a:latin typeface="Times New Roman" panose="02020603050405020304" pitchFamily="18" charset="0"/>
            </a:endParaRPr>
          </a:p>
        </p:txBody>
      </p:sp>
      <p:sp>
        <p:nvSpPr>
          <p:cNvPr id="60425" name="Line 8">
            <a:extLst>
              <a:ext uri="{FF2B5EF4-FFF2-40B4-BE49-F238E27FC236}">
                <a16:creationId xmlns:a16="http://schemas.microsoft.com/office/drawing/2014/main" id="{08B121D0-99E7-4AC4-A0FF-7BFEBA723391}"/>
              </a:ext>
            </a:extLst>
          </p:cNvPr>
          <p:cNvSpPr>
            <a:spLocks noChangeShapeType="1"/>
          </p:cNvSpPr>
          <p:nvPr/>
        </p:nvSpPr>
        <p:spPr bwMode="auto">
          <a:xfrm>
            <a:off x="2362200" y="5054600"/>
            <a:ext cx="5257800" cy="0"/>
          </a:xfrm>
          <a:prstGeom prst="line">
            <a:avLst/>
          </a:prstGeom>
          <a:noFill/>
          <a:ln w="762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26" name="Line 9">
            <a:extLst>
              <a:ext uri="{FF2B5EF4-FFF2-40B4-BE49-F238E27FC236}">
                <a16:creationId xmlns:a16="http://schemas.microsoft.com/office/drawing/2014/main" id="{0E58213F-4EA3-4B14-9C02-8CE08FCCA8CE}"/>
              </a:ext>
            </a:extLst>
          </p:cNvPr>
          <p:cNvSpPr>
            <a:spLocks noChangeShapeType="1"/>
          </p:cNvSpPr>
          <p:nvPr/>
        </p:nvSpPr>
        <p:spPr bwMode="auto">
          <a:xfrm>
            <a:off x="2362200" y="6045200"/>
            <a:ext cx="5257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882" name="Text Box 10">
            <a:extLst>
              <a:ext uri="{FF2B5EF4-FFF2-40B4-BE49-F238E27FC236}">
                <a16:creationId xmlns:a16="http://schemas.microsoft.com/office/drawing/2014/main" id="{79FBF159-E8BF-405A-8273-CB3F5DA7B52F}"/>
              </a:ext>
            </a:extLst>
          </p:cNvPr>
          <p:cNvSpPr txBox="1">
            <a:spLocks noChangeArrowheads="1"/>
          </p:cNvSpPr>
          <p:nvPr/>
        </p:nvSpPr>
        <p:spPr bwMode="auto">
          <a:xfrm>
            <a:off x="2362200" y="4645025"/>
            <a:ext cx="29935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800">
                <a:solidFill>
                  <a:srgbClr val="996633"/>
                </a:solidFill>
                <a:latin typeface="Times New Roman" panose="02020603050405020304" pitchFamily="18" charset="0"/>
              </a:rPr>
              <a:t>FLOW </a:t>
            </a:r>
            <a:r>
              <a:rPr lang="en-US" altLang="en-US" sz="1800">
                <a:solidFill>
                  <a:schemeClr val="tx1"/>
                </a:solidFill>
                <a:latin typeface="Times New Roman" panose="02020603050405020304" pitchFamily="18" charset="0"/>
              </a:rPr>
              <a:t>TO NEXT LEVEL UP</a:t>
            </a:r>
          </a:p>
        </p:txBody>
      </p:sp>
      <p:sp>
        <p:nvSpPr>
          <p:cNvPr id="79883" name="Text Box 11">
            <a:extLst>
              <a:ext uri="{FF2B5EF4-FFF2-40B4-BE49-F238E27FC236}">
                <a16:creationId xmlns:a16="http://schemas.microsoft.com/office/drawing/2014/main" id="{F71C9830-9EAA-4B53-AB9D-CE96208F02F6}"/>
              </a:ext>
            </a:extLst>
          </p:cNvPr>
          <p:cNvSpPr txBox="1">
            <a:spLocks noChangeArrowheads="1"/>
          </p:cNvSpPr>
          <p:nvPr/>
        </p:nvSpPr>
        <p:spPr bwMode="auto">
          <a:xfrm>
            <a:off x="3124200" y="1752601"/>
            <a:ext cx="20987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r>
              <a:rPr lang="en-US" dirty="0">
                <a:solidFill>
                  <a:srgbClr val="FFFF00"/>
                </a:solidFill>
                <a:effectLst>
                  <a:outerShdw blurRad="38100" dist="38100" dir="2700000" algn="tl">
                    <a:srgbClr val="000000">
                      <a:alpha val="43137"/>
                    </a:srgbClr>
                  </a:outerShdw>
                </a:effectLst>
                <a:ea typeface="ＭＳ Ｐゴシック" charset="0"/>
                <a:cs typeface="ＭＳ Ｐゴシック" charset="0"/>
              </a:rPr>
              <a:t>CHARGES TO</a:t>
            </a:r>
            <a:endParaRPr lang="en-US" sz="2800" dirty="0">
              <a:solidFill>
                <a:srgbClr val="FFFF00"/>
              </a:solidFill>
              <a:effectLst>
                <a:outerShdw blurRad="38100" dist="38100" dir="2700000" algn="tl">
                  <a:srgbClr val="000000">
                    <a:alpha val="43137"/>
                  </a:srgbClr>
                </a:outerShdw>
              </a:effectLst>
              <a:ea typeface="ＭＳ Ｐゴシック" charset="0"/>
              <a:cs typeface="ＭＳ Ｐゴシック" charset="0"/>
            </a:endParaRPr>
          </a:p>
        </p:txBody>
      </p:sp>
      <p:sp>
        <p:nvSpPr>
          <p:cNvPr id="79884" name="Text Box 12">
            <a:extLst>
              <a:ext uri="{FF2B5EF4-FFF2-40B4-BE49-F238E27FC236}">
                <a16:creationId xmlns:a16="http://schemas.microsoft.com/office/drawing/2014/main" id="{BD3C6114-929A-4730-88FE-E99781245685}"/>
              </a:ext>
            </a:extLst>
          </p:cNvPr>
          <p:cNvSpPr txBox="1">
            <a:spLocks noChangeArrowheads="1"/>
          </p:cNvSpPr>
          <p:nvPr/>
        </p:nvSpPr>
        <p:spPr bwMode="auto">
          <a:xfrm>
            <a:off x="3048001" y="3302001"/>
            <a:ext cx="16145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rgbClr val="FF0033"/>
                </a:solidFill>
                <a:latin typeface="Times New Roman" panose="02020603050405020304" pitchFamily="18" charset="0"/>
              </a:rPr>
              <a:t>COSTS OF</a:t>
            </a:r>
            <a:endParaRPr lang="en-US" altLang="en-US">
              <a:solidFill>
                <a:srgbClr val="FF0033"/>
              </a:solidFill>
              <a:latin typeface="Times New Roman" panose="02020603050405020304" pitchFamily="18" charset="0"/>
            </a:endParaRPr>
          </a:p>
        </p:txBody>
      </p:sp>
      <p:sp>
        <p:nvSpPr>
          <p:cNvPr id="79887" name="Text Box 15">
            <a:extLst>
              <a:ext uri="{FF2B5EF4-FFF2-40B4-BE49-F238E27FC236}">
                <a16:creationId xmlns:a16="http://schemas.microsoft.com/office/drawing/2014/main" id="{F9AE3FD9-781B-4CBE-BC69-D38BEC771DA3}"/>
              </a:ext>
            </a:extLst>
          </p:cNvPr>
          <p:cNvSpPr txBox="1">
            <a:spLocks noChangeArrowheads="1"/>
          </p:cNvSpPr>
          <p:nvPr/>
        </p:nvSpPr>
        <p:spPr bwMode="auto">
          <a:xfrm>
            <a:off x="6629401" y="2540000"/>
            <a:ext cx="918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800">
                <a:solidFill>
                  <a:srgbClr val="009900"/>
                </a:solidFill>
                <a:latin typeface="Times New Roman" panose="02020603050405020304" pitchFamily="18" charset="0"/>
              </a:rPr>
              <a:t>TOTAL</a:t>
            </a:r>
          </a:p>
        </p:txBody>
      </p:sp>
      <p:sp>
        <p:nvSpPr>
          <p:cNvPr id="79888" name="Text Box 16">
            <a:extLst>
              <a:ext uri="{FF2B5EF4-FFF2-40B4-BE49-F238E27FC236}">
                <a16:creationId xmlns:a16="http://schemas.microsoft.com/office/drawing/2014/main" id="{5B2DDA27-A2E8-4227-9EDA-92412E6DB42B}"/>
              </a:ext>
            </a:extLst>
          </p:cNvPr>
          <p:cNvSpPr txBox="1">
            <a:spLocks noChangeArrowheads="1"/>
          </p:cNvSpPr>
          <p:nvPr/>
        </p:nvSpPr>
        <p:spPr bwMode="auto">
          <a:xfrm>
            <a:off x="6629401" y="4216400"/>
            <a:ext cx="918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800">
                <a:solidFill>
                  <a:srgbClr val="FF0033"/>
                </a:solidFill>
                <a:latin typeface="Times New Roman" panose="02020603050405020304" pitchFamily="18" charset="0"/>
              </a:rPr>
              <a:t>TOTAL</a:t>
            </a:r>
          </a:p>
        </p:txBody>
      </p:sp>
      <p:sp>
        <p:nvSpPr>
          <p:cNvPr id="79889" name="AutoShape 17">
            <a:extLst>
              <a:ext uri="{FF2B5EF4-FFF2-40B4-BE49-F238E27FC236}">
                <a16:creationId xmlns:a16="http://schemas.microsoft.com/office/drawing/2014/main" id="{16AD5E4A-8930-42D0-ABD2-3890D63AEFA8}"/>
              </a:ext>
            </a:extLst>
          </p:cNvPr>
          <p:cNvSpPr>
            <a:spLocks/>
          </p:cNvSpPr>
          <p:nvPr/>
        </p:nvSpPr>
        <p:spPr bwMode="auto">
          <a:xfrm>
            <a:off x="7696200" y="1066800"/>
            <a:ext cx="457200" cy="3987800"/>
          </a:xfrm>
          <a:prstGeom prst="rightBrace">
            <a:avLst>
              <a:gd name="adj1" fmla="val 72685"/>
              <a:gd name="adj2" fmla="val 50000"/>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60435" name="Text Box 18">
            <a:extLst>
              <a:ext uri="{FF2B5EF4-FFF2-40B4-BE49-F238E27FC236}">
                <a16:creationId xmlns:a16="http://schemas.microsoft.com/office/drawing/2014/main" id="{DD8F9E9F-1154-412F-989D-D827FCD88AC4}"/>
              </a:ext>
            </a:extLst>
          </p:cNvPr>
          <p:cNvSpPr txBox="1">
            <a:spLocks noChangeArrowheads="1"/>
          </p:cNvSpPr>
          <p:nvPr/>
        </p:nvSpPr>
        <p:spPr bwMode="auto">
          <a:xfrm>
            <a:off x="8231483" y="1295401"/>
            <a:ext cx="1442446" cy="830997"/>
          </a:xfrm>
          <a:prstGeom prst="rect">
            <a:avLst/>
          </a:prstGeom>
          <a:noFill/>
          <a:ln w="76200">
            <a:solidFill>
              <a:srgbClr val="FFFF00"/>
            </a:solidFill>
            <a:miter lim="800000"/>
            <a:headEnd type="none" w="sm" len="sm"/>
            <a:tailEnd type="none" w="sm" len="sm"/>
          </a:ln>
          <a:effectLst/>
          <a:extLst>
            <a:ext uri="{909E8E84-426E-40DD-AFC4-6F175D3DCCD1}">
              <a14:hiddenFill xmlns:a14="http://schemas.microsoft.com/office/drawing/2010/main">
                <a:solidFill>
                  <a:srgbClr val="99663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2400" dirty="0">
                <a:solidFill>
                  <a:srgbClr val="FFFF00"/>
                </a:solidFill>
                <a:effectLst>
                  <a:outerShdw blurRad="38100" dist="38100" dir="2700000" algn="tl">
                    <a:srgbClr val="000000">
                      <a:alpha val="43137"/>
                    </a:srgbClr>
                  </a:outerShdw>
                </a:effectLst>
                <a:latin typeface="Times New Roman" panose="02020603050405020304" pitchFamily="18" charset="0"/>
              </a:rPr>
              <a:t>SERVICE</a:t>
            </a:r>
          </a:p>
          <a:p>
            <a:pPr algn="ctr">
              <a:lnSpc>
                <a:spcPct val="100000"/>
              </a:lnSpc>
              <a:spcAft>
                <a:spcPct val="0"/>
              </a:spcAft>
              <a:buClrTx/>
              <a:buSzTx/>
              <a:buFontTx/>
              <a:buNone/>
            </a:pPr>
            <a:r>
              <a:rPr lang="en-US" altLang="en-US" sz="2400" dirty="0">
                <a:solidFill>
                  <a:srgbClr val="FFFF00"/>
                </a:solidFill>
                <a:effectLst>
                  <a:outerShdw blurRad="38100" dist="38100" dir="2700000" algn="tl">
                    <a:srgbClr val="000000">
                      <a:alpha val="43137"/>
                    </a:srgbClr>
                  </a:outerShdw>
                </a:effectLst>
                <a:latin typeface="Times New Roman" panose="02020603050405020304" pitchFamily="18" charset="0"/>
              </a:rPr>
              <a:t>CENTER</a:t>
            </a:r>
            <a:endParaRPr lang="en-US" altLang="en-US" dirty="0">
              <a:solidFill>
                <a:srgbClr val="FFFF00"/>
              </a:solidFill>
              <a:effectLst>
                <a:outerShdw blurRad="38100" dist="38100" dir="2700000" algn="tl">
                  <a:srgbClr val="000000">
                    <a:alpha val="43137"/>
                  </a:srgbClr>
                </a:outerShdw>
              </a:effectLst>
              <a:latin typeface="Times New Roman" panose="02020603050405020304" pitchFamily="18" charset="0"/>
            </a:endParaRPr>
          </a:p>
        </p:txBody>
      </p:sp>
      <p:sp>
        <p:nvSpPr>
          <p:cNvPr id="79891" name="Text Box 19">
            <a:extLst>
              <a:ext uri="{FF2B5EF4-FFF2-40B4-BE49-F238E27FC236}">
                <a16:creationId xmlns:a16="http://schemas.microsoft.com/office/drawing/2014/main" id="{6526A3A3-2530-4E12-BC59-487942BB4597}"/>
              </a:ext>
            </a:extLst>
          </p:cNvPr>
          <p:cNvSpPr txBox="1">
            <a:spLocks noChangeArrowheads="1"/>
          </p:cNvSpPr>
          <p:nvPr/>
        </p:nvSpPr>
        <p:spPr bwMode="auto">
          <a:xfrm>
            <a:off x="7086600" y="457200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chemeClr val="tx1"/>
                </a:solidFill>
                <a:latin typeface="Times New Roman" panose="02020603050405020304" pitchFamily="18" charset="0"/>
              </a:rPr>
              <a:t>0</a:t>
            </a:r>
          </a:p>
        </p:txBody>
      </p:sp>
      <p:sp>
        <p:nvSpPr>
          <p:cNvPr id="79892" name="Text Box 20">
            <a:extLst>
              <a:ext uri="{FF2B5EF4-FFF2-40B4-BE49-F238E27FC236}">
                <a16:creationId xmlns:a16="http://schemas.microsoft.com/office/drawing/2014/main" id="{447ABD67-1FC9-4F89-B788-C787A43148DD}"/>
              </a:ext>
            </a:extLst>
          </p:cNvPr>
          <p:cNvSpPr txBox="1">
            <a:spLocks noChangeArrowheads="1"/>
          </p:cNvSpPr>
          <p:nvPr/>
        </p:nvSpPr>
        <p:spPr bwMode="auto">
          <a:xfrm>
            <a:off x="8211184" y="2667001"/>
            <a:ext cx="18846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DIRECTLY</a:t>
            </a:r>
          </a:p>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ATTRIBUTABLE</a:t>
            </a:r>
            <a:endParaRPr lang="en-US" altLang="en-US" sz="1800">
              <a:solidFill>
                <a:srgbClr val="009900"/>
              </a:solidFill>
              <a:latin typeface="Times New Roman" panose="02020603050405020304" pitchFamily="18" charset="0"/>
            </a:endParaRPr>
          </a:p>
        </p:txBody>
      </p:sp>
      <p:sp>
        <p:nvSpPr>
          <p:cNvPr id="79893" name="Text Box 21">
            <a:extLst>
              <a:ext uri="{FF2B5EF4-FFF2-40B4-BE49-F238E27FC236}">
                <a16:creationId xmlns:a16="http://schemas.microsoft.com/office/drawing/2014/main" id="{697C6F7C-815E-4D6D-8512-E2CE4FAD00DD}"/>
              </a:ext>
            </a:extLst>
          </p:cNvPr>
          <p:cNvSpPr txBox="1">
            <a:spLocks noChangeArrowheads="1"/>
          </p:cNvSpPr>
          <p:nvPr/>
        </p:nvSpPr>
        <p:spPr bwMode="auto">
          <a:xfrm>
            <a:off x="8534400" y="3657600"/>
            <a:ext cx="211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dirty="0">
                <a:solidFill>
                  <a:schemeClr val="tx1"/>
                </a:solidFill>
                <a:latin typeface="Times New Roman" panose="02020603050405020304" pitchFamily="18" charset="0"/>
              </a:rPr>
              <a:t>“REASONABLY</a:t>
            </a:r>
          </a:p>
          <a:p>
            <a:pPr algn="ctr">
              <a:lnSpc>
                <a:spcPct val="100000"/>
              </a:lnSpc>
              <a:spcAft>
                <a:spcPct val="0"/>
              </a:spcAft>
              <a:buClrTx/>
              <a:buSzTx/>
              <a:buFontTx/>
              <a:buNone/>
            </a:pPr>
            <a:r>
              <a:rPr lang="en-US" altLang="en-US" sz="1800" dirty="0">
                <a:solidFill>
                  <a:schemeClr val="tx1"/>
                </a:solidFill>
                <a:latin typeface="Times New Roman" panose="02020603050405020304" pitchFamily="18" charset="0"/>
              </a:rPr>
              <a:t>CONTROLLABLE”</a:t>
            </a:r>
            <a:endParaRPr lang="en-US" altLang="en-US" sz="1800" dirty="0">
              <a:solidFill>
                <a:srgbClr val="009900"/>
              </a:solidFill>
              <a:latin typeface="Times New Roman" panose="02020603050405020304" pitchFamily="18" charset="0"/>
            </a:endParaRPr>
          </a:p>
        </p:txBody>
      </p:sp>
      <p:sp>
        <p:nvSpPr>
          <p:cNvPr id="79894" name="Line 22">
            <a:extLst>
              <a:ext uri="{FF2B5EF4-FFF2-40B4-BE49-F238E27FC236}">
                <a16:creationId xmlns:a16="http://schemas.microsoft.com/office/drawing/2014/main" id="{23B98620-5FF1-497A-98E9-8A6615E1085D}"/>
              </a:ext>
            </a:extLst>
          </p:cNvPr>
          <p:cNvSpPr>
            <a:spLocks noChangeShapeType="1"/>
          </p:cNvSpPr>
          <p:nvPr/>
        </p:nvSpPr>
        <p:spPr bwMode="auto">
          <a:xfrm flipH="1" flipV="1">
            <a:off x="9144000" y="3276600"/>
            <a:ext cx="228600" cy="304800"/>
          </a:xfrm>
          <a:prstGeom prst="line">
            <a:avLst/>
          </a:prstGeom>
          <a:noFill/>
          <a:ln w="381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895" name="Rectangle 23" descr="Wide upward diagonal">
            <a:extLst>
              <a:ext uri="{FF2B5EF4-FFF2-40B4-BE49-F238E27FC236}">
                <a16:creationId xmlns:a16="http://schemas.microsoft.com/office/drawing/2014/main" id="{1C126E30-E157-493E-B6BB-4ACD357DA96C}"/>
              </a:ext>
            </a:extLst>
          </p:cNvPr>
          <p:cNvSpPr>
            <a:spLocks noChangeArrowheads="1"/>
          </p:cNvSpPr>
          <p:nvPr/>
        </p:nvSpPr>
        <p:spPr bwMode="auto">
          <a:xfrm>
            <a:off x="2362200" y="5105400"/>
            <a:ext cx="5257800" cy="1371600"/>
          </a:xfrm>
          <a:prstGeom prst="rect">
            <a:avLst/>
          </a:prstGeom>
          <a:blipFill dpi="0" rotWithShape="0">
            <a:blip r:embed="rId3"/>
            <a:srcRect/>
            <a:tile tx="0" ty="0" sx="100000" sy="100000" flip="none" algn="tl"/>
          </a:blip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79896" name="Text Box 24">
            <a:extLst>
              <a:ext uri="{FF2B5EF4-FFF2-40B4-BE49-F238E27FC236}">
                <a16:creationId xmlns:a16="http://schemas.microsoft.com/office/drawing/2014/main" id="{7C9EAE55-4B53-4678-94E6-2B051CC3F840}"/>
              </a:ext>
            </a:extLst>
          </p:cNvPr>
          <p:cNvSpPr txBox="1">
            <a:spLocks noChangeArrowheads="1"/>
          </p:cNvSpPr>
          <p:nvPr/>
        </p:nvSpPr>
        <p:spPr bwMode="auto">
          <a:xfrm>
            <a:off x="7772400" y="5257800"/>
            <a:ext cx="27432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SERVICE CENTERS</a:t>
            </a:r>
          </a:p>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DO NOT SHARE </a:t>
            </a:r>
          </a:p>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OVERHEAD EXPENSES</a:t>
            </a:r>
          </a:p>
        </p:txBody>
      </p:sp>
    </p:spTree>
    <p:extLst>
      <p:ext uri="{BB962C8B-B14F-4D97-AF65-F5344CB8AC3E}">
        <p14:creationId xmlns:p14="http://schemas.microsoft.com/office/powerpoint/2010/main" val="3794970533"/>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7988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98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989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989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9876"/>
                                        </p:tgtEl>
                                        <p:attrNameLst>
                                          <p:attrName>style.visibility</p:attrName>
                                        </p:attrNameLst>
                                      </p:cBhvr>
                                      <p:to>
                                        <p:strVal val="visible"/>
                                      </p:to>
                                    </p:set>
                                  </p:childTnLst>
                                </p:cTn>
                              </p:par>
                            </p:childTnLst>
                          </p:cTn>
                        </p:par>
                        <p:par>
                          <p:cTn id="17" fill="hold" nodeType="afterGroup">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79879"/>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988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79887"/>
                                        </p:tgtEl>
                                        <p:attrNameLst>
                                          <p:attrName>style.visibility</p:attrName>
                                        </p:attrNameLst>
                                      </p:cBhvr>
                                      <p:to>
                                        <p:strVal val="visible"/>
                                      </p:to>
                                    </p:set>
                                  </p:childTnLst>
                                </p:cTn>
                              </p:par>
                            </p:childTnLst>
                          </p:cTn>
                        </p:par>
                      </p:childTnLst>
                    </p:cTn>
                  </p:par>
                  <p:par>
                    <p:cTn id="28" fill="hold">
                      <p:stCondLst>
                        <p:cond delay="indefinite"/>
                      </p:stCondLst>
                      <p:childTnLst>
                        <p:par>
                          <p:cTn id="29" fill="hold" nodeType="after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988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79888"/>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79882"/>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9891"/>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79895"/>
                                        </p:tgtEl>
                                        <p:attrNameLst>
                                          <p:attrName>style.visibility</p:attrName>
                                        </p:attrNameLst>
                                      </p:cBhvr>
                                      <p:to>
                                        <p:strVal val="visible"/>
                                      </p:to>
                                    </p:set>
                                  </p:childTnLst>
                                </p:cTn>
                              </p:par>
                            </p:childTnLst>
                          </p:cTn>
                        </p:par>
                        <p:par>
                          <p:cTn id="48" fill="hold" nodeType="afterGroup">
                            <p:stCondLst>
                              <p:cond delay="0"/>
                            </p:stCondLst>
                            <p:childTnLst>
                              <p:par>
                                <p:cTn id="49" presetID="1" presetClass="entr" presetSubtype="0" fill="hold" grpId="0" nodeType="afterEffect">
                                  <p:stCondLst>
                                    <p:cond delay="0"/>
                                  </p:stCondLst>
                                  <p:childTnLst>
                                    <p:set>
                                      <p:cBhvr>
                                        <p:cTn id="50" dur="1" fill="hold">
                                          <p:stCondLst>
                                            <p:cond delay="0"/>
                                          </p:stCondLst>
                                        </p:cTn>
                                        <p:tgtEl>
                                          <p:spTgt spid="798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P spid="79879" grpId="0" autoUpdateAnimBg="0"/>
      <p:bldP spid="79882" grpId="0" autoUpdateAnimBg="0"/>
      <p:bldP spid="79883" grpId="0" autoUpdateAnimBg="0"/>
      <p:bldP spid="79884" grpId="0" autoUpdateAnimBg="0"/>
      <p:bldP spid="79887" grpId="0" autoUpdateAnimBg="0"/>
      <p:bldP spid="79888" grpId="0" autoUpdateAnimBg="0"/>
      <p:bldP spid="79889" grpId="0" animBg="1"/>
      <p:bldP spid="79891" grpId="0" autoUpdateAnimBg="0"/>
      <p:bldP spid="79892" grpId="0" autoUpdateAnimBg="0"/>
      <p:bldP spid="79893" grpId="0" autoUpdateAnimBg="0"/>
      <p:bldP spid="79895" grpId="0" animBg="1"/>
      <p:bldP spid="79896"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a:extLst>
              <a:ext uri="{FF2B5EF4-FFF2-40B4-BE49-F238E27FC236}">
                <a16:creationId xmlns:a16="http://schemas.microsoft.com/office/drawing/2014/main" id="{5E2AD030-567A-43C8-B0B1-38F821B1BE0C}"/>
              </a:ext>
            </a:extLst>
          </p:cNvPr>
          <p:cNvSpPr>
            <a:spLocks noGrp="1"/>
          </p:cNvSpPr>
          <p:nvPr>
            <p:ph type="ftr" sz="quarter" idx="4294967295"/>
          </p:nvPr>
        </p:nvSpPr>
        <p:spPr bwMode="auto">
          <a:xfrm>
            <a:off x="4648200" y="62484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400">
                <a:solidFill>
                  <a:schemeClr val="tx1"/>
                </a:solidFill>
                <a:latin typeface="Times New Roman" panose="02020603050405020304" pitchFamily="18" charset="0"/>
              </a:rPr>
              <a:t>V 4.0</a:t>
            </a:r>
          </a:p>
        </p:txBody>
      </p:sp>
      <p:sp>
        <p:nvSpPr>
          <p:cNvPr id="62467" name="Rectangle 2">
            <a:extLst>
              <a:ext uri="{FF2B5EF4-FFF2-40B4-BE49-F238E27FC236}">
                <a16:creationId xmlns:a16="http://schemas.microsoft.com/office/drawing/2014/main" id="{97464075-8C9D-4EA7-BEAA-A9A25E643E95}"/>
              </a:ext>
            </a:extLst>
          </p:cNvPr>
          <p:cNvSpPr>
            <a:spLocks noGrp="1" noChangeArrowheads="1"/>
          </p:cNvSpPr>
          <p:nvPr>
            <p:ph type="title"/>
          </p:nvPr>
        </p:nvSpPr>
        <p:spPr>
          <a:xfrm>
            <a:off x="2362200" y="228600"/>
            <a:ext cx="7772400" cy="1143000"/>
          </a:xfrm>
        </p:spPr>
        <p:txBody>
          <a:bodyPr/>
          <a:lstStyle/>
          <a:p>
            <a:r>
              <a:rPr lang="en-US" altLang="en-US" dirty="0"/>
              <a:t>ADMINISTRATION</a:t>
            </a:r>
          </a:p>
        </p:txBody>
      </p:sp>
      <p:sp>
        <p:nvSpPr>
          <p:cNvPr id="62468" name="Rectangle 3">
            <a:extLst>
              <a:ext uri="{FF2B5EF4-FFF2-40B4-BE49-F238E27FC236}">
                <a16:creationId xmlns:a16="http://schemas.microsoft.com/office/drawing/2014/main" id="{CB6F32FD-F35F-49F9-ACD9-1190988E936C}"/>
              </a:ext>
            </a:extLst>
          </p:cNvPr>
          <p:cNvSpPr>
            <a:spLocks noChangeArrowheads="1"/>
          </p:cNvSpPr>
          <p:nvPr/>
        </p:nvSpPr>
        <p:spPr bwMode="auto">
          <a:xfrm>
            <a:off x="2362200" y="1066800"/>
            <a:ext cx="5257800" cy="5435600"/>
          </a:xfrm>
          <a:prstGeom prst="rect">
            <a:avLst/>
          </a:prstGeom>
          <a:noFill/>
          <a:ln w="28575">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81924" name="Text Box 4">
            <a:extLst>
              <a:ext uri="{FF2B5EF4-FFF2-40B4-BE49-F238E27FC236}">
                <a16:creationId xmlns:a16="http://schemas.microsoft.com/office/drawing/2014/main" id="{B18BE952-9A0F-46D6-964D-157C98CF6918}"/>
              </a:ext>
            </a:extLst>
          </p:cNvPr>
          <p:cNvSpPr txBox="1">
            <a:spLocks noChangeArrowheads="1"/>
          </p:cNvSpPr>
          <p:nvPr/>
        </p:nvSpPr>
        <p:spPr bwMode="auto">
          <a:xfrm>
            <a:off x="2362200" y="1066801"/>
            <a:ext cx="15536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rgbClr val="009900"/>
                </a:solidFill>
                <a:latin typeface="Times New Roman" panose="02020603050405020304" pitchFamily="18" charset="0"/>
              </a:rPr>
              <a:t>INFLOWS</a:t>
            </a:r>
            <a:endParaRPr lang="en-US" altLang="en-US">
              <a:solidFill>
                <a:srgbClr val="009900"/>
              </a:solidFill>
              <a:latin typeface="Times New Roman" panose="02020603050405020304" pitchFamily="18" charset="0"/>
            </a:endParaRPr>
          </a:p>
        </p:txBody>
      </p:sp>
      <p:sp>
        <p:nvSpPr>
          <p:cNvPr id="62470" name="Line 5">
            <a:extLst>
              <a:ext uri="{FF2B5EF4-FFF2-40B4-BE49-F238E27FC236}">
                <a16:creationId xmlns:a16="http://schemas.microsoft.com/office/drawing/2014/main" id="{FFF7FA51-A9E7-4C99-8BD5-4A4177C6CA54}"/>
              </a:ext>
            </a:extLst>
          </p:cNvPr>
          <p:cNvSpPr>
            <a:spLocks noChangeShapeType="1"/>
          </p:cNvSpPr>
          <p:nvPr/>
        </p:nvSpPr>
        <p:spPr bwMode="auto">
          <a:xfrm>
            <a:off x="2362200" y="2921000"/>
            <a:ext cx="5257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71" name="Line 6">
            <a:extLst>
              <a:ext uri="{FF2B5EF4-FFF2-40B4-BE49-F238E27FC236}">
                <a16:creationId xmlns:a16="http://schemas.microsoft.com/office/drawing/2014/main" id="{E8E73C7C-94B1-4E01-BD8A-B6343B4D282E}"/>
              </a:ext>
            </a:extLst>
          </p:cNvPr>
          <p:cNvSpPr>
            <a:spLocks noChangeShapeType="1"/>
          </p:cNvSpPr>
          <p:nvPr/>
        </p:nvSpPr>
        <p:spPr bwMode="auto">
          <a:xfrm>
            <a:off x="2362200" y="4597400"/>
            <a:ext cx="5257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27" name="Text Box 7">
            <a:extLst>
              <a:ext uri="{FF2B5EF4-FFF2-40B4-BE49-F238E27FC236}">
                <a16:creationId xmlns:a16="http://schemas.microsoft.com/office/drawing/2014/main" id="{302B0665-7A24-45A1-A771-3B5D62EAF2E4}"/>
              </a:ext>
            </a:extLst>
          </p:cNvPr>
          <p:cNvSpPr txBox="1">
            <a:spLocks noChangeArrowheads="1"/>
          </p:cNvSpPr>
          <p:nvPr/>
        </p:nvSpPr>
        <p:spPr bwMode="auto">
          <a:xfrm>
            <a:off x="2362201" y="2971801"/>
            <a:ext cx="18614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a:solidFill>
                  <a:srgbClr val="FF0033"/>
                </a:solidFill>
                <a:latin typeface="Times New Roman" panose="02020603050405020304" pitchFamily="18" charset="0"/>
              </a:rPr>
              <a:t>OUTFLOWS</a:t>
            </a:r>
            <a:endParaRPr lang="en-US" altLang="en-US">
              <a:solidFill>
                <a:srgbClr val="FF0033"/>
              </a:solidFill>
              <a:latin typeface="Times New Roman" panose="02020603050405020304" pitchFamily="18" charset="0"/>
            </a:endParaRPr>
          </a:p>
        </p:txBody>
      </p:sp>
      <p:sp>
        <p:nvSpPr>
          <p:cNvPr id="62473" name="Line 8">
            <a:extLst>
              <a:ext uri="{FF2B5EF4-FFF2-40B4-BE49-F238E27FC236}">
                <a16:creationId xmlns:a16="http://schemas.microsoft.com/office/drawing/2014/main" id="{835C1ED1-1C3D-4E12-8EDD-F094BA2AAC28}"/>
              </a:ext>
            </a:extLst>
          </p:cNvPr>
          <p:cNvSpPr>
            <a:spLocks noChangeShapeType="1"/>
          </p:cNvSpPr>
          <p:nvPr/>
        </p:nvSpPr>
        <p:spPr bwMode="auto">
          <a:xfrm>
            <a:off x="2362200" y="5054600"/>
            <a:ext cx="5257800" cy="0"/>
          </a:xfrm>
          <a:prstGeom prst="line">
            <a:avLst/>
          </a:prstGeom>
          <a:noFill/>
          <a:ln w="762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74" name="Line 9">
            <a:extLst>
              <a:ext uri="{FF2B5EF4-FFF2-40B4-BE49-F238E27FC236}">
                <a16:creationId xmlns:a16="http://schemas.microsoft.com/office/drawing/2014/main" id="{D65CAF44-3C09-4F78-8554-3DCD1471B540}"/>
              </a:ext>
            </a:extLst>
          </p:cNvPr>
          <p:cNvSpPr>
            <a:spLocks noChangeShapeType="1"/>
          </p:cNvSpPr>
          <p:nvPr/>
        </p:nvSpPr>
        <p:spPr bwMode="auto">
          <a:xfrm>
            <a:off x="2362200" y="6045200"/>
            <a:ext cx="5257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30" name="Text Box 10">
            <a:extLst>
              <a:ext uri="{FF2B5EF4-FFF2-40B4-BE49-F238E27FC236}">
                <a16:creationId xmlns:a16="http://schemas.microsoft.com/office/drawing/2014/main" id="{816B499B-107D-43E7-B1FC-2693EEC71093}"/>
              </a:ext>
            </a:extLst>
          </p:cNvPr>
          <p:cNvSpPr txBox="1">
            <a:spLocks noChangeArrowheads="1"/>
          </p:cNvSpPr>
          <p:nvPr/>
        </p:nvSpPr>
        <p:spPr bwMode="auto">
          <a:xfrm>
            <a:off x="2362200" y="4645025"/>
            <a:ext cx="29293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800">
                <a:solidFill>
                  <a:srgbClr val="FF0F0F"/>
                </a:solidFill>
                <a:latin typeface="Times New Roman" panose="02020603050405020304" pitchFamily="18" charset="0"/>
              </a:rPr>
              <a:t>COST</a:t>
            </a:r>
            <a:r>
              <a:rPr lang="en-US" altLang="en-US" sz="1800">
                <a:solidFill>
                  <a:schemeClr val="tx1"/>
                </a:solidFill>
                <a:latin typeface="Times New Roman" panose="02020603050405020304" pitchFamily="18" charset="0"/>
              </a:rPr>
              <a:t> TO NEXT LEVEL UP</a:t>
            </a:r>
          </a:p>
        </p:txBody>
      </p:sp>
      <p:sp>
        <p:nvSpPr>
          <p:cNvPr id="81931" name="Text Box 11">
            <a:extLst>
              <a:ext uri="{FF2B5EF4-FFF2-40B4-BE49-F238E27FC236}">
                <a16:creationId xmlns:a16="http://schemas.microsoft.com/office/drawing/2014/main" id="{D41208F2-C50B-43A6-8F2D-7A10F2167FAD}"/>
              </a:ext>
            </a:extLst>
          </p:cNvPr>
          <p:cNvSpPr txBox="1">
            <a:spLocks noChangeArrowheads="1"/>
          </p:cNvSpPr>
          <p:nvPr/>
        </p:nvSpPr>
        <p:spPr bwMode="auto">
          <a:xfrm>
            <a:off x="3048001" y="3302001"/>
            <a:ext cx="16145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2400" dirty="0">
                <a:solidFill>
                  <a:srgbClr val="FF0033"/>
                </a:solidFill>
                <a:latin typeface="Times New Roman" panose="02020603050405020304" pitchFamily="18" charset="0"/>
              </a:rPr>
              <a:t>COSTS OF</a:t>
            </a:r>
            <a:endParaRPr lang="en-US" altLang="en-US" dirty="0">
              <a:solidFill>
                <a:srgbClr val="FF0033"/>
              </a:solidFill>
              <a:latin typeface="Times New Roman" panose="02020603050405020304" pitchFamily="18" charset="0"/>
            </a:endParaRPr>
          </a:p>
        </p:txBody>
      </p:sp>
      <p:sp>
        <p:nvSpPr>
          <p:cNvPr id="81934" name="Text Box 14">
            <a:extLst>
              <a:ext uri="{FF2B5EF4-FFF2-40B4-BE49-F238E27FC236}">
                <a16:creationId xmlns:a16="http://schemas.microsoft.com/office/drawing/2014/main" id="{6B38E563-3F81-4D48-9C9C-B6DA912EEDB6}"/>
              </a:ext>
            </a:extLst>
          </p:cNvPr>
          <p:cNvSpPr txBox="1">
            <a:spLocks noChangeArrowheads="1"/>
          </p:cNvSpPr>
          <p:nvPr/>
        </p:nvSpPr>
        <p:spPr bwMode="auto">
          <a:xfrm>
            <a:off x="7162800" y="2514601"/>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800">
                <a:solidFill>
                  <a:schemeClr val="tx1"/>
                </a:solidFill>
                <a:latin typeface="Times New Roman" panose="02020603050405020304" pitchFamily="18" charset="0"/>
              </a:rPr>
              <a:t>0</a:t>
            </a:r>
          </a:p>
        </p:txBody>
      </p:sp>
      <p:sp>
        <p:nvSpPr>
          <p:cNvPr id="81935" name="Text Box 15">
            <a:extLst>
              <a:ext uri="{FF2B5EF4-FFF2-40B4-BE49-F238E27FC236}">
                <a16:creationId xmlns:a16="http://schemas.microsoft.com/office/drawing/2014/main" id="{23A72687-F508-48DC-A5E9-48A88251F70B}"/>
              </a:ext>
            </a:extLst>
          </p:cNvPr>
          <p:cNvSpPr txBox="1">
            <a:spLocks noChangeArrowheads="1"/>
          </p:cNvSpPr>
          <p:nvPr/>
        </p:nvSpPr>
        <p:spPr bwMode="auto">
          <a:xfrm>
            <a:off x="6629401" y="4216400"/>
            <a:ext cx="9186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800">
                <a:solidFill>
                  <a:srgbClr val="FF0033"/>
                </a:solidFill>
                <a:latin typeface="Times New Roman" panose="02020603050405020304" pitchFamily="18" charset="0"/>
              </a:rPr>
              <a:t>TOTAL</a:t>
            </a:r>
          </a:p>
        </p:txBody>
      </p:sp>
      <p:sp>
        <p:nvSpPr>
          <p:cNvPr id="81936" name="Text Box 16">
            <a:extLst>
              <a:ext uri="{FF2B5EF4-FFF2-40B4-BE49-F238E27FC236}">
                <a16:creationId xmlns:a16="http://schemas.microsoft.com/office/drawing/2014/main" id="{30A7EF41-0A75-431F-AAB3-CBB2031BCFB0}"/>
              </a:ext>
            </a:extLst>
          </p:cNvPr>
          <p:cNvSpPr txBox="1">
            <a:spLocks noChangeArrowheads="1"/>
          </p:cNvSpPr>
          <p:nvPr/>
        </p:nvSpPr>
        <p:spPr bwMode="auto">
          <a:xfrm>
            <a:off x="6934201" y="4648200"/>
            <a:ext cx="3968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800">
                <a:solidFill>
                  <a:srgbClr val="FF0033"/>
                </a:solidFill>
                <a:latin typeface="Times New Roman" panose="02020603050405020304" pitchFamily="18" charset="0"/>
              </a:rPr>
              <a:t>( )</a:t>
            </a:r>
            <a:endParaRPr lang="en-US" altLang="en-US" sz="1800">
              <a:solidFill>
                <a:schemeClr val="tx1"/>
              </a:solidFill>
              <a:latin typeface="Times New Roman" panose="02020603050405020304" pitchFamily="18" charset="0"/>
            </a:endParaRPr>
          </a:p>
        </p:txBody>
      </p:sp>
      <p:sp>
        <p:nvSpPr>
          <p:cNvPr id="81937" name="AutoShape 17">
            <a:extLst>
              <a:ext uri="{FF2B5EF4-FFF2-40B4-BE49-F238E27FC236}">
                <a16:creationId xmlns:a16="http://schemas.microsoft.com/office/drawing/2014/main" id="{6683CBF7-7631-4046-A4E3-AC802F9D92C7}"/>
              </a:ext>
            </a:extLst>
          </p:cNvPr>
          <p:cNvSpPr>
            <a:spLocks/>
          </p:cNvSpPr>
          <p:nvPr/>
        </p:nvSpPr>
        <p:spPr bwMode="auto">
          <a:xfrm>
            <a:off x="7696200" y="1066800"/>
            <a:ext cx="457200" cy="3987800"/>
          </a:xfrm>
          <a:prstGeom prst="rightBrace">
            <a:avLst>
              <a:gd name="adj1" fmla="val 72685"/>
              <a:gd name="adj2" fmla="val 50000"/>
            </a:avLst>
          </a:prstGeom>
          <a:noFill/>
          <a:ln w="28575">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62483" name="Text Box 18">
            <a:extLst>
              <a:ext uri="{FF2B5EF4-FFF2-40B4-BE49-F238E27FC236}">
                <a16:creationId xmlns:a16="http://schemas.microsoft.com/office/drawing/2014/main" id="{8C7AB3EA-E449-4C99-8126-3FD98EC8F5AE}"/>
              </a:ext>
            </a:extLst>
          </p:cNvPr>
          <p:cNvSpPr txBox="1">
            <a:spLocks noChangeArrowheads="1"/>
          </p:cNvSpPr>
          <p:nvPr/>
        </p:nvSpPr>
        <p:spPr bwMode="auto">
          <a:xfrm>
            <a:off x="8241986" y="1371601"/>
            <a:ext cx="2165978" cy="830997"/>
          </a:xfrm>
          <a:prstGeom prst="rect">
            <a:avLst/>
          </a:prstGeom>
          <a:noFill/>
          <a:ln w="76200">
            <a:solidFill>
              <a:srgbClr val="FF0F0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2400">
                <a:solidFill>
                  <a:srgbClr val="FF0033"/>
                </a:solidFill>
                <a:latin typeface="Times New Roman" panose="02020603050405020304" pitchFamily="18" charset="0"/>
              </a:rPr>
              <a:t>EXCELLENCE</a:t>
            </a:r>
          </a:p>
          <a:p>
            <a:pPr algn="ctr">
              <a:lnSpc>
                <a:spcPct val="100000"/>
              </a:lnSpc>
              <a:spcAft>
                <a:spcPct val="0"/>
              </a:spcAft>
              <a:buClrTx/>
              <a:buSzTx/>
              <a:buFontTx/>
              <a:buNone/>
            </a:pPr>
            <a:r>
              <a:rPr lang="en-US" altLang="en-US" sz="2400">
                <a:solidFill>
                  <a:srgbClr val="FF0033"/>
                </a:solidFill>
                <a:latin typeface="Times New Roman" panose="02020603050405020304" pitchFamily="18" charset="0"/>
              </a:rPr>
              <a:t>CENTER</a:t>
            </a:r>
            <a:endParaRPr lang="en-US" altLang="en-US">
              <a:solidFill>
                <a:srgbClr val="FF0033"/>
              </a:solidFill>
              <a:latin typeface="Times New Roman" panose="02020603050405020304" pitchFamily="18" charset="0"/>
            </a:endParaRPr>
          </a:p>
        </p:txBody>
      </p:sp>
      <p:sp>
        <p:nvSpPr>
          <p:cNvPr id="81939" name="Text Box 19">
            <a:extLst>
              <a:ext uri="{FF2B5EF4-FFF2-40B4-BE49-F238E27FC236}">
                <a16:creationId xmlns:a16="http://schemas.microsoft.com/office/drawing/2014/main" id="{04F6180A-CA13-4DE8-A6C2-110CC962E2F3}"/>
              </a:ext>
            </a:extLst>
          </p:cNvPr>
          <p:cNvSpPr txBox="1">
            <a:spLocks noChangeArrowheads="1"/>
          </p:cNvSpPr>
          <p:nvPr/>
        </p:nvSpPr>
        <p:spPr bwMode="auto">
          <a:xfrm>
            <a:off x="8211184" y="2667001"/>
            <a:ext cx="18846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DIRECTLY</a:t>
            </a:r>
          </a:p>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ATTRIBUTABLE</a:t>
            </a:r>
            <a:endParaRPr lang="en-US" altLang="en-US" sz="1800">
              <a:solidFill>
                <a:srgbClr val="009900"/>
              </a:solidFill>
              <a:latin typeface="Times New Roman" panose="02020603050405020304" pitchFamily="18" charset="0"/>
            </a:endParaRPr>
          </a:p>
        </p:txBody>
      </p:sp>
      <p:sp>
        <p:nvSpPr>
          <p:cNvPr id="81940" name="Text Box 20">
            <a:extLst>
              <a:ext uri="{FF2B5EF4-FFF2-40B4-BE49-F238E27FC236}">
                <a16:creationId xmlns:a16="http://schemas.microsoft.com/office/drawing/2014/main" id="{E8C7B12B-C9A6-46EA-A609-1CB1F59F9160}"/>
              </a:ext>
            </a:extLst>
          </p:cNvPr>
          <p:cNvSpPr txBox="1">
            <a:spLocks noChangeArrowheads="1"/>
          </p:cNvSpPr>
          <p:nvPr/>
        </p:nvSpPr>
        <p:spPr bwMode="auto">
          <a:xfrm>
            <a:off x="8534400" y="3657600"/>
            <a:ext cx="211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“REASONABLY</a:t>
            </a:r>
          </a:p>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CONTROLLABLE”</a:t>
            </a:r>
            <a:endParaRPr lang="en-US" altLang="en-US" sz="1800">
              <a:solidFill>
                <a:srgbClr val="009900"/>
              </a:solidFill>
              <a:latin typeface="Times New Roman" panose="02020603050405020304" pitchFamily="18" charset="0"/>
            </a:endParaRPr>
          </a:p>
        </p:txBody>
      </p:sp>
      <p:sp>
        <p:nvSpPr>
          <p:cNvPr id="81941" name="Line 21">
            <a:extLst>
              <a:ext uri="{FF2B5EF4-FFF2-40B4-BE49-F238E27FC236}">
                <a16:creationId xmlns:a16="http://schemas.microsoft.com/office/drawing/2014/main" id="{16E01CB1-17F9-4EAF-9C17-ADD5CD653580}"/>
              </a:ext>
            </a:extLst>
          </p:cNvPr>
          <p:cNvSpPr>
            <a:spLocks noChangeShapeType="1"/>
          </p:cNvSpPr>
          <p:nvPr/>
        </p:nvSpPr>
        <p:spPr bwMode="auto">
          <a:xfrm flipH="1" flipV="1">
            <a:off x="9144000" y="3276600"/>
            <a:ext cx="228600" cy="304800"/>
          </a:xfrm>
          <a:prstGeom prst="line">
            <a:avLst/>
          </a:prstGeom>
          <a:noFill/>
          <a:ln w="381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42" name="Rectangle 22" descr="Wide upward diagonal">
            <a:extLst>
              <a:ext uri="{FF2B5EF4-FFF2-40B4-BE49-F238E27FC236}">
                <a16:creationId xmlns:a16="http://schemas.microsoft.com/office/drawing/2014/main" id="{84C9C043-084F-4A87-8B01-C5E6023C1A94}"/>
              </a:ext>
            </a:extLst>
          </p:cNvPr>
          <p:cNvSpPr>
            <a:spLocks noChangeArrowheads="1"/>
          </p:cNvSpPr>
          <p:nvPr/>
        </p:nvSpPr>
        <p:spPr bwMode="auto">
          <a:xfrm>
            <a:off x="2362200" y="5105400"/>
            <a:ext cx="5257800" cy="1371600"/>
          </a:xfrm>
          <a:prstGeom prst="rect">
            <a:avLst/>
          </a:prstGeom>
          <a:blipFill dpi="0" rotWithShape="0">
            <a:blip r:embed="rId3"/>
            <a:srcRect/>
            <a:tile tx="0" ty="0" sx="100000" sy="100000" flip="none" algn="tl"/>
          </a:blip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81943" name="Text Box 23">
            <a:extLst>
              <a:ext uri="{FF2B5EF4-FFF2-40B4-BE49-F238E27FC236}">
                <a16:creationId xmlns:a16="http://schemas.microsoft.com/office/drawing/2014/main" id="{53389711-8D2D-4666-98E2-921DD23124A4}"/>
              </a:ext>
            </a:extLst>
          </p:cNvPr>
          <p:cNvSpPr txBox="1">
            <a:spLocks noChangeArrowheads="1"/>
          </p:cNvSpPr>
          <p:nvPr/>
        </p:nvSpPr>
        <p:spPr bwMode="auto">
          <a:xfrm>
            <a:off x="7766059" y="5257800"/>
            <a:ext cx="275588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EXCELLENCE CENTERS</a:t>
            </a:r>
          </a:p>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DO NOT SHARE </a:t>
            </a:r>
          </a:p>
          <a:p>
            <a:pPr algn="ctr">
              <a:lnSpc>
                <a:spcPct val="100000"/>
              </a:lnSpc>
              <a:spcAft>
                <a:spcPct val="0"/>
              </a:spcAft>
              <a:buClrTx/>
              <a:buSzTx/>
              <a:buFontTx/>
              <a:buNone/>
            </a:pPr>
            <a:r>
              <a:rPr lang="en-US" altLang="en-US" sz="1800">
                <a:solidFill>
                  <a:schemeClr val="tx1"/>
                </a:solidFill>
                <a:latin typeface="Times New Roman" panose="02020603050405020304" pitchFamily="18" charset="0"/>
              </a:rPr>
              <a:t>OVERHEAD EXPENSES</a:t>
            </a:r>
          </a:p>
        </p:txBody>
      </p:sp>
    </p:spTree>
    <p:extLst>
      <p:ext uri="{BB962C8B-B14F-4D97-AF65-F5344CB8AC3E}">
        <p14:creationId xmlns:p14="http://schemas.microsoft.com/office/powerpoint/2010/main" val="617171735"/>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819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9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194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4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1924"/>
                                        </p:tgtEl>
                                        <p:attrNameLst>
                                          <p:attrName>style.visibility</p:attrName>
                                        </p:attrNameLst>
                                      </p:cBhvr>
                                      <p:to>
                                        <p:strVal val="visible"/>
                                      </p:to>
                                    </p:set>
                                  </p:childTnLst>
                                </p:cTn>
                              </p:par>
                            </p:childTnLst>
                          </p:cTn>
                        </p:par>
                        <p:par>
                          <p:cTn id="17" fill="hold" nodeType="afterGroup">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8192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1934"/>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1931"/>
                                        </p:tgtEl>
                                        <p:attrNameLst>
                                          <p:attrName>style.visibility</p:attrName>
                                        </p:attrNameLst>
                                      </p:cBhvr>
                                      <p:to>
                                        <p:strVal val="visible"/>
                                      </p:to>
                                    </p:set>
                                  </p:childTnLst>
                                </p:cTn>
                              </p:par>
                            </p:childTnLst>
                          </p:cTn>
                        </p:par>
                      </p:childTnLst>
                    </p:cTn>
                  </p:par>
                  <p:par>
                    <p:cTn id="28" fill="hold">
                      <p:stCondLst>
                        <p:cond delay="indefinite"/>
                      </p:stCondLst>
                      <p:childTnLst>
                        <p:par>
                          <p:cTn id="29" fill="hold" nodeType="after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81935"/>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81930"/>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81936"/>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81942"/>
                                        </p:tgtEl>
                                        <p:attrNameLst>
                                          <p:attrName>style.visibility</p:attrName>
                                        </p:attrNameLst>
                                      </p:cBhvr>
                                      <p:to>
                                        <p:strVal val="visible"/>
                                      </p:to>
                                    </p:set>
                                  </p:childTnLst>
                                </p:cTn>
                              </p:par>
                            </p:childTnLst>
                          </p:cTn>
                        </p:par>
                        <p:par>
                          <p:cTn id="44" fill="hold" nodeType="afterGroup">
                            <p:stCondLst>
                              <p:cond delay="0"/>
                            </p:stCondLst>
                            <p:childTnLst>
                              <p:par>
                                <p:cTn id="45" presetID="1" presetClass="entr" presetSubtype="0" fill="hold" grpId="0" nodeType="afterEffect">
                                  <p:stCondLst>
                                    <p:cond delay="0"/>
                                  </p:stCondLst>
                                  <p:childTnLst>
                                    <p:set>
                                      <p:cBhvr>
                                        <p:cTn id="46" dur="1" fill="hold">
                                          <p:stCondLst>
                                            <p:cond delay="0"/>
                                          </p:stCondLst>
                                        </p:cTn>
                                        <p:tgtEl>
                                          <p:spTgt spid="819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4" grpId="0" autoUpdateAnimBg="0"/>
      <p:bldP spid="81927" grpId="0" autoUpdateAnimBg="0"/>
      <p:bldP spid="81930" grpId="0" autoUpdateAnimBg="0"/>
      <p:bldP spid="81931" grpId="0" autoUpdateAnimBg="0"/>
      <p:bldP spid="81934" grpId="0" autoUpdateAnimBg="0"/>
      <p:bldP spid="81935" grpId="0" autoUpdateAnimBg="0"/>
      <p:bldP spid="81936" grpId="0" autoUpdateAnimBg="0"/>
      <p:bldP spid="81937" grpId="0" animBg="1"/>
      <p:bldP spid="81939" grpId="0" autoUpdateAnimBg="0"/>
      <p:bldP spid="81940" grpId="0" autoUpdateAnimBg="0"/>
      <p:bldP spid="81942" grpId="0" animBg="1"/>
      <p:bldP spid="81943"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a:extLst>
              <a:ext uri="{FF2B5EF4-FFF2-40B4-BE49-F238E27FC236}">
                <a16:creationId xmlns:a16="http://schemas.microsoft.com/office/drawing/2014/main" id="{FB2E595C-0B7A-4A0B-B145-359FD77E524A}"/>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341DDD1B-CC26-4EAF-A6F3-1CD49B00BDCE}"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17</a:t>
            </a:fld>
            <a:endParaRPr lang="en-US" altLang="en-US" sz="1400">
              <a:solidFill>
                <a:schemeClr val="tx1"/>
              </a:solidFill>
              <a:latin typeface="Times New Roman" panose="02020603050405020304" pitchFamily="18" charset="0"/>
            </a:endParaRPr>
          </a:p>
        </p:txBody>
      </p:sp>
      <p:sp>
        <p:nvSpPr>
          <p:cNvPr id="26627" name="Text Box 3">
            <a:extLst>
              <a:ext uri="{FF2B5EF4-FFF2-40B4-BE49-F238E27FC236}">
                <a16:creationId xmlns:a16="http://schemas.microsoft.com/office/drawing/2014/main" id="{FB8BF42F-CA74-4BC6-A50A-13CB59D5CE6F}"/>
              </a:ext>
            </a:extLst>
          </p:cNvPr>
          <p:cNvSpPr txBox="1">
            <a:spLocks noChangeArrowheads="1"/>
          </p:cNvSpPr>
          <p:nvPr/>
        </p:nvSpPr>
        <p:spPr bwMode="auto">
          <a:xfrm>
            <a:off x="6705600" y="457200"/>
            <a:ext cx="2978150" cy="225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4400">
                <a:solidFill>
                  <a:schemeClr val="tx1"/>
                </a:solidFill>
                <a:latin typeface="Times New Roman" panose="02020603050405020304" pitchFamily="18" charset="0"/>
              </a:rPr>
              <a:t>A SIMPLE</a:t>
            </a:r>
          </a:p>
          <a:p>
            <a:pPr>
              <a:lnSpc>
                <a:spcPct val="100000"/>
              </a:lnSpc>
              <a:spcAft>
                <a:spcPct val="0"/>
              </a:spcAft>
              <a:buClrTx/>
              <a:buSzTx/>
              <a:buFontTx/>
              <a:buNone/>
            </a:pPr>
            <a:r>
              <a:rPr lang="en-US" altLang="en-US" sz="4400">
                <a:solidFill>
                  <a:schemeClr val="tx1"/>
                </a:solidFill>
                <a:latin typeface="Times New Roman" panose="02020603050405020304" pitchFamily="18" charset="0"/>
              </a:rPr>
              <a:t>EXAMPLE</a:t>
            </a:r>
          </a:p>
          <a:p>
            <a:pPr>
              <a:lnSpc>
                <a:spcPct val="100000"/>
              </a:lnSpc>
              <a:spcAft>
                <a:spcPct val="0"/>
              </a:spcAft>
              <a:buClrTx/>
              <a:buSzTx/>
              <a:buFontTx/>
              <a:buNone/>
            </a:pPr>
            <a:r>
              <a:rPr lang="en-US" altLang="en-US" sz="1800">
                <a:solidFill>
                  <a:srgbClr val="FF0000"/>
                </a:solidFill>
                <a:latin typeface="Times New Roman" panose="02020603050405020304" pitchFamily="18" charset="0"/>
              </a:rPr>
              <a:t>Note that the accountability is superimposed on the color coded organizational chart</a:t>
            </a:r>
            <a:r>
              <a:rPr lang="en-US" altLang="en-US" sz="1800">
                <a:solidFill>
                  <a:schemeClr val="tx1"/>
                </a:solidFill>
                <a:latin typeface="Times New Roman" panose="02020603050405020304" pitchFamily="18" charset="0"/>
              </a:rPr>
              <a:t> </a:t>
            </a:r>
          </a:p>
        </p:txBody>
      </p:sp>
      <p:sp>
        <p:nvSpPr>
          <p:cNvPr id="26628" name="Rectangle 4">
            <a:extLst>
              <a:ext uri="{FF2B5EF4-FFF2-40B4-BE49-F238E27FC236}">
                <a16:creationId xmlns:a16="http://schemas.microsoft.com/office/drawing/2014/main" id="{05EC146A-E175-4C64-ACF8-81522DA31DF2}"/>
              </a:ext>
            </a:extLst>
          </p:cNvPr>
          <p:cNvSpPr>
            <a:spLocks noChangeArrowheads="1"/>
          </p:cNvSpPr>
          <p:nvPr/>
        </p:nvSpPr>
        <p:spPr bwMode="auto">
          <a:xfrm>
            <a:off x="1524000" y="3246438"/>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2400">
              <a:solidFill>
                <a:schemeClr val="tx1"/>
              </a:solidFill>
              <a:latin typeface="Times New Roman" panose="02020603050405020304" pitchFamily="18" charset="0"/>
            </a:endParaRPr>
          </a:p>
        </p:txBody>
      </p:sp>
      <p:graphicFrame>
        <p:nvGraphicFramePr>
          <p:cNvPr id="26629" name="Object 5">
            <a:extLst>
              <a:ext uri="{FF2B5EF4-FFF2-40B4-BE49-F238E27FC236}">
                <a16:creationId xmlns:a16="http://schemas.microsoft.com/office/drawing/2014/main" id="{C7C6913F-04EF-474E-A154-37BDCE9A7709}"/>
              </a:ext>
            </a:extLst>
          </p:cNvPr>
          <p:cNvGraphicFramePr>
            <a:graphicFrameLocks noChangeAspect="1"/>
          </p:cNvGraphicFramePr>
          <p:nvPr>
            <p:extLst/>
          </p:nvPr>
        </p:nvGraphicFramePr>
        <p:xfrm>
          <a:off x="1524000" y="609600"/>
          <a:ext cx="9390063" cy="6469063"/>
        </p:xfrm>
        <a:graphic>
          <a:graphicData uri="http://schemas.openxmlformats.org/presentationml/2006/ole">
            <mc:AlternateContent xmlns:mc="http://schemas.openxmlformats.org/markup-compatibility/2006">
              <mc:Choice xmlns:v="urn:schemas-microsoft-com:vml" Requires="v">
                <p:oleObj spid="_x0000_s14343" name="Worksheet" r:id="rId4" imgW="11944151" imgH="6734212" progId="Excel.Sheet.8">
                  <p:embed/>
                </p:oleObj>
              </mc:Choice>
              <mc:Fallback>
                <p:oleObj name="Worksheet" r:id="rId4" imgW="11944151" imgH="6734212" progId="Excel.Sheet.8">
                  <p:embed/>
                  <p:pic>
                    <p:nvPicPr>
                      <p:cNvPr id="26629" name="Object 5">
                        <a:extLst>
                          <a:ext uri="{FF2B5EF4-FFF2-40B4-BE49-F238E27FC236}">
                            <a16:creationId xmlns:a16="http://schemas.microsoft.com/office/drawing/2014/main" id="{C7C6913F-04EF-474E-A154-37BDCE9A7709}"/>
                          </a:ext>
                        </a:extLst>
                      </p:cNvPr>
                      <p:cNvPicPr>
                        <a:picLocks noChangeAspect="1" noChangeArrowheads="1"/>
                      </p:cNvPicPr>
                      <p:nvPr/>
                    </p:nvPicPr>
                    <p:blipFill>
                      <a:blip r:embed="rId5"/>
                      <a:srcRect/>
                      <a:stretch>
                        <a:fillRect/>
                      </a:stretch>
                    </p:blipFill>
                    <p:spPr bwMode="auto">
                      <a:xfrm>
                        <a:off x="1524000" y="609600"/>
                        <a:ext cx="9390063" cy="6469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6095138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B8A5A691-CFCA-412E-AE6B-967056A3A425}"/>
              </a:ext>
            </a:extLst>
          </p:cNvPr>
          <p:cNvSpPr>
            <a:spLocks noGrp="1" noChangeArrowheads="1"/>
          </p:cNvSpPr>
          <p:nvPr>
            <p:ph type="title"/>
          </p:nvPr>
        </p:nvSpPr>
        <p:spPr>
          <a:xfrm>
            <a:off x="1905001" y="685800"/>
            <a:ext cx="8228013" cy="1143000"/>
          </a:xfrm>
        </p:spPr>
        <p:txBody>
          <a:bodyPr/>
          <a:lstStyle/>
          <a:p>
            <a:r>
              <a:rPr lang="en-US" altLang="en-US" b="1"/>
              <a:t>STEP 1</a:t>
            </a:r>
          </a:p>
        </p:txBody>
      </p:sp>
      <p:sp>
        <p:nvSpPr>
          <p:cNvPr id="28675" name="Slide Number Placeholder 4">
            <a:extLst>
              <a:ext uri="{FF2B5EF4-FFF2-40B4-BE49-F238E27FC236}">
                <a16:creationId xmlns:a16="http://schemas.microsoft.com/office/drawing/2014/main" id="{A58ADD4E-855D-4F77-8277-C0E2F88C352C}"/>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72C061A6-C55C-439A-B01F-633C99B69C2E}"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18</a:t>
            </a:fld>
            <a:endParaRPr lang="en-US" altLang="en-US" sz="1400">
              <a:solidFill>
                <a:schemeClr val="tx1"/>
              </a:solidFill>
              <a:latin typeface="Times New Roman" panose="02020603050405020304" pitchFamily="18" charset="0"/>
            </a:endParaRPr>
          </a:p>
        </p:txBody>
      </p:sp>
      <p:sp>
        <p:nvSpPr>
          <p:cNvPr id="1053699" name="Rectangle 3">
            <a:extLst>
              <a:ext uri="{FF2B5EF4-FFF2-40B4-BE49-F238E27FC236}">
                <a16:creationId xmlns:a16="http://schemas.microsoft.com/office/drawing/2014/main" id="{1CEC6BAB-E9A8-4E83-9B93-B096F003D1FB}"/>
              </a:ext>
            </a:extLst>
          </p:cNvPr>
          <p:cNvSpPr>
            <a:spLocks noChangeArrowheads="1"/>
          </p:cNvSpPr>
          <p:nvPr/>
        </p:nvSpPr>
        <p:spPr bwMode="auto">
          <a:xfrm>
            <a:off x="2590800" y="1981201"/>
            <a:ext cx="739140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Pct val="140000"/>
              <a:buFontTx/>
              <a:buChar char="•"/>
            </a:pPr>
            <a:r>
              <a:rPr lang="en-US" altLang="en-US" sz="2400" dirty="0"/>
              <a:t>The green profit centers inform the plant of the quantity of products to manufacture (forecast).							</a:t>
            </a:r>
          </a:p>
          <a:p>
            <a:pPr>
              <a:lnSpc>
                <a:spcPct val="100000"/>
              </a:lnSpc>
              <a:spcAft>
                <a:spcPct val="0"/>
              </a:spcAft>
              <a:buClrTx/>
              <a:buSzPct val="140000"/>
              <a:buFontTx/>
              <a:buChar char="•"/>
            </a:pPr>
            <a:r>
              <a:rPr lang="en-US" altLang="en-US" sz="2400" dirty="0"/>
              <a:t>The yellow Plant (service center) estimates the costs and negotiates (with the green profit centers) a transfer price per unit based on the number of units.							</a:t>
            </a:r>
          </a:p>
          <a:p>
            <a:pPr>
              <a:lnSpc>
                <a:spcPct val="100000"/>
              </a:lnSpc>
              <a:spcAft>
                <a:spcPct val="0"/>
              </a:spcAft>
              <a:buClrTx/>
              <a:buSzPct val="140000"/>
              <a:buFontTx/>
              <a:buChar char=" "/>
            </a:pPr>
            <a:r>
              <a:rPr lang="en-US" altLang="en-US" sz="2400" dirty="0"/>
              <a:t>                                 Result					</a:t>
            </a:r>
          </a:p>
          <a:p>
            <a:pPr>
              <a:lnSpc>
                <a:spcPct val="100000"/>
              </a:lnSpc>
              <a:spcAft>
                <a:spcPct val="0"/>
              </a:spcAft>
              <a:buClrTx/>
              <a:buSzPct val="140000"/>
              <a:buFontTx/>
              <a:buChar char=" "/>
            </a:pPr>
            <a:r>
              <a:rPr lang="en-US" altLang="en-US" sz="2400" dirty="0"/>
              <a:t>	Computers: 5000 units @ $500/unit.         	Printers: 5000 units @ $300/unit.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36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536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5369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5369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3699"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a:extLst>
              <a:ext uri="{FF2B5EF4-FFF2-40B4-BE49-F238E27FC236}">
                <a16:creationId xmlns:a16="http://schemas.microsoft.com/office/drawing/2014/main" id="{28C2B896-B370-4781-BCCD-8083BCDA15E3}"/>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CFBBF95E-53EF-42E8-90FD-9F9BF650E656}"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19</a:t>
            </a:fld>
            <a:endParaRPr lang="en-US" altLang="en-US" sz="1400">
              <a:solidFill>
                <a:schemeClr val="tx1"/>
              </a:solidFill>
              <a:latin typeface="Times New Roman" panose="02020603050405020304" pitchFamily="18" charset="0"/>
            </a:endParaRPr>
          </a:p>
        </p:txBody>
      </p:sp>
      <p:graphicFrame>
        <p:nvGraphicFramePr>
          <p:cNvPr id="30723" name="Object 2">
            <a:extLst>
              <a:ext uri="{FF2B5EF4-FFF2-40B4-BE49-F238E27FC236}">
                <a16:creationId xmlns:a16="http://schemas.microsoft.com/office/drawing/2014/main" id="{9B633ECF-3B48-4EA3-8EF6-1D1E50526022}"/>
              </a:ext>
            </a:extLst>
          </p:cNvPr>
          <p:cNvGraphicFramePr>
            <a:graphicFrameLocks noChangeAspect="1"/>
          </p:cNvGraphicFramePr>
          <p:nvPr>
            <p:extLst>
              <p:ext uri="{D42A27DB-BD31-4B8C-83A1-F6EECF244321}">
                <p14:modId xmlns:p14="http://schemas.microsoft.com/office/powerpoint/2010/main" val="3300004022"/>
              </p:ext>
            </p:extLst>
          </p:nvPr>
        </p:nvGraphicFramePr>
        <p:xfrm>
          <a:off x="1295400" y="-313002"/>
          <a:ext cx="9629775" cy="7489825"/>
        </p:xfrm>
        <a:graphic>
          <a:graphicData uri="http://schemas.openxmlformats.org/presentationml/2006/ole">
            <mc:AlternateContent xmlns:mc="http://schemas.openxmlformats.org/markup-compatibility/2006">
              <mc:Choice xmlns:v="urn:schemas-microsoft-com:vml" Requires="v">
                <p:oleObj spid="_x0000_s2057" name="Worksheet" r:id="rId4" imgW="11944151" imgH="7191307" progId="Excel.Sheet.8">
                  <p:embed/>
                </p:oleObj>
              </mc:Choice>
              <mc:Fallback>
                <p:oleObj name="Worksheet" r:id="rId4" imgW="11944151" imgH="7191307" progId="Excel.Sheet.8">
                  <p:embed/>
                  <p:pic>
                    <p:nvPicPr>
                      <p:cNvPr id="30723" name="Object 2">
                        <a:extLst>
                          <a:ext uri="{FF2B5EF4-FFF2-40B4-BE49-F238E27FC236}">
                            <a16:creationId xmlns:a16="http://schemas.microsoft.com/office/drawing/2014/main" id="{9B633ECF-3B48-4EA3-8EF6-1D1E50526022}"/>
                          </a:ext>
                        </a:extLst>
                      </p:cNvPr>
                      <p:cNvPicPr>
                        <a:picLocks noChangeAspect="1" noChangeArrowheads="1"/>
                      </p:cNvPicPr>
                      <p:nvPr/>
                    </p:nvPicPr>
                    <p:blipFill>
                      <a:blip r:embed="rId5"/>
                      <a:srcRect/>
                      <a:stretch>
                        <a:fillRect/>
                      </a:stretch>
                    </p:blipFill>
                    <p:spPr bwMode="auto">
                      <a:xfrm>
                        <a:off x="1295400" y="-313002"/>
                        <a:ext cx="9629775" cy="7489825"/>
                      </a:xfrm>
                      <a:prstGeom prst="rect">
                        <a:avLst/>
                      </a:prstGeom>
                      <a:noFill/>
                      <a:ln>
                        <a:noFill/>
                      </a:ln>
                      <a:effectLst/>
                      <a:extLst/>
                    </p:spPr>
                  </p:pic>
                </p:oleObj>
              </mc:Fallback>
            </mc:AlternateContent>
          </a:graphicData>
        </a:graphic>
      </p:graphicFrame>
      <p:sp>
        <p:nvSpPr>
          <p:cNvPr id="30724" name="Text Box 3">
            <a:extLst>
              <a:ext uri="{FF2B5EF4-FFF2-40B4-BE49-F238E27FC236}">
                <a16:creationId xmlns:a16="http://schemas.microsoft.com/office/drawing/2014/main" id="{AB43BBC2-8A68-492E-991B-4B091CF2DDD4}"/>
              </a:ext>
            </a:extLst>
          </p:cNvPr>
          <p:cNvSpPr txBox="1">
            <a:spLocks noChangeArrowheads="1"/>
          </p:cNvSpPr>
          <p:nvPr/>
        </p:nvSpPr>
        <p:spPr bwMode="auto">
          <a:xfrm>
            <a:off x="6705601" y="457200"/>
            <a:ext cx="2848857"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4400">
                <a:solidFill>
                  <a:schemeClr val="tx1"/>
                </a:solidFill>
                <a:latin typeface="Times New Roman" panose="02020603050405020304" pitchFamily="18" charset="0"/>
              </a:rPr>
              <a:t>A SIMPLE</a:t>
            </a:r>
          </a:p>
          <a:p>
            <a:pPr>
              <a:lnSpc>
                <a:spcPct val="100000"/>
              </a:lnSpc>
              <a:spcAft>
                <a:spcPct val="0"/>
              </a:spcAft>
              <a:buClrTx/>
              <a:buSzTx/>
              <a:buFontTx/>
              <a:buNone/>
            </a:pPr>
            <a:r>
              <a:rPr lang="en-US" altLang="en-US" sz="4400">
                <a:solidFill>
                  <a:schemeClr val="tx1"/>
                </a:solidFill>
                <a:latin typeface="Times New Roman" panose="02020603050405020304" pitchFamily="18" charset="0"/>
              </a:rPr>
              <a:t>EXAMPLE</a:t>
            </a:r>
          </a:p>
        </p:txBody>
      </p:sp>
      <p:sp>
        <p:nvSpPr>
          <p:cNvPr id="583684" name="Line 4">
            <a:extLst>
              <a:ext uri="{FF2B5EF4-FFF2-40B4-BE49-F238E27FC236}">
                <a16:creationId xmlns:a16="http://schemas.microsoft.com/office/drawing/2014/main" id="{2CF2A7CD-3901-436B-8222-636975EB4B4C}"/>
              </a:ext>
            </a:extLst>
          </p:cNvPr>
          <p:cNvSpPr>
            <a:spLocks noChangeShapeType="1"/>
          </p:cNvSpPr>
          <p:nvPr/>
        </p:nvSpPr>
        <p:spPr bwMode="auto">
          <a:xfrm flipH="1">
            <a:off x="3505200" y="3962400"/>
            <a:ext cx="4267200" cy="6858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583685" name="Line 5">
            <a:extLst>
              <a:ext uri="{FF2B5EF4-FFF2-40B4-BE49-F238E27FC236}">
                <a16:creationId xmlns:a16="http://schemas.microsoft.com/office/drawing/2014/main" id="{C2DED65B-7B99-46FC-B9F9-488ECA857082}"/>
              </a:ext>
            </a:extLst>
          </p:cNvPr>
          <p:cNvSpPr>
            <a:spLocks noChangeShapeType="1"/>
          </p:cNvSpPr>
          <p:nvPr/>
        </p:nvSpPr>
        <p:spPr bwMode="auto">
          <a:xfrm flipH="1">
            <a:off x="5791200" y="4114800"/>
            <a:ext cx="1981200" cy="5334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afterEffect">
                                  <p:stCondLst>
                                    <p:cond delay="0"/>
                                  </p:stCondLst>
                                  <p:childTnLst>
                                    <p:set>
                                      <p:cBhvr>
                                        <p:cTn id="6" dur="1" fill="hold">
                                          <p:stCondLst>
                                            <p:cond delay="0"/>
                                          </p:stCondLst>
                                        </p:cTn>
                                        <p:tgtEl>
                                          <p:spTgt spid="583684"/>
                                        </p:tgtEl>
                                        <p:attrNameLst>
                                          <p:attrName>style.visibility</p:attrName>
                                        </p:attrNameLst>
                                      </p:cBhvr>
                                      <p:to>
                                        <p:strVal val="visible"/>
                                      </p:to>
                                    </p:set>
                                    <p:animEffect transition="in" filter="wipe(right)">
                                      <p:cBhvr>
                                        <p:cTn id="7" dur="500"/>
                                        <p:tgtEl>
                                          <p:spTgt spid="583684"/>
                                        </p:tgtEl>
                                      </p:cBhvr>
                                    </p:animEffect>
                                  </p:childTnLst>
                                </p:cTn>
                              </p:par>
                            </p:childTnLst>
                          </p:cTn>
                        </p:par>
                        <p:par>
                          <p:cTn id="8" fill="hold" nodeType="afterGroup">
                            <p:stCondLst>
                              <p:cond delay="500"/>
                            </p:stCondLst>
                            <p:childTnLst>
                              <p:par>
                                <p:cTn id="9" presetID="22" presetClass="entr" presetSubtype="2" fill="hold" nodeType="afterEffect">
                                  <p:stCondLst>
                                    <p:cond delay="0"/>
                                  </p:stCondLst>
                                  <p:childTnLst>
                                    <p:set>
                                      <p:cBhvr>
                                        <p:cTn id="10" dur="1" fill="hold">
                                          <p:stCondLst>
                                            <p:cond delay="0"/>
                                          </p:stCondLst>
                                        </p:cTn>
                                        <p:tgtEl>
                                          <p:spTgt spid="583685"/>
                                        </p:tgtEl>
                                        <p:attrNameLst>
                                          <p:attrName>style.visibility</p:attrName>
                                        </p:attrNameLst>
                                      </p:cBhvr>
                                      <p:to>
                                        <p:strVal val="visible"/>
                                      </p:to>
                                    </p:set>
                                    <p:animEffect transition="in" filter="wipe(right)">
                                      <p:cBhvr>
                                        <p:cTn id="11" dur="500"/>
                                        <p:tgtEl>
                                          <p:spTgt spid="583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2F409A0-4503-4B55-B3CF-6CE5C7317F9F}"/>
              </a:ext>
            </a:extLst>
          </p:cNvPr>
          <p:cNvSpPr>
            <a:spLocks noGrp="1" noChangeArrowheads="1"/>
          </p:cNvSpPr>
          <p:nvPr>
            <p:ph type="title"/>
          </p:nvPr>
        </p:nvSpPr>
        <p:spPr>
          <a:xfrm>
            <a:off x="1828801" y="719138"/>
            <a:ext cx="8228013" cy="1143000"/>
          </a:xfrm>
        </p:spPr>
        <p:txBody>
          <a:bodyPr/>
          <a:lstStyle/>
          <a:p>
            <a:r>
              <a:rPr lang="en-US" altLang="en-US" b="1"/>
              <a:t>STEP 2</a:t>
            </a:r>
          </a:p>
        </p:txBody>
      </p:sp>
      <p:sp>
        <p:nvSpPr>
          <p:cNvPr id="32771" name="Slide Number Placeholder 4">
            <a:extLst>
              <a:ext uri="{FF2B5EF4-FFF2-40B4-BE49-F238E27FC236}">
                <a16:creationId xmlns:a16="http://schemas.microsoft.com/office/drawing/2014/main" id="{286971DE-C56F-4172-8343-74E10D991E4F}"/>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28D5B1EB-2DCC-4F18-98AE-11524AD82BF8}"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20</a:t>
            </a:fld>
            <a:endParaRPr lang="en-US" altLang="en-US" sz="1400">
              <a:solidFill>
                <a:schemeClr val="tx1"/>
              </a:solidFill>
              <a:latin typeface="Times New Roman" panose="02020603050405020304" pitchFamily="18" charset="0"/>
            </a:endParaRPr>
          </a:p>
        </p:txBody>
      </p:sp>
      <p:sp>
        <p:nvSpPr>
          <p:cNvPr id="1054723" name="Rectangle 3">
            <a:extLst>
              <a:ext uri="{FF2B5EF4-FFF2-40B4-BE49-F238E27FC236}">
                <a16:creationId xmlns:a16="http://schemas.microsoft.com/office/drawing/2014/main" id="{91680349-2F30-497A-8ADD-7753D238FBE8}"/>
              </a:ext>
            </a:extLst>
          </p:cNvPr>
          <p:cNvSpPr>
            <a:spLocks noChangeArrowheads="1"/>
          </p:cNvSpPr>
          <p:nvPr/>
        </p:nvSpPr>
        <p:spPr bwMode="auto">
          <a:xfrm>
            <a:off x="2057400" y="1828800"/>
            <a:ext cx="83820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Char char="•"/>
            </a:pPr>
            <a:r>
              <a:rPr lang="en-US" altLang="en-US" sz="2400" dirty="0"/>
              <a:t>The profit center determines the revenue from the sale of the products and the center’s operating costs.</a:t>
            </a:r>
          </a:p>
          <a:p>
            <a:pPr>
              <a:lnSpc>
                <a:spcPct val="100000"/>
              </a:lnSpc>
              <a:spcAft>
                <a:spcPct val="0"/>
              </a:spcAft>
              <a:buClrTx/>
              <a:buSzTx/>
              <a:buFontTx/>
              <a:buChar char="•"/>
            </a:pPr>
            <a:endParaRPr lang="en-US" altLang="en-US" sz="2400" dirty="0"/>
          </a:p>
          <a:p>
            <a:pPr>
              <a:lnSpc>
                <a:spcPct val="100000"/>
              </a:lnSpc>
              <a:spcAft>
                <a:spcPct val="0"/>
              </a:spcAft>
              <a:buClrTx/>
              <a:buSzTx/>
              <a:buFontTx/>
              <a:buNone/>
            </a:pPr>
            <a:r>
              <a:rPr lang="en-US" altLang="en-US" sz="2400" dirty="0"/>
              <a:t>	         Computers: 5000 units @ $1,000/unit. </a:t>
            </a:r>
          </a:p>
          <a:p>
            <a:pPr>
              <a:lnSpc>
                <a:spcPct val="100000"/>
              </a:lnSpc>
              <a:spcAft>
                <a:spcPct val="0"/>
              </a:spcAft>
              <a:buClrTx/>
              <a:buSzTx/>
              <a:buFontTx/>
              <a:buNone/>
            </a:pPr>
            <a:r>
              <a:rPr lang="en-US" altLang="en-US" sz="2400" dirty="0"/>
              <a:t>                    Printers 5000 units @ $600/unit.										</a:t>
            </a:r>
          </a:p>
          <a:p>
            <a:pPr>
              <a:lnSpc>
                <a:spcPct val="100000"/>
              </a:lnSpc>
              <a:spcAft>
                <a:spcPct val="0"/>
              </a:spcAft>
              <a:buClrTx/>
              <a:buSzTx/>
              <a:buFontTx/>
              <a:buChar char="•"/>
            </a:pPr>
            <a:r>
              <a:rPr lang="en-US" altLang="en-US" sz="2400" dirty="0"/>
              <a:t>The Corporate Administration Excellence Center submits a proposed budget to support the profit center’s administrative needs.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47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547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5472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547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23"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a:extLst>
              <a:ext uri="{FF2B5EF4-FFF2-40B4-BE49-F238E27FC236}">
                <a16:creationId xmlns:a16="http://schemas.microsoft.com/office/drawing/2014/main" id="{216FD7C9-97B2-4D20-ABBD-103D089B2A3B}"/>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E3E01A30-97A8-4B2A-AE95-99E4387FFA3C}"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21</a:t>
            </a:fld>
            <a:endParaRPr lang="en-US" altLang="en-US" sz="1400">
              <a:solidFill>
                <a:schemeClr val="tx1"/>
              </a:solidFill>
              <a:latin typeface="Times New Roman" panose="02020603050405020304" pitchFamily="18" charset="0"/>
            </a:endParaRPr>
          </a:p>
        </p:txBody>
      </p:sp>
      <p:graphicFrame>
        <p:nvGraphicFramePr>
          <p:cNvPr id="34819" name="Object 2">
            <a:extLst>
              <a:ext uri="{FF2B5EF4-FFF2-40B4-BE49-F238E27FC236}">
                <a16:creationId xmlns:a16="http://schemas.microsoft.com/office/drawing/2014/main" id="{5F6FC8A5-7EE1-4CF5-BF33-BA9FC98FDD71}"/>
              </a:ext>
            </a:extLst>
          </p:cNvPr>
          <p:cNvGraphicFramePr>
            <a:graphicFrameLocks noChangeAspect="1"/>
          </p:cNvGraphicFramePr>
          <p:nvPr/>
        </p:nvGraphicFramePr>
        <p:xfrm>
          <a:off x="1828800" y="-228600"/>
          <a:ext cx="8534400" cy="7620000"/>
        </p:xfrm>
        <a:graphic>
          <a:graphicData uri="http://schemas.openxmlformats.org/presentationml/2006/ole">
            <mc:AlternateContent xmlns:mc="http://schemas.openxmlformats.org/markup-compatibility/2006">
              <mc:Choice xmlns:v="urn:schemas-microsoft-com:vml" Requires="v">
                <p:oleObj spid="_x0000_s3081" name="Worksheet" r:id="rId4" imgW="10731500" imgH="7531100" progId="Excel.Sheet.8">
                  <p:embed/>
                </p:oleObj>
              </mc:Choice>
              <mc:Fallback>
                <p:oleObj name="Worksheet" r:id="rId4" imgW="10731500" imgH="7531100" progId="Excel.Sheet.8">
                  <p:embed/>
                  <p:pic>
                    <p:nvPicPr>
                      <p:cNvPr id="34819" name="Object 2">
                        <a:extLst>
                          <a:ext uri="{FF2B5EF4-FFF2-40B4-BE49-F238E27FC236}">
                            <a16:creationId xmlns:a16="http://schemas.microsoft.com/office/drawing/2014/main" id="{5F6FC8A5-7EE1-4CF5-BF33-BA9FC98FDD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228600"/>
                        <a:ext cx="8534400" cy="76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4820" name="Text Box 3">
            <a:extLst>
              <a:ext uri="{FF2B5EF4-FFF2-40B4-BE49-F238E27FC236}">
                <a16:creationId xmlns:a16="http://schemas.microsoft.com/office/drawing/2014/main" id="{6E9E48CB-55D5-49A6-97DC-86CAF5236117}"/>
              </a:ext>
            </a:extLst>
          </p:cNvPr>
          <p:cNvSpPr txBox="1">
            <a:spLocks noChangeArrowheads="1"/>
          </p:cNvSpPr>
          <p:nvPr/>
        </p:nvSpPr>
        <p:spPr bwMode="auto">
          <a:xfrm>
            <a:off x="6705601" y="457200"/>
            <a:ext cx="2848857"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4400">
                <a:solidFill>
                  <a:schemeClr val="tx1"/>
                </a:solidFill>
                <a:latin typeface="Times New Roman" panose="02020603050405020304" pitchFamily="18" charset="0"/>
              </a:rPr>
              <a:t>A SIMPLE</a:t>
            </a:r>
          </a:p>
          <a:p>
            <a:pPr>
              <a:lnSpc>
                <a:spcPct val="100000"/>
              </a:lnSpc>
              <a:spcAft>
                <a:spcPct val="0"/>
              </a:spcAft>
              <a:buClrTx/>
              <a:buSzTx/>
              <a:buFontTx/>
              <a:buNone/>
            </a:pPr>
            <a:r>
              <a:rPr lang="en-US" altLang="en-US" sz="4400">
                <a:solidFill>
                  <a:schemeClr val="tx1"/>
                </a:solidFill>
                <a:latin typeface="Times New Roman" panose="02020603050405020304" pitchFamily="18" charset="0"/>
              </a:rPr>
              <a:t>EXAMPLE</a:t>
            </a:r>
          </a:p>
        </p:txBody>
      </p:sp>
      <p:sp>
        <p:nvSpPr>
          <p:cNvPr id="1062916" name="Oval 4">
            <a:extLst>
              <a:ext uri="{FF2B5EF4-FFF2-40B4-BE49-F238E27FC236}">
                <a16:creationId xmlns:a16="http://schemas.microsoft.com/office/drawing/2014/main" id="{76817485-C985-4639-9646-58135135F5AC}"/>
              </a:ext>
            </a:extLst>
          </p:cNvPr>
          <p:cNvSpPr>
            <a:spLocks noChangeArrowheads="1"/>
          </p:cNvSpPr>
          <p:nvPr/>
        </p:nvSpPr>
        <p:spPr bwMode="auto">
          <a:xfrm>
            <a:off x="3048000" y="3733800"/>
            <a:ext cx="533400" cy="3810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1062917" name="Oval 5">
            <a:extLst>
              <a:ext uri="{FF2B5EF4-FFF2-40B4-BE49-F238E27FC236}">
                <a16:creationId xmlns:a16="http://schemas.microsoft.com/office/drawing/2014/main" id="{97D1044A-BAB3-4E39-B315-370C180E25FC}"/>
              </a:ext>
            </a:extLst>
          </p:cNvPr>
          <p:cNvSpPr>
            <a:spLocks noChangeArrowheads="1"/>
          </p:cNvSpPr>
          <p:nvPr/>
        </p:nvSpPr>
        <p:spPr bwMode="auto">
          <a:xfrm>
            <a:off x="3124200" y="4648200"/>
            <a:ext cx="533400" cy="3810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1062918" name="Oval 6">
            <a:extLst>
              <a:ext uri="{FF2B5EF4-FFF2-40B4-BE49-F238E27FC236}">
                <a16:creationId xmlns:a16="http://schemas.microsoft.com/office/drawing/2014/main" id="{3E342889-E724-4B24-BC85-4A0BBFEF0FFE}"/>
              </a:ext>
            </a:extLst>
          </p:cNvPr>
          <p:cNvSpPr>
            <a:spLocks noChangeArrowheads="1"/>
          </p:cNvSpPr>
          <p:nvPr/>
        </p:nvSpPr>
        <p:spPr bwMode="auto">
          <a:xfrm>
            <a:off x="5410200" y="4648200"/>
            <a:ext cx="533400" cy="3810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1062919" name="Oval 7">
            <a:extLst>
              <a:ext uri="{FF2B5EF4-FFF2-40B4-BE49-F238E27FC236}">
                <a16:creationId xmlns:a16="http://schemas.microsoft.com/office/drawing/2014/main" id="{9EF20597-4EA2-43D8-B97B-D5D9459213A7}"/>
              </a:ext>
            </a:extLst>
          </p:cNvPr>
          <p:cNvSpPr>
            <a:spLocks noChangeArrowheads="1"/>
          </p:cNvSpPr>
          <p:nvPr/>
        </p:nvSpPr>
        <p:spPr bwMode="auto">
          <a:xfrm>
            <a:off x="5334000" y="3733800"/>
            <a:ext cx="533400" cy="3810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1062920" name="Oval 8">
            <a:extLst>
              <a:ext uri="{FF2B5EF4-FFF2-40B4-BE49-F238E27FC236}">
                <a16:creationId xmlns:a16="http://schemas.microsoft.com/office/drawing/2014/main" id="{1CEC506B-BD57-4266-A52C-C6D79CDAC8E7}"/>
              </a:ext>
            </a:extLst>
          </p:cNvPr>
          <p:cNvSpPr>
            <a:spLocks noChangeArrowheads="1"/>
          </p:cNvSpPr>
          <p:nvPr/>
        </p:nvSpPr>
        <p:spPr bwMode="auto">
          <a:xfrm>
            <a:off x="9982200" y="4876800"/>
            <a:ext cx="533400" cy="3810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062916"/>
                                        </p:tgtEl>
                                        <p:attrNameLst>
                                          <p:attrName>style.visibility</p:attrName>
                                        </p:attrNameLst>
                                      </p:cBhvr>
                                      <p:to>
                                        <p:strVal val="visible"/>
                                      </p:to>
                                    </p:set>
                                    <p:animEffect transition="in" filter="box(out)">
                                      <p:cBhvr>
                                        <p:cTn id="7" dur="500"/>
                                        <p:tgtEl>
                                          <p:spTgt spid="1062916"/>
                                        </p:tgtEl>
                                      </p:cBhvr>
                                    </p:animEffect>
                                  </p:childTnLst>
                                </p:cTn>
                              </p:par>
                            </p:childTnLst>
                          </p:cTn>
                        </p:par>
                        <p:par>
                          <p:cTn id="8" fill="hold" nodeType="afterGroup">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1062919"/>
                                        </p:tgtEl>
                                        <p:attrNameLst>
                                          <p:attrName>style.visibility</p:attrName>
                                        </p:attrNameLst>
                                      </p:cBhvr>
                                      <p:to>
                                        <p:strVal val="visible"/>
                                      </p:to>
                                    </p:set>
                                    <p:animEffect transition="in" filter="box(out)">
                                      <p:cBhvr>
                                        <p:cTn id="11" dur="500"/>
                                        <p:tgtEl>
                                          <p:spTgt spid="1062919"/>
                                        </p:tgtEl>
                                      </p:cBhvr>
                                    </p:animEffect>
                                  </p:childTnLst>
                                </p:cTn>
                              </p:par>
                            </p:childTnLst>
                          </p:cTn>
                        </p:par>
                        <p:par>
                          <p:cTn id="12" fill="hold" nodeType="afterGroup">
                            <p:stCondLst>
                              <p:cond delay="1000"/>
                            </p:stCondLst>
                            <p:childTnLst>
                              <p:par>
                                <p:cTn id="13" presetID="4" presetClass="entr" presetSubtype="32" fill="hold" grpId="0" nodeType="afterEffect">
                                  <p:stCondLst>
                                    <p:cond delay="0"/>
                                  </p:stCondLst>
                                  <p:childTnLst>
                                    <p:set>
                                      <p:cBhvr>
                                        <p:cTn id="14" dur="1" fill="hold">
                                          <p:stCondLst>
                                            <p:cond delay="0"/>
                                          </p:stCondLst>
                                        </p:cTn>
                                        <p:tgtEl>
                                          <p:spTgt spid="1062917"/>
                                        </p:tgtEl>
                                        <p:attrNameLst>
                                          <p:attrName>style.visibility</p:attrName>
                                        </p:attrNameLst>
                                      </p:cBhvr>
                                      <p:to>
                                        <p:strVal val="visible"/>
                                      </p:to>
                                    </p:set>
                                    <p:animEffect transition="in" filter="box(out)">
                                      <p:cBhvr>
                                        <p:cTn id="15" dur="500"/>
                                        <p:tgtEl>
                                          <p:spTgt spid="1062917"/>
                                        </p:tgtEl>
                                      </p:cBhvr>
                                    </p:animEffect>
                                  </p:childTnLst>
                                </p:cTn>
                              </p:par>
                            </p:childTnLst>
                          </p:cTn>
                        </p:par>
                        <p:par>
                          <p:cTn id="16" fill="hold" nodeType="afterGroup">
                            <p:stCondLst>
                              <p:cond delay="1500"/>
                            </p:stCondLst>
                            <p:childTnLst>
                              <p:par>
                                <p:cTn id="17" presetID="4" presetClass="entr" presetSubtype="32" fill="hold" grpId="0" nodeType="afterEffect">
                                  <p:stCondLst>
                                    <p:cond delay="0"/>
                                  </p:stCondLst>
                                  <p:childTnLst>
                                    <p:set>
                                      <p:cBhvr>
                                        <p:cTn id="18" dur="1" fill="hold">
                                          <p:stCondLst>
                                            <p:cond delay="0"/>
                                          </p:stCondLst>
                                        </p:cTn>
                                        <p:tgtEl>
                                          <p:spTgt spid="1062918"/>
                                        </p:tgtEl>
                                        <p:attrNameLst>
                                          <p:attrName>style.visibility</p:attrName>
                                        </p:attrNameLst>
                                      </p:cBhvr>
                                      <p:to>
                                        <p:strVal val="visible"/>
                                      </p:to>
                                    </p:set>
                                    <p:animEffect transition="in" filter="box(out)">
                                      <p:cBhvr>
                                        <p:cTn id="19" dur="500"/>
                                        <p:tgtEl>
                                          <p:spTgt spid="1062918"/>
                                        </p:tgtEl>
                                      </p:cBhvr>
                                    </p:animEffect>
                                  </p:childTnLst>
                                </p:cTn>
                              </p:par>
                            </p:childTnLst>
                          </p:cTn>
                        </p:par>
                        <p:par>
                          <p:cTn id="20" fill="hold" nodeType="afterGroup">
                            <p:stCondLst>
                              <p:cond delay="2000"/>
                            </p:stCondLst>
                            <p:childTnLst>
                              <p:par>
                                <p:cTn id="21" presetID="4" presetClass="entr" presetSubtype="32" fill="hold" grpId="0" nodeType="afterEffect">
                                  <p:stCondLst>
                                    <p:cond delay="0"/>
                                  </p:stCondLst>
                                  <p:childTnLst>
                                    <p:set>
                                      <p:cBhvr>
                                        <p:cTn id="22" dur="1" fill="hold">
                                          <p:stCondLst>
                                            <p:cond delay="0"/>
                                          </p:stCondLst>
                                        </p:cTn>
                                        <p:tgtEl>
                                          <p:spTgt spid="1062920"/>
                                        </p:tgtEl>
                                        <p:attrNameLst>
                                          <p:attrName>style.visibility</p:attrName>
                                        </p:attrNameLst>
                                      </p:cBhvr>
                                      <p:to>
                                        <p:strVal val="visible"/>
                                      </p:to>
                                    </p:set>
                                    <p:animEffect transition="in" filter="box(out)">
                                      <p:cBhvr>
                                        <p:cTn id="23" dur="500"/>
                                        <p:tgtEl>
                                          <p:spTgt spid="1062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2916" grpId="0" animBg="1"/>
      <p:bldP spid="1062917" grpId="0" animBg="1"/>
      <p:bldP spid="1062918" grpId="0" animBg="1"/>
      <p:bldP spid="1062919" grpId="0" animBg="1"/>
      <p:bldP spid="106292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C52CF64-69CC-4084-9AB8-59EEFFF7C4ED}"/>
              </a:ext>
            </a:extLst>
          </p:cNvPr>
          <p:cNvSpPr>
            <a:spLocks noGrp="1" noChangeArrowheads="1"/>
          </p:cNvSpPr>
          <p:nvPr>
            <p:ph type="title"/>
          </p:nvPr>
        </p:nvSpPr>
        <p:spPr/>
        <p:txBody>
          <a:bodyPr/>
          <a:lstStyle/>
          <a:p>
            <a:r>
              <a:rPr lang="en-US" altLang="en-US" b="1"/>
              <a:t>STEP 3</a:t>
            </a:r>
          </a:p>
        </p:txBody>
      </p:sp>
      <p:sp>
        <p:nvSpPr>
          <p:cNvPr id="36867" name="Slide Number Placeholder 4">
            <a:extLst>
              <a:ext uri="{FF2B5EF4-FFF2-40B4-BE49-F238E27FC236}">
                <a16:creationId xmlns:a16="http://schemas.microsoft.com/office/drawing/2014/main" id="{9E69D9DA-9448-415C-9A0C-4A3F9020BAED}"/>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B5217BEF-F137-4A41-8A2B-72EC3743C900}"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22</a:t>
            </a:fld>
            <a:endParaRPr lang="en-US" altLang="en-US" sz="1400">
              <a:solidFill>
                <a:schemeClr val="tx1"/>
              </a:solidFill>
              <a:latin typeface="Times New Roman" panose="02020603050405020304" pitchFamily="18" charset="0"/>
            </a:endParaRPr>
          </a:p>
        </p:txBody>
      </p:sp>
      <p:sp>
        <p:nvSpPr>
          <p:cNvPr id="1056771" name="Rectangle 3">
            <a:extLst>
              <a:ext uri="{FF2B5EF4-FFF2-40B4-BE49-F238E27FC236}">
                <a16:creationId xmlns:a16="http://schemas.microsoft.com/office/drawing/2014/main" id="{56F52445-C41A-4A3D-AE55-00FBC12222BD}"/>
              </a:ext>
            </a:extLst>
          </p:cNvPr>
          <p:cNvSpPr>
            <a:spLocks noChangeArrowheads="1"/>
          </p:cNvSpPr>
          <p:nvPr/>
        </p:nvSpPr>
        <p:spPr bwMode="auto">
          <a:xfrm>
            <a:off x="2438400" y="1905000"/>
            <a:ext cx="76200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Char char="•"/>
            </a:pPr>
            <a:r>
              <a:rPr lang="en-US" altLang="en-US" sz="2400" dirty="0"/>
              <a:t>The profit centers negotiate the excellence center's budget and establish the level of support desired.  The result is rolled up to the CEO.</a:t>
            </a:r>
          </a:p>
          <a:p>
            <a:pPr>
              <a:lnSpc>
                <a:spcPct val="100000"/>
              </a:lnSpc>
              <a:spcAft>
                <a:spcPct val="0"/>
              </a:spcAft>
              <a:buClrTx/>
              <a:buSzTx/>
              <a:buFontTx/>
              <a:buNone/>
            </a:pPr>
            <a:endParaRPr lang="en-US" altLang="en-US" sz="2400" dirty="0"/>
          </a:p>
          <a:p>
            <a:pPr>
              <a:lnSpc>
                <a:spcPct val="100000"/>
              </a:lnSpc>
              <a:spcAft>
                <a:spcPct val="0"/>
              </a:spcAft>
              <a:buClrTx/>
              <a:buSzTx/>
              <a:buFontTx/>
              <a:buChar char="•"/>
            </a:pPr>
            <a:r>
              <a:rPr lang="en-US" altLang="en-US" sz="2400" dirty="0"/>
              <a:t>The CEO determines the administrative costs for the office of the CEO.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6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567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677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a:extLst>
              <a:ext uri="{FF2B5EF4-FFF2-40B4-BE49-F238E27FC236}">
                <a16:creationId xmlns:a16="http://schemas.microsoft.com/office/drawing/2014/main" id="{7E2FFF6A-06D1-4684-9D89-D3BFEE4E3C00}"/>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F9D30DB8-5D55-4B5D-ABFC-83619424A264}"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23</a:t>
            </a:fld>
            <a:endParaRPr lang="en-US" altLang="en-US" sz="1400">
              <a:solidFill>
                <a:schemeClr val="tx1"/>
              </a:solidFill>
              <a:latin typeface="Times New Roman" panose="02020603050405020304" pitchFamily="18" charset="0"/>
            </a:endParaRPr>
          </a:p>
        </p:txBody>
      </p:sp>
      <p:graphicFrame>
        <p:nvGraphicFramePr>
          <p:cNvPr id="38915" name="Object 2">
            <a:extLst>
              <a:ext uri="{FF2B5EF4-FFF2-40B4-BE49-F238E27FC236}">
                <a16:creationId xmlns:a16="http://schemas.microsoft.com/office/drawing/2014/main" id="{0C575E57-A27C-48F8-9B37-9F2AD58B25D7}"/>
              </a:ext>
            </a:extLst>
          </p:cNvPr>
          <p:cNvGraphicFramePr>
            <a:graphicFrameLocks noChangeAspect="1"/>
          </p:cNvGraphicFramePr>
          <p:nvPr/>
        </p:nvGraphicFramePr>
        <p:xfrm>
          <a:off x="1828800" y="-304800"/>
          <a:ext cx="8458200" cy="8077200"/>
        </p:xfrm>
        <a:graphic>
          <a:graphicData uri="http://schemas.openxmlformats.org/presentationml/2006/ole">
            <mc:AlternateContent xmlns:mc="http://schemas.openxmlformats.org/markup-compatibility/2006">
              <mc:Choice xmlns:v="urn:schemas-microsoft-com:vml" Requires="v">
                <p:oleObj spid="_x0000_s4105" name="Worksheet" r:id="rId4" imgW="10731500" imgH="8178800" progId="Excel.Sheet.8">
                  <p:embed/>
                </p:oleObj>
              </mc:Choice>
              <mc:Fallback>
                <p:oleObj name="Worksheet" r:id="rId4" imgW="10731500" imgH="8178800" progId="Excel.Sheet.8">
                  <p:embed/>
                  <p:pic>
                    <p:nvPicPr>
                      <p:cNvPr id="38915" name="Object 2">
                        <a:extLst>
                          <a:ext uri="{FF2B5EF4-FFF2-40B4-BE49-F238E27FC236}">
                            <a16:creationId xmlns:a16="http://schemas.microsoft.com/office/drawing/2014/main" id="{0C575E57-A27C-48F8-9B37-9F2AD58B25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304800"/>
                        <a:ext cx="8458200" cy="807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8916" name="Text Box 3">
            <a:extLst>
              <a:ext uri="{FF2B5EF4-FFF2-40B4-BE49-F238E27FC236}">
                <a16:creationId xmlns:a16="http://schemas.microsoft.com/office/drawing/2014/main" id="{61D67324-F98E-4420-AC1B-454658132AAB}"/>
              </a:ext>
            </a:extLst>
          </p:cNvPr>
          <p:cNvSpPr txBox="1">
            <a:spLocks noChangeArrowheads="1"/>
          </p:cNvSpPr>
          <p:nvPr/>
        </p:nvSpPr>
        <p:spPr bwMode="auto">
          <a:xfrm>
            <a:off x="6705601" y="457200"/>
            <a:ext cx="2848857"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4400">
                <a:solidFill>
                  <a:schemeClr val="tx1"/>
                </a:solidFill>
                <a:latin typeface="Times New Roman" panose="02020603050405020304" pitchFamily="18" charset="0"/>
              </a:rPr>
              <a:t>A SIMPLE</a:t>
            </a:r>
          </a:p>
          <a:p>
            <a:pPr>
              <a:lnSpc>
                <a:spcPct val="100000"/>
              </a:lnSpc>
              <a:spcAft>
                <a:spcPct val="0"/>
              </a:spcAft>
              <a:buClrTx/>
              <a:buSzTx/>
              <a:buFontTx/>
              <a:buNone/>
            </a:pPr>
            <a:r>
              <a:rPr lang="en-US" altLang="en-US" sz="4400">
                <a:solidFill>
                  <a:schemeClr val="tx1"/>
                </a:solidFill>
                <a:latin typeface="Times New Roman" panose="02020603050405020304" pitchFamily="18" charset="0"/>
              </a:rPr>
              <a:t>EXAMPLE</a:t>
            </a:r>
          </a:p>
        </p:txBody>
      </p:sp>
      <p:sp>
        <p:nvSpPr>
          <p:cNvPr id="557060" name="Line 4">
            <a:extLst>
              <a:ext uri="{FF2B5EF4-FFF2-40B4-BE49-F238E27FC236}">
                <a16:creationId xmlns:a16="http://schemas.microsoft.com/office/drawing/2014/main" id="{0C4B856A-1CFB-4C66-B73D-848C9A97C100}"/>
              </a:ext>
            </a:extLst>
          </p:cNvPr>
          <p:cNvSpPr>
            <a:spLocks noChangeShapeType="1"/>
          </p:cNvSpPr>
          <p:nvPr/>
        </p:nvSpPr>
        <p:spPr bwMode="auto">
          <a:xfrm flipV="1">
            <a:off x="2971800" y="1066800"/>
            <a:ext cx="2362200" cy="43434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557061" name="Line 5">
            <a:extLst>
              <a:ext uri="{FF2B5EF4-FFF2-40B4-BE49-F238E27FC236}">
                <a16:creationId xmlns:a16="http://schemas.microsoft.com/office/drawing/2014/main" id="{607EEDBD-EEA6-4644-B5D6-D4884338DB7D}"/>
              </a:ext>
            </a:extLst>
          </p:cNvPr>
          <p:cNvSpPr>
            <a:spLocks noChangeShapeType="1"/>
          </p:cNvSpPr>
          <p:nvPr/>
        </p:nvSpPr>
        <p:spPr bwMode="auto">
          <a:xfrm flipV="1">
            <a:off x="5257800" y="1295400"/>
            <a:ext cx="152400" cy="41148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557062" name="Line 6">
            <a:extLst>
              <a:ext uri="{FF2B5EF4-FFF2-40B4-BE49-F238E27FC236}">
                <a16:creationId xmlns:a16="http://schemas.microsoft.com/office/drawing/2014/main" id="{D3CA46A2-D860-40FD-BB5D-29F1FC14C00B}"/>
              </a:ext>
            </a:extLst>
          </p:cNvPr>
          <p:cNvSpPr>
            <a:spLocks noChangeShapeType="1"/>
          </p:cNvSpPr>
          <p:nvPr/>
        </p:nvSpPr>
        <p:spPr bwMode="auto">
          <a:xfrm flipH="1" flipV="1">
            <a:off x="5791200" y="1752600"/>
            <a:ext cx="1828800" cy="36576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557063" name="Line 7">
            <a:extLst>
              <a:ext uri="{FF2B5EF4-FFF2-40B4-BE49-F238E27FC236}">
                <a16:creationId xmlns:a16="http://schemas.microsoft.com/office/drawing/2014/main" id="{4E665773-644D-41DB-BBA9-7D2D9802A388}"/>
              </a:ext>
            </a:extLst>
          </p:cNvPr>
          <p:cNvSpPr>
            <a:spLocks noChangeShapeType="1"/>
          </p:cNvSpPr>
          <p:nvPr/>
        </p:nvSpPr>
        <p:spPr bwMode="auto">
          <a:xfrm flipH="1" flipV="1">
            <a:off x="5715000" y="1905000"/>
            <a:ext cx="4114800" cy="35052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557065" name="Line 9">
            <a:extLst>
              <a:ext uri="{FF2B5EF4-FFF2-40B4-BE49-F238E27FC236}">
                <a16:creationId xmlns:a16="http://schemas.microsoft.com/office/drawing/2014/main" id="{2CBF1E1A-7613-4338-9F41-0106C921DBB3}"/>
              </a:ext>
            </a:extLst>
          </p:cNvPr>
          <p:cNvSpPr>
            <a:spLocks noChangeShapeType="1"/>
          </p:cNvSpPr>
          <p:nvPr/>
        </p:nvSpPr>
        <p:spPr bwMode="auto">
          <a:xfrm>
            <a:off x="2667000" y="1828800"/>
            <a:ext cx="1447800" cy="2286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557060"/>
                                        </p:tgtEl>
                                        <p:attrNameLst>
                                          <p:attrName>style.visibility</p:attrName>
                                        </p:attrNameLst>
                                      </p:cBhvr>
                                      <p:to>
                                        <p:strVal val="visible"/>
                                      </p:to>
                                    </p:set>
                                    <p:animEffect transition="in" filter="wipe(down)">
                                      <p:cBhvr>
                                        <p:cTn id="7" dur="500"/>
                                        <p:tgtEl>
                                          <p:spTgt spid="557060"/>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557061"/>
                                        </p:tgtEl>
                                        <p:attrNameLst>
                                          <p:attrName>style.visibility</p:attrName>
                                        </p:attrNameLst>
                                      </p:cBhvr>
                                      <p:to>
                                        <p:strVal val="visible"/>
                                      </p:to>
                                    </p:set>
                                    <p:animEffect transition="in" filter="wipe(down)">
                                      <p:cBhvr>
                                        <p:cTn id="11" dur="500"/>
                                        <p:tgtEl>
                                          <p:spTgt spid="557061"/>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557062"/>
                                        </p:tgtEl>
                                        <p:attrNameLst>
                                          <p:attrName>style.visibility</p:attrName>
                                        </p:attrNameLst>
                                      </p:cBhvr>
                                      <p:to>
                                        <p:strVal val="visible"/>
                                      </p:to>
                                    </p:set>
                                    <p:animEffect transition="in" filter="wipe(down)">
                                      <p:cBhvr>
                                        <p:cTn id="15" dur="500"/>
                                        <p:tgtEl>
                                          <p:spTgt spid="557062"/>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557063"/>
                                        </p:tgtEl>
                                        <p:attrNameLst>
                                          <p:attrName>style.visibility</p:attrName>
                                        </p:attrNameLst>
                                      </p:cBhvr>
                                      <p:to>
                                        <p:strVal val="visible"/>
                                      </p:to>
                                    </p:set>
                                    <p:animEffect transition="in" filter="wipe(down)">
                                      <p:cBhvr>
                                        <p:cTn id="19" dur="500"/>
                                        <p:tgtEl>
                                          <p:spTgt spid="557063"/>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557065"/>
                                        </p:tgtEl>
                                        <p:attrNameLst>
                                          <p:attrName>style.visibility</p:attrName>
                                        </p:attrNameLst>
                                      </p:cBhvr>
                                      <p:to>
                                        <p:strVal val="visible"/>
                                      </p:to>
                                    </p:set>
                                    <p:animEffect transition="in" filter="wipe(left)">
                                      <p:cBhvr>
                                        <p:cTn id="23" dur="500"/>
                                        <p:tgtEl>
                                          <p:spTgt spid="5570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8D3378D-C6D7-46D5-AA5E-8F402C7FB7EB}"/>
              </a:ext>
            </a:extLst>
          </p:cNvPr>
          <p:cNvSpPr>
            <a:spLocks noGrp="1" noChangeArrowheads="1"/>
          </p:cNvSpPr>
          <p:nvPr>
            <p:ph type="title"/>
          </p:nvPr>
        </p:nvSpPr>
        <p:spPr>
          <a:xfrm>
            <a:off x="1905001" y="685800"/>
            <a:ext cx="8228013" cy="1143000"/>
          </a:xfrm>
        </p:spPr>
        <p:txBody>
          <a:bodyPr/>
          <a:lstStyle/>
          <a:p>
            <a:r>
              <a:rPr lang="en-US" altLang="en-US" b="1"/>
              <a:t>STEP 4</a:t>
            </a:r>
            <a:endParaRPr lang="en-US" altLang="en-US"/>
          </a:p>
        </p:txBody>
      </p:sp>
      <p:sp>
        <p:nvSpPr>
          <p:cNvPr id="40963" name="Slide Number Placeholder 4">
            <a:extLst>
              <a:ext uri="{FF2B5EF4-FFF2-40B4-BE49-F238E27FC236}">
                <a16:creationId xmlns:a16="http://schemas.microsoft.com/office/drawing/2014/main" id="{BB3B459F-F63C-4D98-B845-224A04EAD818}"/>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2B0FBECA-84B0-4599-9233-2520A9891772}"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24</a:t>
            </a:fld>
            <a:endParaRPr lang="en-US" altLang="en-US" sz="1400">
              <a:solidFill>
                <a:schemeClr val="tx1"/>
              </a:solidFill>
              <a:latin typeface="Times New Roman" panose="02020603050405020304" pitchFamily="18" charset="0"/>
            </a:endParaRPr>
          </a:p>
        </p:txBody>
      </p:sp>
      <p:sp>
        <p:nvSpPr>
          <p:cNvPr id="40964" name="Rectangle 3">
            <a:extLst>
              <a:ext uri="{FF2B5EF4-FFF2-40B4-BE49-F238E27FC236}">
                <a16:creationId xmlns:a16="http://schemas.microsoft.com/office/drawing/2014/main" id="{3FDE72A8-5FD0-4681-8419-A19B94288252}"/>
              </a:ext>
            </a:extLst>
          </p:cNvPr>
          <p:cNvSpPr>
            <a:spLocks noChangeArrowheads="1"/>
          </p:cNvSpPr>
          <p:nvPr/>
        </p:nvSpPr>
        <p:spPr bwMode="auto">
          <a:xfrm>
            <a:off x="2438400" y="1752600"/>
            <a:ext cx="76200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Char char="•"/>
            </a:pPr>
            <a:r>
              <a:rPr lang="en-US" altLang="en-US" sz="2400"/>
              <a:t> Once the profit centers have agreed on the budget and level of service of the excellence center they will determine how to share the costs of the excellence center, the flow from the plant and the cost of the CEO’s office.	</a:t>
            </a:r>
          </a:p>
          <a:p>
            <a:pPr>
              <a:lnSpc>
                <a:spcPct val="100000"/>
              </a:lnSpc>
              <a:spcAft>
                <a:spcPct val="0"/>
              </a:spcAft>
              <a:buClrTx/>
              <a:buSzTx/>
              <a:buFontTx/>
              <a:buChar char="•"/>
            </a:pPr>
            <a:endParaRPr lang="en-US" altLang="en-US" sz="2400"/>
          </a:p>
          <a:p>
            <a:pPr>
              <a:lnSpc>
                <a:spcPct val="100000"/>
              </a:lnSpc>
              <a:spcAft>
                <a:spcPct val="0"/>
              </a:spcAft>
              <a:buClrTx/>
              <a:buSzTx/>
              <a:buFontTx/>
              <a:buChar char="•"/>
            </a:pPr>
            <a:r>
              <a:rPr lang="en-US" altLang="en-US" sz="2400"/>
              <a:t>This sharing process results in a “roughly right” net profitability measure for the profit centers													</a:t>
            </a:r>
          </a:p>
        </p:txBody>
      </p:sp>
    </p:spTree>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395E471F-0244-4DD5-A9CA-4A4E4B0A8B43}"/>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E81BA1B7-2731-4CD4-846F-347606A03700}"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25</a:t>
            </a:fld>
            <a:endParaRPr lang="en-US" altLang="en-US" sz="1400">
              <a:solidFill>
                <a:schemeClr val="tx1"/>
              </a:solidFill>
              <a:latin typeface="Times New Roman" panose="02020603050405020304" pitchFamily="18" charset="0"/>
            </a:endParaRPr>
          </a:p>
        </p:txBody>
      </p:sp>
      <p:graphicFrame>
        <p:nvGraphicFramePr>
          <p:cNvPr id="43011" name="Object 2">
            <a:extLst>
              <a:ext uri="{FF2B5EF4-FFF2-40B4-BE49-F238E27FC236}">
                <a16:creationId xmlns:a16="http://schemas.microsoft.com/office/drawing/2014/main" id="{8A7341D2-58BA-4A21-8DE7-F5C1F3E1C607}"/>
              </a:ext>
            </a:extLst>
          </p:cNvPr>
          <p:cNvGraphicFramePr>
            <a:graphicFrameLocks noChangeAspect="1"/>
          </p:cNvGraphicFramePr>
          <p:nvPr/>
        </p:nvGraphicFramePr>
        <p:xfrm>
          <a:off x="1905000" y="381000"/>
          <a:ext cx="8458200" cy="8534400"/>
        </p:xfrm>
        <a:graphic>
          <a:graphicData uri="http://schemas.openxmlformats.org/presentationml/2006/ole">
            <mc:AlternateContent xmlns:mc="http://schemas.openxmlformats.org/markup-compatibility/2006">
              <mc:Choice xmlns:v="urn:schemas-microsoft-com:vml" Requires="v">
                <p:oleObj spid="_x0000_s5129" name="Worksheet" r:id="rId4" imgW="10731500" imgH="8686800" progId="Excel.Sheet.8">
                  <p:embed/>
                </p:oleObj>
              </mc:Choice>
              <mc:Fallback>
                <p:oleObj name="Worksheet" r:id="rId4" imgW="10731500" imgH="8686800" progId="Excel.Sheet.8">
                  <p:embed/>
                  <p:pic>
                    <p:nvPicPr>
                      <p:cNvPr id="43011" name="Object 2">
                        <a:extLst>
                          <a:ext uri="{FF2B5EF4-FFF2-40B4-BE49-F238E27FC236}">
                            <a16:creationId xmlns:a16="http://schemas.microsoft.com/office/drawing/2014/main" id="{8A7341D2-58BA-4A21-8DE7-F5C1F3E1C6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381000"/>
                        <a:ext cx="8458200" cy="853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3012" name="Text Box 3">
            <a:extLst>
              <a:ext uri="{FF2B5EF4-FFF2-40B4-BE49-F238E27FC236}">
                <a16:creationId xmlns:a16="http://schemas.microsoft.com/office/drawing/2014/main" id="{7B704DC2-4C84-43A8-8F65-2E9C9428A9D3}"/>
              </a:ext>
            </a:extLst>
          </p:cNvPr>
          <p:cNvSpPr txBox="1">
            <a:spLocks noChangeArrowheads="1"/>
          </p:cNvSpPr>
          <p:nvPr/>
        </p:nvSpPr>
        <p:spPr bwMode="auto">
          <a:xfrm>
            <a:off x="6705601" y="457200"/>
            <a:ext cx="2848857"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4400">
                <a:solidFill>
                  <a:schemeClr val="tx1"/>
                </a:solidFill>
                <a:latin typeface="Times New Roman" panose="02020603050405020304" pitchFamily="18" charset="0"/>
              </a:rPr>
              <a:t>A SIMPLE</a:t>
            </a:r>
          </a:p>
          <a:p>
            <a:pPr>
              <a:lnSpc>
                <a:spcPct val="100000"/>
              </a:lnSpc>
              <a:spcAft>
                <a:spcPct val="0"/>
              </a:spcAft>
              <a:buClrTx/>
              <a:buSzTx/>
              <a:buFontTx/>
              <a:buNone/>
            </a:pPr>
            <a:r>
              <a:rPr lang="en-US" altLang="en-US" sz="4400">
                <a:solidFill>
                  <a:schemeClr val="tx1"/>
                </a:solidFill>
                <a:latin typeface="Times New Roman" panose="02020603050405020304" pitchFamily="18" charset="0"/>
              </a:rPr>
              <a:t>EXAMPLE</a:t>
            </a:r>
          </a:p>
        </p:txBody>
      </p:sp>
      <p:sp>
        <p:nvSpPr>
          <p:cNvPr id="556036" name="Oval 4">
            <a:extLst>
              <a:ext uri="{FF2B5EF4-FFF2-40B4-BE49-F238E27FC236}">
                <a16:creationId xmlns:a16="http://schemas.microsoft.com/office/drawing/2014/main" id="{E5B46FDD-27E0-45B0-A99D-45E7F9FF3BE8}"/>
              </a:ext>
            </a:extLst>
          </p:cNvPr>
          <p:cNvSpPr>
            <a:spLocks noChangeArrowheads="1"/>
          </p:cNvSpPr>
          <p:nvPr/>
        </p:nvSpPr>
        <p:spPr bwMode="auto">
          <a:xfrm>
            <a:off x="3124200" y="5410200"/>
            <a:ext cx="533400" cy="6096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556037" name="Oval 5">
            <a:extLst>
              <a:ext uri="{FF2B5EF4-FFF2-40B4-BE49-F238E27FC236}">
                <a16:creationId xmlns:a16="http://schemas.microsoft.com/office/drawing/2014/main" id="{AE69313E-9F2F-4451-9596-CB3183FCE808}"/>
              </a:ext>
            </a:extLst>
          </p:cNvPr>
          <p:cNvSpPr>
            <a:spLocks noChangeArrowheads="1"/>
          </p:cNvSpPr>
          <p:nvPr/>
        </p:nvSpPr>
        <p:spPr bwMode="auto">
          <a:xfrm>
            <a:off x="5410200" y="5410200"/>
            <a:ext cx="533400" cy="6096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556038" name="Line 6">
            <a:extLst>
              <a:ext uri="{FF2B5EF4-FFF2-40B4-BE49-F238E27FC236}">
                <a16:creationId xmlns:a16="http://schemas.microsoft.com/office/drawing/2014/main" id="{54E810A8-CCAF-4CD8-B8F7-11506544FBAE}"/>
              </a:ext>
            </a:extLst>
          </p:cNvPr>
          <p:cNvSpPr>
            <a:spLocks noChangeShapeType="1"/>
          </p:cNvSpPr>
          <p:nvPr/>
        </p:nvSpPr>
        <p:spPr bwMode="auto">
          <a:xfrm flipH="1">
            <a:off x="3581400" y="2209800"/>
            <a:ext cx="2057400" cy="32766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556039" name="Line 7">
            <a:extLst>
              <a:ext uri="{FF2B5EF4-FFF2-40B4-BE49-F238E27FC236}">
                <a16:creationId xmlns:a16="http://schemas.microsoft.com/office/drawing/2014/main" id="{ACF776FD-F39C-4F4E-BF31-1D958393AE66}"/>
              </a:ext>
            </a:extLst>
          </p:cNvPr>
          <p:cNvSpPr>
            <a:spLocks noChangeShapeType="1"/>
          </p:cNvSpPr>
          <p:nvPr/>
        </p:nvSpPr>
        <p:spPr bwMode="auto">
          <a:xfrm>
            <a:off x="5715000" y="2209800"/>
            <a:ext cx="76200" cy="3200400"/>
          </a:xfrm>
          <a:prstGeom prst="line">
            <a:avLst/>
          </a:prstGeom>
          <a:noFill/>
          <a:ln w="76200">
            <a:solidFill>
              <a:srgbClr val="CC66FF"/>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556038"/>
                                        </p:tgtEl>
                                        <p:attrNameLst>
                                          <p:attrName>style.visibility</p:attrName>
                                        </p:attrNameLst>
                                      </p:cBhvr>
                                      <p:to>
                                        <p:strVal val="visible"/>
                                      </p:to>
                                    </p:set>
                                    <p:animEffect transition="in" filter="wipe(up)">
                                      <p:cBhvr>
                                        <p:cTn id="7" dur="500"/>
                                        <p:tgtEl>
                                          <p:spTgt spid="556038"/>
                                        </p:tgtEl>
                                      </p:cBhvr>
                                    </p:animEffect>
                                  </p:childTnLst>
                                </p:cTn>
                              </p:par>
                            </p:childTnLst>
                          </p:cTn>
                        </p:par>
                        <p:par>
                          <p:cTn id="8" fill="hold" nodeType="afterGroup">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556036"/>
                                        </p:tgtEl>
                                        <p:attrNameLst>
                                          <p:attrName>style.visibility</p:attrName>
                                        </p:attrNameLst>
                                      </p:cBhvr>
                                      <p:to>
                                        <p:strVal val="visible"/>
                                      </p:to>
                                    </p:set>
                                    <p:animEffect transition="in" filter="box(out)">
                                      <p:cBhvr>
                                        <p:cTn id="11" dur="500"/>
                                        <p:tgtEl>
                                          <p:spTgt spid="556036"/>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556039"/>
                                        </p:tgtEl>
                                        <p:attrNameLst>
                                          <p:attrName>style.visibility</p:attrName>
                                        </p:attrNameLst>
                                      </p:cBhvr>
                                      <p:to>
                                        <p:strVal val="visible"/>
                                      </p:to>
                                    </p:set>
                                    <p:animEffect transition="in" filter="wipe(up)">
                                      <p:cBhvr>
                                        <p:cTn id="15" dur="500"/>
                                        <p:tgtEl>
                                          <p:spTgt spid="556039"/>
                                        </p:tgtEl>
                                      </p:cBhvr>
                                    </p:animEffect>
                                  </p:childTnLst>
                                </p:cTn>
                              </p:par>
                            </p:childTnLst>
                          </p:cTn>
                        </p:par>
                        <p:par>
                          <p:cTn id="16" fill="hold" nodeType="afterGroup">
                            <p:stCondLst>
                              <p:cond delay="1500"/>
                            </p:stCondLst>
                            <p:childTnLst>
                              <p:par>
                                <p:cTn id="17" presetID="4" presetClass="entr" presetSubtype="32" fill="hold" grpId="0" nodeType="afterEffect">
                                  <p:stCondLst>
                                    <p:cond delay="0"/>
                                  </p:stCondLst>
                                  <p:childTnLst>
                                    <p:set>
                                      <p:cBhvr>
                                        <p:cTn id="18" dur="1" fill="hold">
                                          <p:stCondLst>
                                            <p:cond delay="0"/>
                                          </p:stCondLst>
                                        </p:cTn>
                                        <p:tgtEl>
                                          <p:spTgt spid="556037"/>
                                        </p:tgtEl>
                                        <p:attrNameLst>
                                          <p:attrName>style.visibility</p:attrName>
                                        </p:attrNameLst>
                                      </p:cBhvr>
                                      <p:to>
                                        <p:strVal val="visible"/>
                                      </p:to>
                                    </p:set>
                                    <p:animEffect transition="in" filter="box(out)">
                                      <p:cBhvr>
                                        <p:cTn id="19" dur="500"/>
                                        <p:tgtEl>
                                          <p:spTgt spid="556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6" grpId="0" animBg="1"/>
      <p:bldP spid="55603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a:extLst>
              <a:ext uri="{FF2B5EF4-FFF2-40B4-BE49-F238E27FC236}">
                <a16:creationId xmlns:a16="http://schemas.microsoft.com/office/drawing/2014/main" id="{E962AF44-7542-4544-90B8-5E2C6EE5EF27}"/>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F9B14EC5-0B57-465E-AF38-0C66A684C4DD}"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26</a:t>
            </a:fld>
            <a:endParaRPr lang="en-US" altLang="en-US" sz="1400">
              <a:solidFill>
                <a:schemeClr val="tx1"/>
              </a:solidFill>
              <a:latin typeface="Times New Roman" panose="02020603050405020304" pitchFamily="18" charset="0"/>
            </a:endParaRPr>
          </a:p>
        </p:txBody>
      </p:sp>
      <p:graphicFrame>
        <p:nvGraphicFramePr>
          <p:cNvPr id="45059" name="Object 2">
            <a:extLst>
              <a:ext uri="{FF2B5EF4-FFF2-40B4-BE49-F238E27FC236}">
                <a16:creationId xmlns:a16="http://schemas.microsoft.com/office/drawing/2014/main" id="{50682728-554A-485F-BC7F-1688F15B6CC2}"/>
              </a:ext>
            </a:extLst>
          </p:cNvPr>
          <p:cNvGraphicFramePr>
            <a:graphicFrameLocks noChangeAspect="1"/>
          </p:cNvGraphicFramePr>
          <p:nvPr>
            <p:extLst>
              <p:ext uri="{D42A27DB-BD31-4B8C-83A1-F6EECF244321}">
                <p14:modId xmlns:p14="http://schemas.microsoft.com/office/powerpoint/2010/main" val="3384471526"/>
              </p:ext>
            </p:extLst>
          </p:nvPr>
        </p:nvGraphicFramePr>
        <p:xfrm>
          <a:off x="1752600" y="29065"/>
          <a:ext cx="8678863" cy="8982075"/>
        </p:xfrm>
        <a:graphic>
          <a:graphicData uri="http://schemas.openxmlformats.org/presentationml/2006/ole">
            <mc:AlternateContent xmlns:mc="http://schemas.openxmlformats.org/markup-compatibility/2006">
              <mc:Choice xmlns:v="urn:schemas-microsoft-com:vml" Requires="v">
                <p:oleObj spid="_x0000_s6156" name="Worksheet" r:id="rId4" imgW="10725146" imgH="9134275" progId="Excel.Sheet.8">
                  <p:embed/>
                </p:oleObj>
              </mc:Choice>
              <mc:Fallback>
                <p:oleObj name="Worksheet" r:id="rId4" imgW="10725146" imgH="9134275" progId="Excel.Sheet.8">
                  <p:embed/>
                  <p:pic>
                    <p:nvPicPr>
                      <p:cNvPr id="45059" name="Object 2">
                        <a:extLst>
                          <a:ext uri="{FF2B5EF4-FFF2-40B4-BE49-F238E27FC236}">
                            <a16:creationId xmlns:a16="http://schemas.microsoft.com/office/drawing/2014/main" id="{50682728-554A-485F-BC7F-1688F15B6CC2}"/>
                          </a:ext>
                        </a:extLst>
                      </p:cNvPr>
                      <p:cNvPicPr>
                        <a:picLocks noChangeAspect="1" noChangeArrowheads="1"/>
                      </p:cNvPicPr>
                      <p:nvPr/>
                    </p:nvPicPr>
                    <p:blipFill>
                      <a:blip r:embed="rId5"/>
                      <a:srcRect/>
                      <a:stretch>
                        <a:fillRect/>
                      </a:stretch>
                    </p:blipFill>
                    <p:spPr bwMode="auto">
                      <a:xfrm>
                        <a:off x="1752600" y="29065"/>
                        <a:ext cx="8678863" cy="898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5060" name="Text Box 3">
            <a:extLst>
              <a:ext uri="{FF2B5EF4-FFF2-40B4-BE49-F238E27FC236}">
                <a16:creationId xmlns:a16="http://schemas.microsoft.com/office/drawing/2014/main" id="{DC8D5485-262B-4E80-9632-73ADAB28E37E}"/>
              </a:ext>
            </a:extLst>
          </p:cNvPr>
          <p:cNvSpPr txBox="1">
            <a:spLocks noChangeArrowheads="1"/>
          </p:cNvSpPr>
          <p:nvPr/>
        </p:nvSpPr>
        <p:spPr bwMode="auto">
          <a:xfrm>
            <a:off x="3581401" y="152401"/>
            <a:ext cx="54524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3200">
                <a:solidFill>
                  <a:schemeClr val="tx1"/>
                </a:solidFill>
                <a:latin typeface="Times New Roman" panose="02020603050405020304" pitchFamily="18" charset="0"/>
              </a:rPr>
              <a:t>CEO &amp; TRADITIONAL VIEW</a:t>
            </a:r>
          </a:p>
        </p:txBody>
      </p:sp>
      <p:sp>
        <p:nvSpPr>
          <p:cNvPr id="555012" name="Oval 4">
            <a:extLst>
              <a:ext uri="{FF2B5EF4-FFF2-40B4-BE49-F238E27FC236}">
                <a16:creationId xmlns:a16="http://schemas.microsoft.com/office/drawing/2014/main" id="{B5FBEBD5-72C2-4AAD-823E-4528DA4EBE95}"/>
              </a:ext>
            </a:extLst>
          </p:cNvPr>
          <p:cNvSpPr>
            <a:spLocks noChangeArrowheads="1"/>
          </p:cNvSpPr>
          <p:nvPr/>
        </p:nvSpPr>
        <p:spPr bwMode="auto">
          <a:xfrm>
            <a:off x="6096000" y="685800"/>
            <a:ext cx="2362200" cy="2895600"/>
          </a:xfrm>
          <a:prstGeom prst="ellipse">
            <a:avLst/>
          </a:prstGeom>
          <a:noFill/>
          <a:ln w="76200">
            <a:solidFill>
              <a:srgbClr val="CC66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555012"/>
                                        </p:tgtEl>
                                        <p:attrNameLst>
                                          <p:attrName>style.visibility</p:attrName>
                                        </p:attrNameLst>
                                      </p:cBhvr>
                                      <p:to>
                                        <p:strVal val="visible"/>
                                      </p:to>
                                    </p:set>
                                    <p:animEffect transition="in" filter="box(out)">
                                      <p:cBhvr>
                                        <p:cTn id="7" dur="500"/>
                                        <p:tgtEl>
                                          <p:spTgt spid="555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DF896FCC-A1C1-42C1-A49B-9F6A5F83153A}"/>
              </a:ext>
            </a:extLst>
          </p:cNvPr>
          <p:cNvSpPr>
            <a:spLocks noGrp="1" noChangeArrowheads="1"/>
          </p:cNvSpPr>
          <p:nvPr>
            <p:ph type="title"/>
          </p:nvPr>
        </p:nvSpPr>
        <p:spPr>
          <a:xfrm>
            <a:off x="2022475" y="457200"/>
            <a:ext cx="8458200" cy="1143000"/>
          </a:xfrm>
        </p:spPr>
        <p:txBody>
          <a:bodyPr/>
          <a:lstStyle/>
          <a:p>
            <a:pPr algn="ctr"/>
            <a:r>
              <a:rPr lang="en-US" altLang="en-US" sz="2800"/>
              <a:t>SHARING PROCESS EXAMPLE</a:t>
            </a:r>
          </a:p>
        </p:txBody>
      </p:sp>
      <p:sp>
        <p:nvSpPr>
          <p:cNvPr id="73731" name="Slide Number Placeholder 4">
            <a:extLst>
              <a:ext uri="{FF2B5EF4-FFF2-40B4-BE49-F238E27FC236}">
                <a16:creationId xmlns:a16="http://schemas.microsoft.com/office/drawing/2014/main" id="{BC9CF352-1F51-4794-9E57-9A7841F34F01}"/>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CF70894A-5AAA-4141-9F8C-E532ED555419}"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27</a:t>
            </a:fld>
            <a:endParaRPr lang="en-US" altLang="en-US" sz="1400">
              <a:solidFill>
                <a:schemeClr val="tx1"/>
              </a:solidFill>
              <a:latin typeface="Times New Roman" panose="02020603050405020304" pitchFamily="18" charset="0"/>
            </a:endParaRPr>
          </a:p>
        </p:txBody>
      </p:sp>
      <p:graphicFrame>
        <p:nvGraphicFramePr>
          <p:cNvPr id="73732" name="Object 3">
            <a:extLst>
              <a:ext uri="{FF2B5EF4-FFF2-40B4-BE49-F238E27FC236}">
                <a16:creationId xmlns:a16="http://schemas.microsoft.com/office/drawing/2014/main" id="{15E6E5DE-0B02-4376-808E-F36EA80103A6}"/>
              </a:ext>
            </a:extLst>
          </p:cNvPr>
          <p:cNvGraphicFramePr>
            <a:graphicFrameLocks noChangeAspect="1"/>
          </p:cNvGraphicFramePr>
          <p:nvPr/>
        </p:nvGraphicFramePr>
        <p:xfrm>
          <a:off x="2895601" y="1928814"/>
          <a:ext cx="7491413" cy="2149475"/>
        </p:xfrm>
        <a:graphic>
          <a:graphicData uri="http://schemas.openxmlformats.org/presentationml/2006/ole">
            <mc:AlternateContent xmlns:mc="http://schemas.openxmlformats.org/markup-compatibility/2006">
              <mc:Choice xmlns:v="urn:schemas-microsoft-com:vml" Requires="v">
                <p:oleObj spid="_x0000_s11276" name="MS Org Chart" r:id="rId4" imgW="1994001" imgH="576753" progId="OrgPlusWOPX.4">
                  <p:embed/>
                </p:oleObj>
              </mc:Choice>
              <mc:Fallback>
                <p:oleObj name="MS Org Chart" r:id="rId4" imgW="1994001" imgH="576753" progId="OrgPlusWOPX.4">
                  <p:embed/>
                  <p:pic>
                    <p:nvPicPr>
                      <p:cNvPr id="73732" name="Object 3">
                        <a:extLst>
                          <a:ext uri="{FF2B5EF4-FFF2-40B4-BE49-F238E27FC236}">
                            <a16:creationId xmlns:a16="http://schemas.microsoft.com/office/drawing/2014/main" id="{15E6E5DE-0B02-4376-808E-F36EA80103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1" y="1928814"/>
                        <a:ext cx="7491413" cy="214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3733" name="Line 8">
            <a:extLst>
              <a:ext uri="{FF2B5EF4-FFF2-40B4-BE49-F238E27FC236}">
                <a16:creationId xmlns:a16="http://schemas.microsoft.com/office/drawing/2014/main" id="{09256C01-086A-448C-AB7E-6D4B55133F57}"/>
              </a:ext>
            </a:extLst>
          </p:cNvPr>
          <p:cNvSpPr>
            <a:spLocks noChangeShapeType="1"/>
          </p:cNvSpPr>
          <p:nvPr/>
        </p:nvSpPr>
        <p:spPr bwMode="auto">
          <a:xfrm flipH="1" flipV="1">
            <a:off x="7239001" y="2819400"/>
            <a:ext cx="123825" cy="134938"/>
          </a:xfrm>
          <a:prstGeom prst="line">
            <a:avLst/>
          </a:prstGeom>
          <a:noFill/>
          <a:ln w="28575">
            <a:solidFill>
              <a:srgbClr val="00CC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3734" name="Line 9">
            <a:extLst>
              <a:ext uri="{FF2B5EF4-FFF2-40B4-BE49-F238E27FC236}">
                <a16:creationId xmlns:a16="http://schemas.microsoft.com/office/drawing/2014/main" id="{70EB2066-D40C-4DAE-B67F-FD7C6E19B438}"/>
              </a:ext>
            </a:extLst>
          </p:cNvPr>
          <p:cNvSpPr>
            <a:spLocks noChangeShapeType="1"/>
          </p:cNvSpPr>
          <p:nvPr/>
        </p:nvSpPr>
        <p:spPr bwMode="auto">
          <a:xfrm flipH="1" flipV="1">
            <a:off x="7315200" y="2667001"/>
            <a:ext cx="742950" cy="269875"/>
          </a:xfrm>
          <a:prstGeom prst="line">
            <a:avLst/>
          </a:prstGeom>
          <a:noFill/>
          <a:ln w="28575">
            <a:solidFill>
              <a:srgbClr val="00CC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3735" name="Line 10">
            <a:extLst>
              <a:ext uri="{FF2B5EF4-FFF2-40B4-BE49-F238E27FC236}">
                <a16:creationId xmlns:a16="http://schemas.microsoft.com/office/drawing/2014/main" id="{F0A7E53B-DB2B-4526-8320-DEED371A5E87}"/>
              </a:ext>
            </a:extLst>
          </p:cNvPr>
          <p:cNvSpPr>
            <a:spLocks noChangeShapeType="1"/>
          </p:cNvSpPr>
          <p:nvPr/>
        </p:nvSpPr>
        <p:spPr bwMode="auto">
          <a:xfrm flipH="1" flipV="1">
            <a:off x="7315201" y="2362201"/>
            <a:ext cx="1762125" cy="519113"/>
          </a:xfrm>
          <a:prstGeom prst="line">
            <a:avLst/>
          </a:prstGeom>
          <a:noFill/>
          <a:ln w="28575">
            <a:solidFill>
              <a:srgbClr val="00CC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3736" name="Line 11">
            <a:extLst>
              <a:ext uri="{FF2B5EF4-FFF2-40B4-BE49-F238E27FC236}">
                <a16:creationId xmlns:a16="http://schemas.microsoft.com/office/drawing/2014/main" id="{8714E595-7B3E-4D62-BE2F-7BAD162073D1}"/>
              </a:ext>
            </a:extLst>
          </p:cNvPr>
          <p:cNvSpPr>
            <a:spLocks noChangeShapeType="1"/>
          </p:cNvSpPr>
          <p:nvPr/>
        </p:nvSpPr>
        <p:spPr bwMode="auto">
          <a:xfrm flipH="1" flipV="1">
            <a:off x="7246938" y="2030413"/>
            <a:ext cx="2747962" cy="779462"/>
          </a:xfrm>
          <a:prstGeom prst="line">
            <a:avLst/>
          </a:prstGeom>
          <a:noFill/>
          <a:ln w="28575">
            <a:solidFill>
              <a:srgbClr val="FF0033"/>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3737" name="Oval 12">
            <a:extLst>
              <a:ext uri="{FF2B5EF4-FFF2-40B4-BE49-F238E27FC236}">
                <a16:creationId xmlns:a16="http://schemas.microsoft.com/office/drawing/2014/main" id="{0905F71A-21DA-407C-A21C-FD314BC603DC}"/>
              </a:ext>
            </a:extLst>
          </p:cNvPr>
          <p:cNvSpPr>
            <a:spLocks noChangeArrowheads="1"/>
          </p:cNvSpPr>
          <p:nvPr/>
        </p:nvSpPr>
        <p:spPr bwMode="auto">
          <a:xfrm>
            <a:off x="6858000" y="2590800"/>
            <a:ext cx="280988" cy="260350"/>
          </a:xfrm>
          <a:prstGeom prst="ellipse">
            <a:avLst/>
          </a:prstGeom>
          <a:solidFill>
            <a:srgbClr val="FF0033"/>
          </a:solidFill>
          <a:ln w="12700">
            <a:solidFill>
              <a:schemeClr val="tx1"/>
            </a:solidFill>
            <a:round/>
            <a:headEnd type="none" w="sm" len="sm"/>
            <a:tailEnd type="none" w="sm" len="sm"/>
          </a:ln>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73738" name="Text Box 14">
            <a:extLst>
              <a:ext uri="{FF2B5EF4-FFF2-40B4-BE49-F238E27FC236}">
                <a16:creationId xmlns:a16="http://schemas.microsoft.com/office/drawing/2014/main" id="{E8F79E0F-63F3-473F-952D-40AF8F20B352}"/>
              </a:ext>
            </a:extLst>
          </p:cNvPr>
          <p:cNvSpPr txBox="1">
            <a:spLocks noChangeArrowheads="1"/>
          </p:cNvSpPr>
          <p:nvPr/>
        </p:nvSpPr>
        <p:spPr bwMode="auto">
          <a:xfrm rot="1083251">
            <a:off x="8080766" y="2018298"/>
            <a:ext cx="7072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600">
                <a:solidFill>
                  <a:schemeClr val="tx1"/>
                </a:solidFill>
                <a:latin typeface="Times New Roman" panose="02020603050405020304" pitchFamily="18" charset="0"/>
              </a:rPr>
              <a:t>COST</a:t>
            </a:r>
          </a:p>
        </p:txBody>
      </p:sp>
      <p:sp>
        <p:nvSpPr>
          <p:cNvPr id="73739" name="AutoShape 15">
            <a:extLst>
              <a:ext uri="{FF2B5EF4-FFF2-40B4-BE49-F238E27FC236}">
                <a16:creationId xmlns:a16="http://schemas.microsoft.com/office/drawing/2014/main" id="{43B81B5B-53B3-4F45-B71B-5D078786120D}"/>
              </a:ext>
            </a:extLst>
          </p:cNvPr>
          <p:cNvSpPr>
            <a:spLocks noChangeArrowheads="1"/>
          </p:cNvSpPr>
          <p:nvPr/>
        </p:nvSpPr>
        <p:spPr bwMode="auto">
          <a:xfrm rot="5546560">
            <a:off x="5242719" y="1843881"/>
            <a:ext cx="1625600" cy="376238"/>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0033"/>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740" name="Text Box 16">
            <a:extLst>
              <a:ext uri="{FF2B5EF4-FFF2-40B4-BE49-F238E27FC236}">
                <a16:creationId xmlns:a16="http://schemas.microsoft.com/office/drawing/2014/main" id="{AE845F96-70B6-47BF-9840-7BB5FFF7A41C}"/>
              </a:ext>
            </a:extLst>
          </p:cNvPr>
          <p:cNvSpPr txBox="1">
            <a:spLocks noChangeArrowheads="1"/>
          </p:cNvSpPr>
          <p:nvPr/>
        </p:nvSpPr>
        <p:spPr bwMode="auto">
          <a:xfrm>
            <a:off x="4038600" y="1143000"/>
            <a:ext cx="1887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200">
                <a:solidFill>
                  <a:schemeClr val="tx1"/>
                </a:solidFill>
                <a:latin typeface="Times New Roman" panose="02020603050405020304" pitchFamily="18" charset="0"/>
              </a:rPr>
              <a:t>LEVEL 2 &amp; 3</a:t>
            </a:r>
          </a:p>
          <a:p>
            <a:pPr algn="ctr">
              <a:lnSpc>
                <a:spcPct val="100000"/>
              </a:lnSpc>
              <a:spcAft>
                <a:spcPct val="0"/>
              </a:spcAft>
              <a:buClrTx/>
              <a:buSzTx/>
              <a:buFontTx/>
              <a:buNone/>
            </a:pPr>
            <a:r>
              <a:rPr lang="en-US" altLang="en-US" sz="1200">
                <a:solidFill>
                  <a:schemeClr val="tx1"/>
                </a:solidFill>
                <a:latin typeface="Times New Roman" panose="02020603050405020304" pitchFamily="18" charset="0"/>
              </a:rPr>
              <a:t>OVERHEAD EXPENSES</a:t>
            </a:r>
          </a:p>
        </p:txBody>
      </p:sp>
      <p:sp>
        <p:nvSpPr>
          <p:cNvPr id="73741" name="Oval 17">
            <a:extLst>
              <a:ext uri="{FF2B5EF4-FFF2-40B4-BE49-F238E27FC236}">
                <a16:creationId xmlns:a16="http://schemas.microsoft.com/office/drawing/2014/main" id="{D7BB10A2-07BC-42EF-896A-DE5D613F6DC5}"/>
              </a:ext>
            </a:extLst>
          </p:cNvPr>
          <p:cNvSpPr>
            <a:spLocks noChangeArrowheads="1"/>
          </p:cNvSpPr>
          <p:nvPr/>
        </p:nvSpPr>
        <p:spPr bwMode="auto">
          <a:xfrm rot="737151">
            <a:off x="6692901" y="2417763"/>
            <a:ext cx="3986213" cy="1111250"/>
          </a:xfrm>
          <a:prstGeom prst="ellipse">
            <a:avLst/>
          </a:prstGeom>
          <a:noFill/>
          <a:ln w="28575">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73742" name="Line 18">
            <a:extLst>
              <a:ext uri="{FF2B5EF4-FFF2-40B4-BE49-F238E27FC236}">
                <a16:creationId xmlns:a16="http://schemas.microsoft.com/office/drawing/2014/main" id="{8AB8E537-ABAC-4839-8845-873BA8CB4091}"/>
              </a:ext>
            </a:extLst>
          </p:cNvPr>
          <p:cNvSpPr>
            <a:spLocks noChangeShapeType="1"/>
          </p:cNvSpPr>
          <p:nvPr/>
        </p:nvSpPr>
        <p:spPr bwMode="auto">
          <a:xfrm flipH="1">
            <a:off x="9085264" y="2057401"/>
            <a:ext cx="58737" cy="371475"/>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3743" name="Text Box 19">
            <a:extLst>
              <a:ext uri="{FF2B5EF4-FFF2-40B4-BE49-F238E27FC236}">
                <a16:creationId xmlns:a16="http://schemas.microsoft.com/office/drawing/2014/main" id="{024E8AD6-8369-4439-B0FE-FAD0F676B1CA}"/>
              </a:ext>
            </a:extLst>
          </p:cNvPr>
          <p:cNvSpPr txBox="1">
            <a:spLocks noChangeArrowheads="1"/>
          </p:cNvSpPr>
          <p:nvPr/>
        </p:nvSpPr>
        <p:spPr bwMode="auto">
          <a:xfrm>
            <a:off x="7924801" y="1600200"/>
            <a:ext cx="2555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200">
                <a:solidFill>
                  <a:schemeClr val="tx1"/>
                </a:solidFill>
                <a:latin typeface="Times New Roman" panose="02020603050405020304" pitchFamily="18" charset="0"/>
              </a:rPr>
              <a:t>LEVEL 1 OVERHEAD EXPENSES</a:t>
            </a:r>
          </a:p>
          <a:p>
            <a:pPr algn="ctr">
              <a:lnSpc>
                <a:spcPct val="100000"/>
              </a:lnSpc>
              <a:spcAft>
                <a:spcPct val="0"/>
              </a:spcAft>
              <a:buClrTx/>
              <a:buSzTx/>
              <a:buFontTx/>
              <a:buNone/>
            </a:pPr>
            <a:r>
              <a:rPr lang="en-US" altLang="en-US" sz="1200">
                <a:solidFill>
                  <a:schemeClr val="tx1"/>
                </a:solidFill>
                <a:latin typeface="Times New Roman" panose="02020603050405020304" pitchFamily="18" charset="0"/>
              </a:rPr>
              <a:t>“INFLUENCABLE”</a:t>
            </a:r>
          </a:p>
        </p:txBody>
      </p:sp>
      <p:graphicFrame>
        <p:nvGraphicFramePr>
          <p:cNvPr id="73744" name="Object 20">
            <a:extLst>
              <a:ext uri="{FF2B5EF4-FFF2-40B4-BE49-F238E27FC236}">
                <a16:creationId xmlns:a16="http://schemas.microsoft.com/office/drawing/2014/main" id="{48CB96BF-D61C-42F9-B77E-2FE5C78DF3A4}"/>
              </a:ext>
            </a:extLst>
          </p:cNvPr>
          <p:cNvGraphicFramePr>
            <a:graphicFrameLocks noChangeAspect="1"/>
          </p:cNvGraphicFramePr>
          <p:nvPr/>
        </p:nvGraphicFramePr>
        <p:xfrm>
          <a:off x="1752600" y="3886200"/>
          <a:ext cx="8610600" cy="1752600"/>
        </p:xfrm>
        <a:graphic>
          <a:graphicData uri="http://schemas.openxmlformats.org/presentationml/2006/ole">
            <mc:AlternateContent xmlns:mc="http://schemas.openxmlformats.org/markup-compatibility/2006">
              <mc:Choice xmlns:v="urn:schemas-microsoft-com:vml" Requires="v">
                <p:oleObj spid="_x0000_s11277" name="Worksheet" r:id="rId6" imgW="11506200" imgH="1384300" progId="Excel.Sheet.8">
                  <p:embed/>
                </p:oleObj>
              </mc:Choice>
              <mc:Fallback>
                <p:oleObj name="Worksheet" r:id="rId6" imgW="11506200" imgH="1384300" progId="Excel.Sheet.8">
                  <p:embed/>
                  <p:pic>
                    <p:nvPicPr>
                      <p:cNvPr id="73744" name="Object 20">
                        <a:extLst>
                          <a:ext uri="{FF2B5EF4-FFF2-40B4-BE49-F238E27FC236}">
                            <a16:creationId xmlns:a16="http://schemas.microsoft.com/office/drawing/2014/main" id="{48CB96BF-D61C-42F9-B77E-2FE5C78DF3A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3886200"/>
                        <a:ext cx="86106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3745" name="Line 21">
            <a:extLst>
              <a:ext uri="{FF2B5EF4-FFF2-40B4-BE49-F238E27FC236}">
                <a16:creationId xmlns:a16="http://schemas.microsoft.com/office/drawing/2014/main" id="{3F283153-9AA6-40AD-9025-887E8B39812E}"/>
              </a:ext>
            </a:extLst>
          </p:cNvPr>
          <p:cNvSpPr>
            <a:spLocks noChangeShapeType="1"/>
          </p:cNvSpPr>
          <p:nvPr/>
        </p:nvSpPr>
        <p:spPr bwMode="auto">
          <a:xfrm flipV="1">
            <a:off x="3352800" y="1981200"/>
            <a:ext cx="2667000" cy="914400"/>
          </a:xfrm>
          <a:prstGeom prst="line">
            <a:avLst/>
          </a:prstGeom>
          <a:noFill/>
          <a:ln w="28575">
            <a:solidFill>
              <a:srgbClr val="00CC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3746" name="Line 22">
            <a:extLst>
              <a:ext uri="{FF2B5EF4-FFF2-40B4-BE49-F238E27FC236}">
                <a16:creationId xmlns:a16="http://schemas.microsoft.com/office/drawing/2014/main" id="{A1770B09-CDA1-4D2A-8144-DDF2D910E475}"/>
              </a:ext>
            </a:extLst>
          </p:cNvPr>
          <p:cNvSpPr>
            <a:spLocks noChangeShapeType="1"/>
          </p:cNvSpPr>
          <p:nvPr/>
        </p:nvSpPr>
        <p:spPr bwMode="auto">
          <a:xfrm flipV="1">
            <a:off x="4267200" y="2286000"/>
            <a:ext cx="1752600" cy="609600"/>
          </a:xfrm>
          <a:prstGeom prst="line">
            <a:avLst/>
          </a:prstGeom>
          <a:noFill/>
          <a:ln w="28575">
            <a:solidFill>
              <a:srgbClr val="00CC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3747" name="Line 23">
            <a:extLst>
              <a:ext uri="{FF2B5EF4-FFF2-40B4-BE49-F238E27FC236}">
                <a16:creationId xmlns:a16="http://schemas.microsoft.com/office/drawing/2014/main" id="{063388C2-F66A-4F54-A723-65AE50C6F2EF}"/>
              </a:ext>
            </a:extLst>
          </p:cNvPr>
          <p:cNvSpPr>
            <a:spLocks noChangeShapeType="1"/>
          </p:cNvSpPr>
          <p:nvPr/>
        </p:nvSpPr>
        <p:spPr bwMode="auto">
          <a:xfrm flipV="1">
            <a:off x="5181600" y="2514600"/>
            <a:ext cx="762000" cy="381000"/>
          </a:xfrm>
          <a:prstGeom prst="line">
            <a:avLst/>
          </a:prstGeom>
          <a:noFill/>
          <a:ln w="28575">
            <a:solidFill>
              <a:srgbClr val="00CC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3748" name="Line 24">
            <a:extLst>
              <a:ext uri="{FF2B5EF4-FFF2-40B4-BE49-F238E27FC236}">
                <a16:creationId xmlns:a16="http://schemas.microsoft.com/office/drawing/2014/main" id="{6C80C457-BCD5-4BD0-A7D5-528500F0EB7B}"/>
              </a:ext>
            </a:extLst>
          </p:cNvPr>
          <p:cNvSpPr>
            <a:spLocks noChangeShapeType="1"/>
          </p:cNvSpPr>
          <p:nvPr/>
        </p:nvSpPr>
        <p:spPr bwMode="auto">
          <a:xfrm flipV="1">
            <a:off x="5867400" y="2667000"/>
            <a:ext cx="76200" cy="228600"/>
          </a:xfrm>
          <a:prstGeom prst="line">
            <a:avLst/>
          </a:prstGeom>
          <a:noFill/>
          <a:ln w="28575">
            <a:solidFill>
              <a:srgbClr val="00CC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3749" name="Text Box 25">
            <a:extLst>
              <a:ext uri="{FF2B5EF4-FFF2-40B4-BE49-F238E27FC236}">
                <a16:creationId xmlns:a16="http://schemas.microsoft.com/office/drawing/2014/main" id="{F70BC400-2C77-4A4C-A421-11963726481A}"/>
              </a:ext>
            </a:extLst>
          </p:cNvPr>
          <p:cNvSpPr txBox="1">
            <a:spLocks noChangeArrowheads="1"/>
          </p:cNvSpPr>
          <p:nvPr/>
        </p:nvSpPr>
        <p:spPr bwMode="auto">
          <a:xfrm rot="20598202">
            <a:off x="3384811" y="2097673"/>
            <a:ext cx="17187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600">
                <a:solidFill>
                  <a:schemeClr val="tx1"/>
                </a:solidFill>
                <a:latin typeface="Times New Roman" panose="02020603050405020304" pitchFamily="18" charset="0"/>
              </a:rPr>
              <a:t>CONTRIBUTION</a:t>
            </a:r>
          </a:p>
        </p:txBody>
      </p:sp>
    </p:spTree>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8E1595EE-180D-4102-AAEF-9A62E37A31E3}"/>
              </a:ext>
            </a:extLst>
          </p:cNvPr>
          <p:cNvSpPr>
            <a:spLocks noGrp="1" noChangeArrowheads="1"/>
          </p:cNvSpPr>
          <p:nvPr>
            <p:ph type="title"/>
          </p:nvPr>
        </p:nvSpPr>
        <p:spPr>
          <a:xfrm>
            <a:off x="2011363" y="369888"/>
            <a:ext cx="8458200" cy="1143000"/>
          </a:xfrm>
        </p:spPr>
        <p:txBody>
          <a:bodyPr/>
          <a:lstStyle/>
          <a:p>
            <a:pPr algn="ctr"/>
            <a:r>
              <a:rPr lang="en-US" altLang="en-US" sz="2800"/>
              <a:t>SHARING PROCESS EXAMPLE</a:t>
            </a:r>
          </a:p>
        </p:txBody>
      </p:sp>
      <p:sp>
        <p:nvSpPr>
          <p:cNvPr id="75779" name="Slide Number Placeholder 4">
            <a:extLst>
              <a:ext uri="{FF2B5EF4-FFF2-40B4-BE49-F238E27FC236}">
                <a16:creationId xmlns:a16="http://schemas.microsoft.com/office/drawing/2014/main" id="{9E9C2B82-49A8-4FF7-B69B-173764DEF82A}"/>
              </a:ext>
            </a:extLst>
          </p:cNvPr>
          <p:cNvSpPr>
            <a:spLocks noGrp="1"/>
          </p:cNvSpPr>
          <p:nvPr>
            <p:ph type="sldNum" sz="quarter" idx="4294967295"/>
          </p:nvPr>
        </p:nvSpPr>
        <p:spPr bwMode="auto">
          <a:xfrm>
            <a:off x="1524000" y="64008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fld id="{E5BA7E91-BBCB-4475-B1EB-28925DAAB5EE}" type="slidenum">
              <a:rPr lang="en-US" altLang="en-US" sz="1400">
                <a:solidFill>
                  <a:schemeClr val="tx1"/>
                </a:solidFill>
                <a:latin typeface="Times New Roman" panose="02020603050405020304" pitchFamily="18" charset="0"/>
              </a:rPr>
              <a:pPr>
                <a:lnSpc>
                  <a:spcPct val="100000"/>
                </a:lnSpc>
                <a:spcAft>
                  <a:spcPct val="0"/>
                </a:spcAft>
                <a:buClrTx/>
                <a:buSzTx/>
                <a:buFontTx/>
                <a:buNone/>
              </a:pPr>
              <a:t>28</a:t>
            </a:fld>
            <a:endParaRPr lang="en-US" altLang="en-US" sz="1400">
              <a:solidFill>
                <a:schemeClr val="tx1"/>
              </a:solidFill>
              <a:latin typeface="Times New Roman" panose="02020603050405020304" pitchFamily="18" charset="0"/>
            </a:endParaRPr>
          </a:p>
        </p:txBody>
      </p:sp>
      <p:graphicFrame>
        <p:nvGraphicFramePr>
          <p:cNvPr id="75780" name="Object 3">
            <a:extLst>
              <a:ext uri="{FF2B5EF4-FFF2-40B4-BE49-F238E27FC236}">
                <a16:creationId xmlns:a16="http://schemas.microsoft.com/office/drawing/2014/main" id="{757FDEE0-9628-429F-BFB9-ECD9D2FD5847}"/>
              </a:ext>
            </a:extLst>
          </p:cNvPr>
          <p:cNvGraphicFramePr>
            <a:graphicFrameLocks noChangeAspect="1"/>
          </p:cNvGraphicFramePr>
          <p:nvPr/>
        </p:nvGraphicFramePr>
        <p:xfrm>
          <a:off x="2895601" y="1928814"/>
          <a:ext cx="7491413" cy="2149475"/>
        </p:xfrm>
        <a:graphic>
          <a:graphicData uri="http://schemas.openxmlformats.org/presentationml/2006/ole">
            <mc:AlternateContent xmlns:mc="http://schemas.openxmlformats.org/markup-compatibility/2006">
              <mc:Choice xmlns:v="urn:schemas-microsoft-com:vml" Requires="v">
                <p:oleObj spid="_x0000_s12300" name="MS Org Chart" r:id="rId4" imgW="1994001" imgH="576753" progId="OrgPlusWOPX.4">
                  <p:embed/>
                </p:oleObj>
              </mc:Choice>
              <mc:Fallback>
                <p:oleObj name="MS Org Chart" r:id="rId4" imgW="1994001" imgH="576753" progId="OrgPlusWOPX.4">
                  <p:embed/>
                  <p:pic>
                    <p:nvPicPr>
                      <p:cNvPr id="75780" name="Object 3">
                        <a:extLst>
                          <a:ext uri="{FF2B5EF4-FFF2-40B4-BE49-F238E27FC236}">
                            <a16:creationId xmlns:a16="http://schemas.microsoft.com/office/drawing/2014/main" id="{757FDEE0-9628-429F-BFB9-ECD9D2FD58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1" y="1928814"/>
                        <a:ext cx="7491413" cy="214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5781" name="Line 8">
            <a:extLst>
              <a:ext uri="{FF2B5EF4-FFF2-40B4-BE49-F238E27FC236}">
                <a16:creationId xmlns:a16="http://schemas.microsoft.com/office/drawing/2014/main" id="{04320FC4-ED5F-4F22-9D37-3CED4F7A5484}"/>
              </a:ext>
            </a:extLst>
          </p:cNvPr>
          <p:cNvSpPr>
            <a:spLocks noChangeShapeType="1"/>
          </p:cNvSpPr>
          <p:nvPr/>
        </p:nvSpPr>
        <p:spPr bwMode="auto">
          <a:xfrm flipH="1" flipV="1">
            <a:off x="7239001" y="2819400"/>
            <a:ext cx="123825" cy="134938"/>
          </a:xfrm>
          <a:prstGeom prst="line">
            <a:avLst/>
          </a:prstGeom>
          <a:noFill/>
          <a:ln w="28575">
            <a:solidFill>
              <a:srgbClr val="00CC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782" name="Line 9">
            <a:extLst>
              <a:ext uri="{FF2B5EF4-FFF2-40B4-BE49-F238E27FC236}">
                <a16:creationId xmlns:a16="http://schemas.microsoft.com/office/drawing/2014/main" id="{D49E80BF-ACE8-43EE-907F-A0AD71609002}"/>
              </a:ext>
            </a:extLst>
          </p:cNvPr>
          <p:cNvSpPr>
            <a:spLocks noChangeShapeType="1"/>
          </p:cNvSpPr>
          <p:nvPr/>
        </p:nvSpPr>
        <p:spPr bwMode="auto">
          <a:xfrm flipH="1" flipV="1">
            <a:off x="7315200" y="2667001"/>
            <a:ext cx="742950" cy="269875"/>
          </a:xfrm>
          <a:prstGeom prst="line">
            <a:avLst/>
          </a:prstGeom>
          <a:noFill/>
          <a:ln w="28575">
            <a:solidFill>
              <a:srgbClr val="00CC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783" name="Line 10">
            <a:extLst>
              <a:ext uri="{FF2B5EF4-FFF2-40B4-BE49-F238E27FC236}">
                <a16:creationId xmlns:a16="http://schemas.microsoft.com/office/drawing/2014/main" id="{60E403AD-238F-486B-89DA-16A330AEA15A}"/>
              </a:ext>
            </a:extLst>
          </p:cNvPr>
          <p:cNvSpPr>
            <a:spLocks noChangeShapeType="1"/>
          </p:cNvSpPr>
          <p:nvPr/>
        </p:nvSpPr>
        <p:spPr bwMode="auto">
          <a:xfrm flipH="1" flipV="1">
            <a:off x="7315201" y="2362201"/>
            <a:ext cx="1762125" cy="519113"/>
          </a:xfrm>
          <a:prstGeom prst="line">
            <a:avLst/>
          </a:prstGeom>
          <a:noFill/>
          <a:ln w="28575">
            <a:solidFill>
              <a:srgbClr val="00CC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784" name="Line 11">
            <a:extLst>
              <a:ext uri="{FF2B5EF4-FFF2-40B4-BE49-F238E27FC236}">
                <a16:creationId xmlns:a16="http://schemas.microsoft.com/office/drawing/2014/main" id="{34D5518E-515E-4B02-8A98-40EEB20E9210}"/>
              </a:ext>
            </a:extLst>
          </p:cNvPr>
          <p:cNvSpPr>
            <a:spLocks noChangeShapeType="1"/>
          </p:cNvSpPr>
          <p:nvPr/>
        </p:nvSpPr>
        <p:spPr bwMode="auto">
          <a:xfrm flipH="1" flipV="1">
            <a:off x="7246938" y="2030413"/>
            <a:ext cx="2747962" cy="779462"/>
          </a:xfrm>
          <a:prstGeom prst="line">
            <a:avLst/>
          </a:prstGeom>
          <a:noFill/>
          <a:ln w="28575">
            <a:solidFill>
              <a:srgbClr val="FF0033"/>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785" name="Oval 12">
            <a:extLst>
              <a:ext uri="{FF2B5EF4-FFF2-40B4-BE49-F238E27FC236}">
                <a16:creationId xmlns:a16="http://schemas.microsoft.com/office/drawing/2014/main" id="{281751A7-E416-4D87-B968-84B547911267}"/>
              </a:ext>
            </a:extLst>
          </p:cNvPr>
          <p:cNvSpPr>
            <a:spLocks noChangeArrowheads="1"/>
          </p:cNvSpPr>
          <p:nvPr/>
        </p:nvSpPr>
        <p:spPr bwMode="auto">
          <a:xfrm>
            <a:off x="6858000" y="2590800"/>
            <a:ext cx="280988" cy="260350"/>
          </a:xfrm>
          <a:prstGeom prst="ellipse">
            <a:avLst/>
          </a:prstGeom>
          <a:solidFill>
            <a:srgbClr val="FF0033"/>
          </a:solidFill>
          <a:ln w="12700">
            <a:solidFill>
              <a:schemeClr val="tx1"/>
            </a:solidFill>
            <a:round/>
            <a:headEnd type="none" w="sm" len="sm"/>
            <a:tailEnd type="none" w="sm" len="sm"/>
          </a:ln>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75786" name="Text Box 14">
            <a:extLst>
              <a:ext uri="{FF2B5EF4-FFF2-40B4-BE49-F238E27FC236}">
                <a16:creationId xmlns:a16="http://schemas.microsoft.com/office/drawing/2014/main" id="{B2B6C2AC-AC5B-46A2-95AF-8451A147FDD2}"/>
              </a:ext>
            </a:extLst>
          </p:cNvPr>
          <p:cNvSpPr txBox="1">
            <a:spLocks noChangeArrowheads="1"/>
          </p:cNvSpPr>
          <p:nvPr/>
        </p:nvSpPr>
        <p:spPr bwMode="auto">
          <a:xfrm rot="1083251">
            <a:off x="8080766" y="2018298"/>
            <a:ext cx="7072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600">
                <a:solidFill>
                  <a:schemeClr val="tx1"/>
                </a:solidFill>
                <a:latin typeface="Times New Roman" panose="02020603050405020304" pitchFamily="18" charset="0"/>
              </a:rPr>
              <a:t>COST</a:t>
            </a:r>
          </a:p>
        </p:txBody>
      </p:sp>
      <p:sp>
        <p:nvSpPr>
          <p:cNvPr id="75787" name="Oval 17">
            <a:extLst>
              <a:ext uri="{FF2B5EF4-FFF2-40B4-BE49-F238E27FC236}">
                <a16:creationId xmlns:a16="http://schemas.microsoft.com/office/drawing/2014/main" id="{C8172159-37B1-4F3E-B560-8FFBC09E36A3}"/>
              </a:ext>
            </a:extLst>
          </p:cNvPr>
          <p:cNvSpPr>
            <a:spLocks noChangeArrowheads="1"/>
          </p:cNvSpPr>
          <p:nvPr/>
        </p:nvSpPr>
        <p:spPr bwMode="auto">
          <a:xfrm rot="737151">
            <a:off x="6692901" y="2417763"/>
            <a:ext cx="3986213" cy="1111250"/>
          </a:xfrm>
          <a:prstGeom prst="ellipse">
            <a:avLst/>
          </a:prstGeom>
          <a:noFill/>
          <a:ln w="28575">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endParaRPr lang="en-US" altLang="en-US" sz="12000">
              <a:solidFill>
                <a:schemeClr val="tx1"/>
              </a:solidFill>
              <a:latin typeface="Times New Roman" panose="02020603050405020304" pitchFamily="18" charset="0"/>
            </a:endParaRPr>
          </a:p>
        </p:txBody>
      </p:sp>
      <p:sp>
        <p:nvSpPr>
          <p:cNvPr id="75788" name="Line 18">
            <a:extLst>
              <a:ext uri="{FF2B5EF4-FFF2-40B4-BE49-F238E27FC236}">
                <a16:creationId xmlns:a16="http://schemas.microsoft.com/office/drawing/2014/main" id="{63843B47-A974-4310-AFF1-BA2B1AE30190}"/>
              </a:ext>
            </a:extLst>
          </p:cNvPr>
          <p:cNvSpPr>
            <a:spLocks noChangeShapeType="1"/>
          </p:cNvSpPr>
          <p:nvPr/>
        </p:nvSpPr>
        <p:spPr bwMode="auto">
          <a:xfrm flipH="1">
            <a:off x="9085264" y="2057401"/>
            <a:ext cx="58737" cy="371475"/>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789" name="Text Box 19">
            <a:extLst>
              <a:ext uri="{FF2B5EF4-FFF2-40B4-BE49-F238E27FC236}">
                <a16:creationId xmlns:a16="http://schemas.microsoft.com/office/drawing/2014/main" id="{0DBC6AF4-9F97-4B07-BB73-3451B8119D11}"/>
              </a:ext>
            </a:extLst>
          </p:cNvPr>
          <p:cNvSpPr txBox="1">
            <a:spLocks noChangeArrowheads="1"/>
          </p:cNvSpPr>
          <p:nvPr/>
        </p:nvSpPr>
        <p:spPr bwMode="auto">
          <a:xfrm>
            <a:off x="7924801" y="1600200"/>
            <a:ext cx="2555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200">
                <a:solidFill>
                  <a:schemeClr val="tx1"/>
                </a:solidFill>
                <a:latin typeface="Times New Roman" panose="02020603050405020304" pitchFamily="18" charset="0"/>
              </a:rPr>
              <a:t>LEVEL 1 OVERHEAD EXPENSES</a:t>
            </a:r>
          </a:p>
          <a:p>
            <a:pPr algn="ctr">
              <a:lnSpc>
                <a:spcPct val="100000"/>
              </a:lnSpc>
              <a:spcAft>
                <a:spcPct val="0"/>
              </a:spcAft>
              <a:buClrTx/>
              <a:buSzTx/>
              <a:buFontTx/>
              <a:buNone/>
            </a:pPr>
            <a:r>
              <a:rPr lang="en-US" altLang="en-US" sz="1200">
                <a:solidFill>
                  <a:schemeClr val="tx1"/>
                </a:solidFill>
                <a:latin typeface="Times New Roman" panose="02020603050405020304" pitchFamily="18" charset="0"/>
              </a:rPr>
              <a:t>“INFLUENCABLE”</a:t>
            </a:r>
          </a:p>
        </p:txBody>
      </p:sp>
      <p:graphicFrame>
        <p:nvGraphicFramePr>
          <p:cNvPr id="75790" name="Object 20">
            <a:extLst>
              <a:ext uri="{FF2B5EF4-FFF2-40B4-BE49-F238E27FC236}">
                <a16:creationId xmlns:a16="http://schemas.microsoft.com/office/drawing/2014/main" id="{17CF1EB4-AA21-453B-97BB-0EA4070C9037}"/>
              </a:ext>
            </a:extLst>
          </p:cNvPr>
          <p:cNvGraphicFramePr>
            <a:graphicFrameLocks noChangeAspect="1"/>
          </p:cNvGraphicFramePr>
          <p:nvPr/>
        </p:nvGraphicFramePr>
        <p:xfrm>
          <a:off x="1752600" y="3886200"/>
          <a:ext cx="8610600" cy="1728788"/>
        </p:xfrm>
        <a:graphic>
          <a:graphicData uri="http://schemas.openxmlformats.org/presentationml/2006/ole">
            <mc:AlternateContent xmlns:mc="http://schemas.openxmlformats.org/markup-compatibility/2006">
              <mc:Choice xmlns:v="urn:schemas-microsoft-com:vml" Requires="v">
                <p:oleObj spid="_x0000_s12301" name="Worksheet" r:id="rId6" imgW="11544300" imgH="1371600" progId="Excel.Sheet.8">
                  <p:embed/>
                </p:oleObj>
              </mc:Choice>
              <mc:Fallback>
                <p:oleObj name="Worksheet" r:id="rId6" imgW="11544300" imgH="1371600" progId="Excel.Sheet.8">
                  <p:embed/>
                  <p:pic>
                    <p:nvPicPr>
                      <p:cNvPr id="75790" name="Object 20">
                        <a:extLst>
                          <a:ext uri="{FF2B5EF4-FFF2-40B4-BE49-F238E27FC236}">
                            <a16:creationId xmlns:a16="http://schemas.microsoft.com/office/drawing/2014/main" id="{17CF1EB4-AA21-453B-97BB-0EA4070C90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3886200"/>
                        <a:ext cx="8610600" cy="172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5791" name="Line 21">
            <a:extLst>
              <a:ext uri="{FF2B5EF4-FFF2-40B4-BE49-F238E27FC236}">
                <a16:creationId xmlns:a16="http://schemas.microsoft.com/office/drawing/2014/main" id="{3C2C7897-4687-4913-A049-592E5AC1CB93}"/>
              </a:ext>
            </a:extLst>
          </p:cNvPr>
          <p:cNvSpPr>
            <a:spLocks noChangeShapeType="1"/>
          </p:cNvSpPr>
          <p:nvPr/>
        </p:nvSpPr>
        <p:spPr bwMode="auto">
          <a:xfrm flipV="1">
            <a:off x="3352800" y="1981200"/>
            <a:ext cx="2667000" cy="914400"/>
          </a:xfrm>
          <a:prstGeom prst="line">
            <a:avLst/>
          </a:prstGeom>
          <a:noFill/>
          <a:ln w="28575">
            <a:solidFill>
              <a:srgbClr val="00CC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792" name="Line 22">
            <a:extLst>
              <a:ext uri="{FF2B5EF4-FFF2-40B4-BE49-F238E27FC236}">
                <a16:creationId xmlns:a16="http://schemas.microsoft.com/office/drawing/2014/main" id="{515CD832-203A-44F1-B111-941077D8B8BE}"/>
              </a:ext>
            </a:extLst>
          </p:cNvPr>
          <p:cNvSpPr>
            <a:spLocks noChangeShapeType="1"/>
          </p:cNvSpPr>
          <p:nvPr/>
        </p:nvSpPr>
        <p:spPr bwMode="auto">
          <a:xfrm flipV="1">
            <a:off x="4267200" y="2286000"/>
            <a:ext cx="1752600" cy="609600"/>
          </a:xfrm>
          <a:prstGeom prst="line">
            <a:avLst/>
          </a:prstGeom>
          <a:noFill/>
          <a:ln w="28575">
            <a:solidFill>
              <a:srgbClr val="00CC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793" name="Line 23">
            <a:extLst>
              <a:ext uri="{FF2B5EF4-FFF2-40B4-BE49-F238E27FC236}">
                <a16:creationId xmlns:a16="http://schemas.microsoft.com/office/drawing/2014/main" id="{62DE5E71-FF89-4BF6-A54F-034BAFB5CF3B}"/>
              </a:ext>
            </a:extLst>
          </p:cNvPr>
          <p:cNvSpPr>
            <a:spLocks noChangeShapeType="1"/>
          </p:cNvSpPr>
          <p:nvPr/>
        </p:nvSpPr>
        <p:spPr bwMode="auto">
          <a:xfrm flipV="1">
            <a:off x="5181600" y="2514600"/>
            <a:ext cx="762000" cy="381000"/>
          </a:xfrm>
          <a:prstGeom prst="line">
            <a:avLst/>
          </a:prstGeom>
          <a:noFill/>
          <a:ln w="28575">
            <a:solidFill>
              <a:srgbClr val="00CC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794" name="Line 24">
            <a:extLst>
              <a:ext uri="{FF2B5EF4-FFF2-40B4-BE49-F238E27FC236}">
                <a16:creationId xmlns:a16="http://schemas.microsoft.com/office/drawing/2014/main" id="{29B768C7-E190-45E0-867E-CF4867F21728}"/>
              </a:ext>
            </a:extLst>
          </p:cNvPr>
          <p:cNvSpPr>
            <a:spLocks noChangeShapeType="1"/>
          </p:cNvSpPr>
          <p:nvPr/>
        </p:nvSpPr>
        <p:spPr bwMode="auto">
          <a:xfrm flipV="1">
            <a:off x="5867400" y="2667000"/>
            <a:ext cx="76200" cy="228600"/>
          </a:xfrm>
          <a:prstGeom prst="line">
            <a:avLst/>
          </a:prstGeom>
          <a:noFill/>
          <a:ln w="28575">
            <a:solidFill>
              <a:srgbClr val="00CC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5795" name="Text Box 25">
            <a:extLst>
              <a:ext uri="{FF2B5EF4-FFF2-40B4-BE49-F238E27FC236}">
                <a16:creationId xmlns:a16="http://schemas.microsoft.com/office/drawing/2014/main" id="{832BA9F3-8B92-466E-87B0-66E9CF8F284E}"/>
              </a:ext>
            </a:extLst>
          </p:cNvPr>
          <p:cNvSpPr txBox="1">
            <a:spLocks noChangeArrowheads="1"/>
          </p:cNvSpPr>
          <p:nvPr/>
        </p:nvSpPr>
        <p:spPr bwMode="auto">
          <a:xfrm rot="20598202">
            <a:off x="3384811" y="2097673"/>
            <a:ext cx="17187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Aft>
                <a:spcPct val="0"/>
              </a:spcAft>
              <a:buClrTx/>
              <a:buSzTx/>
              <a:buFontTx/>
              <a:buNone/>
            </a:pPr>
            <a:r>
              <a:rPr lang="en-US" altLang="en-US" sz="1600">
                <a:solidFill>
                  <a:schemeClr val="tx1"/>
                </a:solidFill>
                <a:latin typeface="Times New Roman" panose="02020603050405020304" pitchFamily="18" charset="0"/>
              </a:rPr>
              <a:t>CONTRIBUTION</a:t>
            </a:r>
          </a:p>
        </p:txBody>
      </p:sp>
      <p:sp>
        <p:nvSpPr>
          <p:cNvPr id="75796" name="AutoShape 26">
            <a:extLst>
              <a:ext uri="{FF2B5EF4-FFF2-40B4-BE49-F238E27FC236}">
                <a16:creationId xmlns:a16="http://schemas.microsoft.com/office/drawing/2014/main" id="{9DC8B175-C58B-42D8-BD1E-D984A22E7EA7}"/>
              </a:ext>
            </a:extLst>
          </p:cNvPr>
          <p:cNvSpPr>
            <a:spLocks noChangeArrowheads="1"/>
          </p:cNvSpPr>
          <p:nvPr/>
        </p:nvSpPr>
        <p:spPr bwMode="auto">
          <a:xfrm rot="5546560">
            <a:off x="5242719" y="1843881"/>
            <a:ext cx="1625600" cy="376238"/>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0033"/>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5797" name="Text Box 27">
            <a:extLst>
              <a:ext uri="{FF2B5EF4-FFF2-40B4-BE49-F238E27FC236}">
                <a16:creationId xmlns:a16="http://schemas.microsoft.com/office/drawing/2014/main" id="{EF1BB0B1-E240-4123-95C8-449463EA89A4}"/>
              </a:ext>
            </a:extLst>
          </p:cNvPr>
          <p:cNvSpPr txBox="1">
            <a:spLocks noChangeArrowheads="1"/>
          </p:cNvSpPr>
          <p:nvPr/>
        </p:nvSpPr>
        <p:spPr bwMode="auto">
          <a:xfrm>
            <a:off x="4038600" y="1066800"/>
            <a:ext cx="1887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Aft>
                <a:spcPts val="1425"/>
              </a:spcAft>
              <a:buClr>
                <a:srgbClr val="000000"/>
              </a:buClr>
              <a:buSzPct val="100000"/>
              <a:buFont typeface="Times New Roman" panose="02020603050405020304" pitchFamily="18" charset="0"/>
              <a:defRPr sz="2800">
                <a:solidFill>
                  <a:srgbClr val="000000"/>
                </a:solidFill>
                <a:latin typeface="Arial" panose="020B0604020202020204" pitchFamily="34" charset="0"/>
                <a:ea typeface="MS PGothic" panose="020B0600070205080204" pitchFamily="34" charset="-128"/>
              </a:defRPr>
            </a:lvl1pPr>
            <a:lvl2pPr marL="742950" indent="-285750">
              <a:lnSpc>
                <a:spcPct val="93000"/>
              </a:lnSpc>
              <a:spcAft>
                <a:spcPts val="113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3000"/>
              </a:lnSpc>
              <a:spcAft>
                <a:spcPts val="850"/>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3pPr>
            <a:lvl4pPr marL="1600200" indent="-228600">
              <a:lnSpc>
                <a:spcPct val="93000"/>
              </a:lnSpc>
              <a:spcAft>
                <a:spcPts val="575"/>
              </a:spcAft>
              <a:buClr>
                <a:srgbClr val="000000"/>
              </a:buClr>
              <a:buSzPct val="100000"/>
              <a:buFont typeface="Times New Roman" panose="02020603050405020304" pitchFamily="18" charset="0"/>
              <a:defRPr sz="2400">
                <a:solidFill>
                  <a:srgbClr val="000000"/>
                </a:solidFill>
                <a:latin typeface="Arial" panose="020B0604020202020204" pitchFamily="34" charset="0"/>
                <a:ea typeface="MS PGothic" panose="020B0600070205080204" pitchFamily="34" charset="-128"/>
              </a:defRPr>
            </a:lvl4pPr>
            <a:lvl5pPr marL="2057400" indent="-228600">
              <a:lnSpc>
                <a:spcPct val="93000"/>
              </a:lnSpc>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gn="ctr">
              <a:lnSpc>
                <a:spcPct val="100000"/>
              </a:lnSpc>
              <a:spcAft>
                <a:spcPct val="0"/>
              </a:spcAft>
              <a:buClrTx/>
              <a:buSzTx/>
              <a:buFontTx/>
              <a:buNone/>
            </a:pPr>
            <a:r>
              <a:rPr lang="en-US" altLang="en-US" sz="1200">
                <a:solidFill>
                  <a:schemeClr val="tx1"/>
                </a:solidFill>
                <a:latin typeface="Times New Roman" panose="02020603050405020304" pitchFamily="18" charset="0"/>
              </a:rPr>
              <a:t>LEVEL 2 &amp; 3</a:t>
            </a:r>
          </a:p>
          <a:p>
            <a:pPr algn="ctr">
              <a:lnSpc>
                <a:spcPct val="100000"/>
              </a:lnSpc>
              <a:spcAft>
                <a:spcPct val="0"/>
              </a:spcAft>
              <a:buClrTx/>
              <a:buSzTx/>
              <a:buFontTx/>
              <a:buNone/>
            </a:pPr>
            <a:r>
              <a:rPr lang="en-US" altLang="en-US" sz="1200">
                <a:solidFill>
                  <a:schemeClr val="tx1"/>
                </a:solidFill>
                <a:latin typeface="Times New Roman" panose="02020603050405020304" pitchFamily="18" charset="0"/>
              </a:rPr>
              <a:t>OVERHEAD EXPENSES</a:t>
            </a:r>
          </a:p>
        </p:txBody>
      </p:sp>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1"/>
          <p:cNvSpPr>
            <a:spLocks noChangeArrowheads="1"/>
          </p:cNvSpPr>
          <p:nvPr/>
        </p:nvSpPr>
        <p:spPr bwMode="auto">
          <a:xfrm>
            <a:off x="3027945" y="5899482"/>
            <a:ext cx="3733800" cy="457200"/>
          </a:xfrm>
          <a:prstGeom prst="rect">
            <a:avLst/>
          </a:prstGeom>
          <a:gradFill rotWithShape="0">
            <a:gsLst>
              <a:gs pos="0">
                <a:srgbClr val="FFFFFF"/>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15" name="Rectangle 30"/>
          <p:cNvSpPr>
            <a:spLocks noChangeArrowheads="1"/>
          </p:cNvSpPr>
          <p:nvPr/>
        </p:nvSpPr>
        <p:spPr bwMode="auto">
          <a:xfrm>
            <a:off x="3027945" y="5137482"/>
            <a:ext cx="3721100" cy="762000"/>
          </a:xfrm>
          <a:prstGeom prst="rect">
            <a:avLst/>
          </a:prstGeom>
          <a:gradFill rotWithShape="0">
            <a:gsLst>
              <a:gs pos="0">
                <a:srgbClr val="FFFFFF"/>
              </a:gs>
              <a:gs pos="100000">
                <a:srgbClr val="7474F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16" name="Rectangle 29"/>
          <p:cNvSpPr>
            <a:spLocks noChangeArrowheads="1"/>
          </p:cNvSpPr>
          <p:nvPr/>
        </p:nvSpPr>
        <p:spPr bwMode="auto">
          <a:xfrm>
            <a:off x="3027945" y="4680282"/>
            <a:ext cx="3721100" cy="457200"/>
          </a:xfrm>
          <a:prstGeom prst="rect">
            <a:avLst/>
          </a:prstGeom>
          <a:gradFill rotWithShape="0">
            <a:gsLst>
              <a:gs pos="0">
                <a:srgbClr val="FFFFFF"/>
              </a:gs>
              <a:gs pos="100000">
                <a:srgbClr val="336699"/>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17" name="Rectangle 28"/>
          <p:cNvSpPr>
            <a:spLocks noChangeArrowheads="1"/>
          </p:cNvSpPr>
          <p:nvPr/>
        </p:nvSpPr>
        <p:spPr bwMode="auto">
          <a:xfrm>
            <a:off x="3027945" y="3067382"/>
            <a:ext cx="3708400" cy="1612900"/>
          </a:xfrm>
          <a:prstGeom prst="rect">
            <a:avLst/>
          </a:prstGeom>
          <a:gradFill rotWithShape="0">
            <a:gsLst>
              <a:gs pos="0">
                <a:srgbClr val="FFFFFF"/>
              </a:gs>
              <a:gs pos="100000">
                <a:srgbClr val="7FADDB"/>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18" name="Rectangle 27"/>
          <p:cNvSpPr>
            <a:spLocks noChangeArrowheads="1"/>
          </p:cNvSpPr>
          <p:nvPr/>
        </p:nvSpPr>
        <p:spPr bwMode="auto">
          <a:xfrm>
            <a:off x="3027945" y="1314782"/>
            <a:ext cx="3721100" cy="1765300"/>
          </a:xfrm>
          <a:prstGeom prst="rect">
            <a:avLst/>
          </a:prstGeom>
          <a:gradFill rotWithShape="0">
            <a:gsLst>
              <a:gs pos="0">
                <a:srgbClr val="FFFFFF"/>
              </a:gs>
              <a:gs pos="100000">
                <a:srgbClr val="4B55B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19" name="Rectangle 32"/>
          <p:cNvSpPr>
            <a:spLocks noChangeArrowheads="1"/>
          </p:cNvSpPr>
          <p:nvPr/>
        </p:nvSpPr>
        <p:spPr bwMode="auto">
          <a:xfrm>
            <a:off x="3027945" y="1327482"/>
            <a:ext cx="3200400" cy="50292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20" name="Rectangle 8"/>
          <p:cNvSpPr>
            <a:spLocks noChangeArrowheads="1"/>
          </p:cNvSpPr>
          <p:nvPr/>
        </p:nvSpPr>
        <p:spPr bwMode="auto">
          <a:xfrm>
            <a:off x="3027945" y="1327482"/>
            <a:ext cx="3733800" cy="5029200"/>
          </a:xfrm>
          <a:prstGeom prst="rect">
            <a:avLst/>
          </a:prstGeom>
          <a:noFill/>
          <a:ln w="571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21" name="Line 11"/>
          <p:cNvSpPr>
            <a:spLocks noChangeShapeType="1"/>
          </p:cNvSpPr>
          <p:nvPr/>
        </p:nvSpPr>
        <p:spPr bwMode="auto">
          <a:xfrm>
            <a:off x="3027945" y="4680282"/>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13322" name="Line 13"/>
          <p:cNvSpPr>
            <a:spLocks noChangeShapeType="1"/>
          </p:cNvSpPr>
          <p:nvPr/>
        </p:nvSpPr>
        <p:spPr bwMode="auto">
          <a:xfrm>
            <a:off x="3027945" y="5137482"/>
            <a:ext cx="37338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13323" name="Line 15"/>
          <p:cNvSpPr>
            <a:spLocks noChangeShapeType="1"/>
          </p:cNvSpPr>
          <p:nvPr/>
        </p:nvSpPr>
        <p:spPr bwMode="auto">
          <a:xfrm>
            <a:off x="3027945" y="3080082"/>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13324" name="Line 16"/>
          <p:cNvSpPr>
            <a:spLocks noChangeShapeType="1"/>
          </p:cNvSpPr>
          <p:nvPr/>
        </p:nvSpPr>
        <p:spPr bwMode="auto">
          <a:xfrm>
            <a:off x="3027945" y="5899482"/>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13325" name="AutoShape 18">
            <a:hlinkClick r:id="" action="ppaction://hlinkshowjump?jump=previousslide" highlightClick="1"/>
          </p:cNvPr>
          <p:cNvSpPr>
            <a:spLocks noChangeArrowheads="1"/>
          </p:cNvSpPr>
          <p:nvPr/>
        </p:nvSpPr>
        <p:spPr bwMode="auto">
          <a:xfrm>
            <a:off x="6304545" y="4756482"/>
            <a:ext cx="381000" cy="304800"/>
          </a:xfrm>
          <a:prstGeom prst="actionButtonBackPreviou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26" name="AutoShape 19">
            <a:hlinkClick r:id="" action="ppaction://hlinkshowjump?jump=previousslide" highlightClick="1"/>
          </p:cNvPr>
          <p:cNvSpPr>
            <a:spLocks noChangeArrowheads="1"/>
          </p:cNvSpPr>
          <p:nvPr/>
        </p:nvSpPr>
        <p:spPr bwMode="auto">
          <a:xfrm>
            <a:off x="6304545" y="5975682"/>
            <a:ext cx="381000" cy="304800"/>
          </a:xfrm>
          <a:prstGeom prst="actionButtonBackPreviou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27" name="AutoShape 20"/>
          <p:cNvSpPr>
            <a:spLocks/>
          </p:cNvSpPr>
          <p:nvPr/>
        </p:nvSpPr>
        <p:spPr bwMode="auto">
          <a:xfrm>
            <a:off x="6926845" y="1403682"/>
            <a:ext cx="609600" cy="3657600"/>
          </a:xfrm>
          <a:prstGeom prst="rightBrace">
            <a:avLst>
              <a:gd name="adj1" fmla="val 50000"/>
              <a:gd name="adj2" fmla="val 50000"/>
            </a:avLst>
          </a:prstGeom>
          <a:gradFill rotWithShape="0">
            <a:gsLst>
              <a:gs pos="0">
                <a:schemeClr val="bg1"/>
              </a:gs>
              <a:gs pos="100000">
                <a:schemeClr val="folHlink"/>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28" name="AutoShape 21"/>
          <p:cNvSpPr>
            <a:spLocks/>
          </p:cNvSpPr>
          <p:nvPr/>
        </p:nvSpPr>
        <p:spPr bwMode="auto">
          <a:xfrm>
            <a:off x="6926845" y="5137482"/>
            <a:ext cx="609600" cy="1143000"/>
          </a:xfrm>
          <a:prstGeom prst="rightBrace">
            <a:avLst>
              <a:gd name="adj1" fmla="val 15625"/>
              <a:gd name="adj2" fmla="val 50000"/>
            </a:avLst>
          </a:prstGeom>
          <a:gradFill rotWithShape="0">
            <a:gsLst>
              <a:gs pos="0">
                <a:schemeClr val="bg1"/>
              </a:gs>
              <a:gs pos="100000">
                <a:schemeClr val="folHlink"/>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29" name="Text Box 24"/>
          <p:cNvSpPr txBox="1">
            <a:spLocks noChangeArrowheads="1"/>
          </p:cNvSpPr>
          <p:nvPr/>
        </p:nvSpPr>
        <p:spPr bwMode="auto">
          <a:xfrm>
            <a:off x="8904871" y="4491370"/>
            <a:ext cx="68897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400" dirty="0">
                <a:latin typeface="Comic Sans MS" pitchFamily="66" charset="0"/>
              </a:rPr>
              <a:t>line</a:t>
            </a:r>
          </a:p>
        </p:txBody>
      </p:sp>
      <p:sp>
        <p:nvSpPr>
          <p:cNvPr id="13330" name="Line 25"/>
          <p:cNvSpPr>
            <a:spLocks noChangeShapeType="1"/>
          </p:cNvSpPr>
          <p:nvPr/>
        </p:nvSpPr>
        <p:spPr bwMode="auto">
          <a:xfrm flipH="1">
            <a:off x="7396745" y="4756482"/>
            <a:ext cx="137160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13331" name="Rectangle 33"/>
          <p:cNvSpPr>
            <a:spLocks noChangeArrowheads="1"/>
          </p:cNvSpPr>
          <p:nvPr/>
        </p:nvSpPr>
        <p:spPr bwMode="auto">
          <a:xfrm>
            <a:off x="3116845" y="1352882"/>
            <a:ext cx="3200400" cy="698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32" name="Rectangle 34"/>
          <p:cNvSpPr>
            <a:spLocks noChangeArrowheads="1"/>
          </p:cNvSpPr>
          <p:nvPr/>
        </p:nvSpPr>
        <p:spPr bwMode="auto">
          <a:xfrm>
            <a:off x="3116845" y="3092782"/>
            <a:ext cx="3200400" cy="698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33" name="Rectangle 35"/>
          <p:cNvSpPr>
            <a:spLocks noChangeArrowheads="1"/>
          </p:cNvSpPr>
          <p:nvPr/>
        </p:nvSpPr>
        <p:spPr bwMode="auto">
          <a:xfrm>
            <a:off x="3116845" y="4807282"/>
            <a:ext cx="3200400" cy="190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34" name="Rectangle 36"/>
          <p:cNvSpPr>
            <a:spLocks noChangeArrowheads="1"/>
          </p:cNvSpPr>
          <p:nvPr/>
        </p:nvSpPr>
        <p:spPr bwMode="auto">
          <a:xfrm>
            <a:off x="3116845" y="5162882"/>
            <a:ext cx="3200400" cy="2540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35" name="Rectangle 38"/>
          <p:cNvSpPr>
            <a:spLocks noChangeArrowheads="1"/>
          </p:cNvSpPr>
          <p:nvPr/>
        </p:nvSpPr>
        <p:spPr bwMode="auto">
          <a:xfrm>
            <a:off x="3116845" y="6026482"/>
            <a:ext cx="3200400" cy="190500"/>
          </a:xfrm>
          <a:prstGeom prst="rect">
            <a:avLst/>
          </a:prstGeom>
          <a:solidFill>
            <a:srgbClr val="FFFFFF">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GB" altLang="en-US" sz="12000" dirty="0">
              <a:latin typeface="Comic Sans MS" pitchFamily="66" charset="0"/>
            </a:endParaRPr>
          </a:p>
        </p:txBody>
      </p:sp>
      <p:sp>
        <p:nvSpPr>
          <p:cNvPr id="13336" name="Text Box 9"/>
          <p:cNvSpPr txBox="1">
            <a:spLocks noChangeArrowheads="1"/>
          </p:cNvSpPr>
          <p:nvPr/>
        </p:nvSpPr>
        <p:spPr bwMode="auto">
          <a:xfrm>
            <a:off x="2986670" y="1338595"/>
            <a:ext cx="10937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000" dirty="0">
                <a:latin typeface="Comic Sans MS" pitchFamily="66" charset="0"/>
              </a:rPr>
              <a:t>Inflows</a:t>
            </a:r>
          </a:p>
        </p:txBody>
      </p:sp>
      <p:sp>
        <p:nvSpPr>
          <p:cNvPr id="13337" name="Text Box 10"/>
          <p:cNvSpPr txBox="1">
            <a:spLocks noChangeArrowheads="1"/>
          </p:cNvSpPr>
          <p:nvPr/>
        </p:nvSpPr>
        <p:spPr bwMode="auto">
          <a:xfrm>
            <a:off x="3002545" y="3080082"/>
            <a:ext cx="127793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000" dirty="0">
                <a:latin typeface="Comic Sans MS" pitchFamily="66" charset="0"/>
              </a:rPr>
              <a:t>Outflows</a:t>
            </a:r>
          </a:p>
        </p:txBody>
      </p:sp>
      <p:sp>
        <p:nvSpPr>
          <p:cNvPr id="13338" name="Text Box 12"/>
          <p:cNvSpPr txBox="1">
            <a:spLocks noChangeArrowheads="1"/>
          </p:cNvSpPr>
          <p:nvPr/>
        </p:nvSpPr>
        <p:spPr bwMode="auto">
          <a:xfrm>
            <a:off x="3002545" y="5137482"/>
            <a:ext cx="22300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000" dirty="0">
                <a:latin typeface="Comic Sans MS" pitchFamily="66" charset="0"/>
              </a:rPr>
              <a:t>Shared expenses</a:t>
            </a:r>
          </a:p>
        </p:txBody>
      </p:sp>
      <p:sp>
        <p:nvSpPr>
          <p:cNvPr id="13339" name="Text Box 14"/>
          <p:cNvSpPr txBox="1">
            <a:spLocks noChangeArrowheads="1"/>
          </p:cNvSpPr>
          <p:nvPr/>
        </p:nvSpPr>
        <p:spPr bwMode="auto">
          <a:xfrm>
            <a:off x="3002546" y="4680282"/>
            <a:ext cx="314166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000" dirty="0">
                <a:latin typeface="Comic Sans MS" pitchFamily="66" charset="0"/>
              </a:rPr>
              <a:t>Contribution of the unit</a:t>
            </a:r>
          </a:p>
        </p:txBody>
      </p:sp>
      <p:sp>
        <p:nvSpPr>
          <p:cNvPr id="13340" name="Text Box 17"/>
          <p:cNvSpPr txBox="1">
            <a:spLocks noChangeArrowheads="1"/>
          </p:cNvSpPr>
          <p:nvPr/>
        </p:nvSpPr>
        <p:spPr bwMode="auto">
          <a:xfrm>
            <a:off x="2977145" y="5899482"/>
            <a:ext cx="25273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2000" dirty="0">
                <a:latin typeface="Comic Sans MS" pitchFamily="66" charset="0"/>
              </a:rPr>
              <a:t>Contribution to SH</a:t>
            </a:r>
          </a:p>
        </p:txBody>
      </p:sp>
      <p:sp>
        <p:nvSpPr>
          <p:cNvPr id="185385" name="Text Box 41"/>
          <p:cNvSpPr txBox="1">
            <a:spLocks noChangeArrowheads="1"/>
          </p:cNvSpPr>
          <p:nvPr/>
        </p:nvSpPr>
        <p:spPr bwMode="auto">
          <a:xfrm>
            <a:off x="7366584" y="2938795"/>
            <a:ext cx="2009775"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r>
              <a:rPr lang="en-US" altLang="en-US" sz="1800" dirty="0">
                <a:latin typeface="Comic Sans MS" pitchFamily="66" charset="0"/>
              </a:rPr>
              <a:t>DIRECTLY</a:t>
            </a:r>
          </a:p>
          <a:p>
            <a:pPr algn="ctr">
              <a:spcBef>
                <a:spcPct val="0"/>
              </a:spcBef>
              <a:buFontTx/>
              <a:buNone/>
            </a:pPr>
            <a:r>
              <a:rPr lang="en-US" altLang="en-US" sz="1800" dirty="0">
                <a:latin typeface="Comic Sans MS" pitchFamily="66" charset="0"/>
              </a:rPr>
              <a:t>ATTRIBUTABLE</a:t>
            </a:r>
            <a:endParaRPr lang="en-US" altLang="en-US" sz="1800" dirty="0">
              <a:solidFill>
                <a:srgbClr val="009900"/>
              </a:solidFill>
              <a:latin typeface="Comic Sans MS" pitchFamily="66" charset="0"/>
            </a:endParaRPr>
          </a:p>
        </p:txBody>
      </p:sp>
      <p:sp>
        <p:nvSpPr>
          <p:cNvPr id="185386" name="Text Box 42"/>
          <p:cNvSpPr txBox="1">
            <a:spLocks noChangeArrowheads="1"/>
          </p:cNvSpPr>
          <p:nvPr/>
        </p:nvSpPr>
        <p:spPr bwMode="auto">
          <a:xfrm>
            <a:off x="7404684" y="5364495"/>
            <a:ext cx="2009775"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defRPr>
            </a:lvl1pPr>
            <a:lvl2pPr marL="742950" indent="-285750" eaLnBrk="0" hangingPunct="0">
              <a:spcBef>
                <a:spcPct val="20000"/>
              </a:spcBef>
              <a:buChar char="–"/>
              <a:defRPr sz="2800">
                <a:solidFill>
                  <a:schemeClr val="tx1"/>
                </a:solidFill>
                <a:latin typeface="Times New Roman" pitchFamily="18" charset="0"/>
              </a:defRPr>
            </a:lvl2pPr>
            <a:lvl3pPr marL="1143000" indent="-228600" eaLnBrk="0" hangingPunct="0">
              <a:spcBef>
                <a:spcPct val="20000"/>
              </a:spcBef>
              <a:buChar char="•"/>
              <a:defRPr sz="2400">
                <a:solidFill>
                  <a:schemeClr val="tx1"/>
                </a:solidFill>
                <a:latin typeface="Times New Roman" pitchFamily="18" charset="0"/>
              </a:defRPr>
            </a:lvl3pPr>
            <a:lvl4pPr marL="1600200" indent="-228600" eaLnBrk="0" hangingPunct="0">
              <a:spcBef>
                <a:spcPct val="20000"/>
              </a:spcBef>
              <a:buChar char="–"/>
              <a:defRPr sz="2000">
                <a:solidFill>
                  <a:schemeClr val="tx1"/>
                </a:solidFill>
                <a:latin typeface="Times New Roman" pitchFamily="18"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a:spcBef>
                <a:spcPct val="0"/>
              </a:spcBef>
              <a:buFontTx/>
              <a:buNone/>
            </a:pPr>
            <a:r>
              <a:rPr lang="en-US" altLang="en-US" sz="1800" dirty="0">
                <a:latin typeface="Comic Sans MS" pitchFamily="66" charset="0"/>
              </a:rPr>
              <a:t>NOT DIRECTLY</a:t>
            </a:r>
          </a:p>
          <a:p>
            <a:pPr algn="ctr">
              <a:spcBef>
                <a:spcPct val="0"/>
              </a:spcBef>
              <a:buFontTx/>
              <a:buNone/>
            </a:pPr>
            <a:r>
              <a:rPr lang="en-US" altLang="en-US" sz="1800" dirty="0">
                <a:latin typeface="Comic Sans MS" pitchFamily="66" charset="0"/>
              </a:rPr>
              <a:t>ATTRIBUTABLE</a:t>
            </a:r>
            <a:endParaRPr lang="en-US" altLang="en-US" sz="1800" dirty="0">
              <a:solidFill>
                <a:srgbClr val="009900"/>
              </a:solidFill>
              <a:latin typeface="Comic Sans MS" pitchFamily="66" charset="0"/>
            </a:endParaRPr>
          </a:p>
        </p:txBody>
      </p:sp>
      <p:sp>
        <p:nvSpPr>
          <p:cNvPr id="33" name="Rectangle 32">
            <a:extLst>
              <a:ext uri="{FF2B5EF4-FFF2-40B4-BE49-F238E27FC236}">
                <a16:creationId xmlns:a16="http://schemas.microsoft.com/office/drawing/2014/main" id="{1A01027D-9BCE-448A-8F6E-715D838D4018}"/>
              </a:ext>
            </a:extLst>
          </p:cNvPr>
          <p:cNvSpPr/>
          <p:nvPr/>
        </p:nvSpPr>
        <p:spPr>
          <a:xfrm>
            <a:off x="3508426" y="205143"/>
            <a:ext cx="4844948" cy="573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Managerial Accounting System</a:t>
            </a:r>
          </a:p>
        </p:txBody>
      </p:sp>
    </p:spTree>
    <p:extLst>
      <p:ext uri="{BB962C8B-B14F-4D97-AF65-F5344CB8AC3E}">
        <p14:creationId xmlns:p14="http://schemas.microsoft.com/office/powerpoint/2010/main" val="491890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85385"/>
                                        </p:tgtEl>
                                        <p:attrNameLst>
                                          <p:attrName>style.visibility</p:attrName>
                                        </p:attrNameLst>
                                      </p:cBhvr>
                                      <p:to>
                                        <p:strVal val="visible"/>
                                      </p:to>
                                    </p:set>
                                    <p:anim calcmode="lin" valueType="num">
                                      <p:cBhvr additive="base">
                                        <p:cTn id="7" dur="500" fill="hold"/>
                                        <p:tgtEl>
                                          <p:spTgt spid="185385"/>
                                        </p:tgtEl>
                                        <p:attrNameLst>
                                          <p:attrName>ppt_x</p:attrName>
                                        </p:attrNameLst>
                                      </p:cBhvr>
                                      <p:tavLst>
                                        <p:tav tm="0">
                                          <p:val>
                                            <p:strVal val="1+#ppt_w/2"/>
                                          </p:val>
                                        </p:tav>
                                        <p:tav tm="100000">
                                          <p:val>
                                            <p:strVal val="#ppt_x"/>
                                          </p:val>
                                        </p:tav>
                                      </p:tavLst>
                                    </p:anim>
                                    <p:anim calcmode="lin" valueType="num">
                                      <p:cBhvr additive="base">
                                        <p:cTn id="8" dur="500" fill="hold"/>
                                        <p:tgtEl>
                                          <p:spTgt spid="18538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85386"/>
                                        </p:tgtEl>
                                        <p:attrNameLst>
                                          <p:attrName>style.visibility</p:attrName>
                                        </p:attrNameLst>
                                      </p:cBhvr>
                                      <p:to>
                                        <p:strVal val="visible"/>
                                      </p:to>
                                    </p:set>
                                    <p:anim calcmode="lin" valueType="num">
                                      <p:cBhvr additive="base">
                                        <p:cTn id="12" dur="500" fill="hold"/>
                                        <p:tgtEl>
                                          <p:spTgt spid="185386"/>
                                        </p:tgtEl>
                                        <p:attrNameLst>
                                          <p:attrName>ppt_x</p:attrName>
                                        </p:attrNameLst>
                                      </p:cBhvr>
                                      <p:tavLst>
                                        <p:tav tm="0">
                                          <p:val>
                                            <p:strVal val="1+#ppt_w/2"/>
                                          </p:val>
                                        </p:tav>
                                        <p:tav tm="100000">
                                          <p:val>
                                            <p:strVal val="#ppt_x"/>
                                          </p:val>
                                        </p:tav>
                                      </p:tavLst>
                                    </p:anim>
                                    <p:anim calcmode="lin" valueType="num">
                                      <p:cBhvr additive="base">
                                        <p:cTn id="13" dur="500" fill="hold"/>
                                        <p:tgtEl>
                                          <p:spTgt spid="1853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85" grpId="0" autoUpdateAnimBg="0"/>
      <p:bldP spid="185386"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A277A8-3643-4CDA-9B34-5014B8A71257}"/>
              </a:ext>
            </a:extLst>
          </p:cNvPr>
          <p:cNvSpPr/>
          <p:nvPr/>
        </p:nvSpPr>
        <p:spPr>
          <a:xfrm>
            <a:off x="3673526" y="509890"/>
            <a:ext cx="4844948" cy="573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Rewards</a:t>
            </a:r>
          </a:p>
        </p:txBody>
      </p:sp>
      <p:sp>
        <p:nvSpPr>
          <p:cNvPr id="3" name="TextBox 2">
            <a:extLst>
              <a:ext uri="{FF2B5EF4-FFF2-40B4-BE49-F238E27FC236}">
                <a16:creationId xmlns:a16="http://schemas.microsoft.com/office/drawing/2014/main" id="{50A0C348-C750-4CE2-95DF-4201174E6656}"/>
              </a:ext>
            </a:extLst>
          </p:cNvPr>
          <p:cNvSpPr txBox="1"/>
          <p:nvPr/>
        </p:nvSpPr>
        <p:spPr>
          <a:xfrm>
            <a:off x="2941986" y="1938701"/>
            <a:ext cx="6308027" cy="3970318"/>
          </a:xfrm>
          <a:prstGeom prst="rect">
            <a:avLst/>
          </a:prstGeom>
          <a:noFill/>
        </p:spPr>
        <p:txBody>
          <a:bodyPr wrap="square" rtlCol="0">
            <a:spAutoFit/>
          </a:bodyPr>
          <a:lstStyle/>
          <a:p>
            <a:pPr algn="ctr"/>
            <a:r>
              <a:rPr lang="en-US" sz="2800" dirty="0"/>
              <a:t>Tied to fulfilling objectives (black book) </a:t>
            </a:r>
          </a:p>
          <a:p>
            <a:pPr algn="ctr"/>
            <a:r>
              <a:rPr lang="en-US" sz="2800" dirty="0"/>
              <a:t>and meeting financial targets (blue book)</a:t>
            </a:r>
          </a:p>
          <a:p>
            <a:pPr algn="ctr"/>
            <a:endParaRPr lang="en-US" sz="2800" dirty="0"/>
          </a:p>
          <a:p>
            <a:pPr marL="914400" indent="-285750">
              <a:buFont typeface="Arial" panose="020B0604020202020204" pitchFamily="34" charset="0"/>
              <a:buChar char="•"/>
            </a:pPr>
            <a:r>
              <a:rPr lang="en-US" sz="2800" dirty="0"/>
              <a:t>Profit sharing</a:t>
            </a:r>
          </a:p>
          <a:p>
            <a:pPr marL="914400" indent="-285750">
              <a:buFont typeface="Arial" panose="020B0604020202020204" pitchFamily="34" charset="0"/>
              <a:buChar char="•"/>
            </a:pPr>
            <a:r>
              <a:rPr lang="en-US" sz="2800" dirty="0"/>
              <a:t>Commissions</a:t>
            </a:r>
          </a:p>
          <a:p>
            <a:pPr marL="914400" indent="-285750">
              <a:buFont typeface="Arial" panose="020B0604020202020204" pitchFamily="34" charset="0"/>
              <a:buChar char="•"/>
            </a:pPr>
            <a:r>
              <a:rPr lang="en-US" sz="2800" dirty="0"/>
              <a:t>Bonuses</a:t>
            </a:r>
          </a:p>
          <a:p>
            <a:pPr marL="914400" indent="-285750">
              <a:buFont typeface="Arial" panose="020B0604020202020204" pitchFamily="34" charset="0"/>
              <a:buChar char="•"/>
            </a:pPr>
            <a:r>
              <a:rPr lang="en-US" sz="2800" dirty="0"/>
              <a:t>Individual rewards</a:t>
            </a:r>
          </a:p>
          <a:p>
            <a:pPr marL="914400" indent="-285750">
              <a:buFont typeface="Arial" panose="020B0604020202020204" pitchFamily="34" charset="0"/>
              <a:buChar char="•"/>
            </a:pPr>
            <a:r>
              <a:rPr lang="en-US" sz="2800" dirty="0"/>
              <a:t>Team rewards</a:t>
            </a:r>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63690461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08C7F373-287C-49A2-A502-36778A50EC76}"/>
              </a:ext>
            </a:extLst>
          </p:cNvPr>
          <p:cNvGraphicFramePr/>
          <p:nvPr/>
        </p:nvGraphicFramePr>
        <p:xfrm>
          <a:off x="4240227" y="1310181"/>
          <a:ext cx="3777398" cy="27093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val 1">
            <a:extLst>
              <a:ext uri="{FF2B5EF4-FFF2-40B4-BE49-F238E27FC236}">
                <a16:creationId xmlns:a16="http://schemas.microsoft.com/office/drawing/2014/main" id="{98D0CF32-3FD1-49B2-9C25-F877854A5924}"/>
              </a:ext>
            </a:extLst>
          </p:cNvPr>
          <p:cNvSpPr/>
          <p:nvPr/>
        </p:nvSpPr>
        <p:spPr>
          <a:xfrm>
            <a:off x="3583618" y="122830"/>
            <a:ext cx="5090616" cy="140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Mission Action Plan or</a:t>
            </a:r>
            <a:br>
              <a:rPr lang="en-US" sz="2000" dirty="0"/>
            </a:br>
            <a:r>
              <a:rPr lang="en-US" sz="2000" dirty="0"/>
              <a:t>Statement of Strategic Intent</a:t>
            </a:r>
            <a:endParaRPr lang="lv-LV" sz="2000" dirty="0"/>
          </a:p>
          <a:p>
            <a:pPr algn="ctr"/>
            <a:r>
              <a:rPr lang="lv-LV" sz="2000" dirty="0"/>
              <a:t>Based on client needs and environment analysis</a:t>
            </a:r>
            <a:endParaRPr lang="en-US" sz="2000" dirty="0"/>
          </a:p>
        </p:txBody>
      </p:sp>
      <p:cxnSp>
        <p:nvCxnSpPr>
          <p:cNvPr id="6" name="Straight Arrow Connector 5">
            <a:extLst>
              <a:ext uri="{FF2B5EF4-FFF2-40B4-BE49-F238E27FC236}">
                <a16:creationId xmlns:a16="http://schemas.microsoft.com/office/drawing/2014/main" id="{E1FF8A99-F2AE-43E7-8743-47D0971F4503}"/>
              </a:ext>
            </a:extLst>
          </p:cNvPr>
          <p:cNvCxnSpPr>
            <a:cxnSpLocks/>
          </p:cNvCxnSpPr>
          <p:nvPr/>
        </p:nvCxnSpPr>
        <p:spPr>
          <a:xfrm>
            <a:off x="6693033" y="1337477"/>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1AE85FD-7CBE-4120-B488-CA831B2E71B1}"/>
              </a:ext>
            </a:extLst>
          </p:cNvPr>
          <p:cNvCxnSpPr>
            <a:cxnSpLocks/>
          </p:cNvCxnSpPr>
          <p:nvPr/>
        </p:nvCxnSpPr>
        <p:spPr>
          <a:xfrm>
            <a:off x="5685373" y="1337477"/>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F2BF155-F651-4D91-9510-C6210439DA3A}"/>
              </a:ext>
            </a:extLst>
          </p:cNvPr>
          <p:cNvCxnSpPr>
            <a:cxnSpLocks/>
          </p:cNvCxnSpPr>
          <p:nvPr/>
        </p:nvCxnSpPr>
        <p:spPr>
          <a:xfrm>
            <a:off x="4786895" y="3142397"/>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4562AFF-6586-4B1A-8545-844AD68B039C}"/>
              </a:ext>
            </a:extLst>
          </p:cNvPr>
          <p:cNvCxnSpPr>
            <a:cxnSpLocks/>
          </p:cNvCxnSpPr>
          <p:nvPr/>
        </p:nvCxnSpPr>
        <p:spPr>
          <a:xfrm>
            <a:off x="6126650" y="3121929"/>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4232E76-82B0-4704-839B-EFA045403E00}"/>
              </a:ext>
            </a:extLst>
          </p:cNvPr>
          <p:cNvCxnSpPr>
            <a:cxnSpLocks/>
          </p:cNvCxnSpPr>
          <p:nvPr/>
        </p:nvCxnSpPr>
        <p:spPr>
          <a:xfrm>
            <a:off x="7466405" y="3101461"/>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4E3ABA2-BF2A-4FAD-9ECA-E80846E0B495}"/>
              </a:ext>
            </a:extLst>
          </p:cNvPr>
          <p:cNvCxnSpPr>
            <a:cxnSpLocks/>
          </p:cNvCxnSpPr>
          <p:nvPr/>
        </p:nvCxnSpPr>
        <p:spPr>
          <a:xfrm>
            <a:off x="4789168" y="4222847"/>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51EDC7C-AE18-4CFE-9B59-BDFE9B0DF154}"/>
              </a:ext>
            </a:extLst>
          </p:cNvPr>
          <p:cNvCxnSpPr>
            <a:cxnSpLocks/>
          </p:cNvCxnSpPr>
          <p:nvPr/>
        </p:nvCxnSpPr>
        <p:spPr>
          <a:xfrm>
            <a:off x="6128923" y="4202379"/>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EA48F56-FA82-4497-8EAD-15664F644C3C}"/>
              </a:ext>
            </a:extLst>
          </p:cNvPr>
          <p:cNvCxnSpPr>
            <a:cxnSpLocks/>
          </p:cNvCxnSpPr>
          <p:nvPr/>
        </p:nvCxnSpPr>
        <p:spPr>
          <a:xfrm>
            <a:off x="7468678" y="4181911"/>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C8F03D9-A684-4904-A609-DBFD584CB39C}"/>
              </a:ext>
            </a:extLst>
          </p:cNvPr>
          <p:cNvCxnSpPr>
            <a:cxnSpLocks/>
          </p:cNvCxnSpPr>
          <p:nvPr/>
        </p:nvCxnSpPr>
        <p:spPr>
          <a:xfrm>
            <a:off x="4791440" y="5248710"/>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7CA2BF1-6A13-4604-B01D-B5070A8F33DC}"/>
              </a:ext>
            </a:extLst>
          </p:cNvPr>
          <p:cNvCxnSpPr>
            <a:cxnSpLocks/>
          </p:cNvCxnSpPr>
          <p:nvPr/>
        </p:nvCxnSpPr>
        <p:spPr>
          <a:xfrm>
            <a:off x="6131195" y="5228242"/>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5C14594-2483-4EBE-86F9-CE06C9EA78DC}"/>
              </a:ext>
            </a:extLst>
          </p:cNvPr>
          <p:cNvCxnSpPr>
            <a:cxnSpLocks/>
          </p:cNvCxnSpPr>
          <p:nvPr/>
        </p:nvCxnSpPr>
        <p:spPr>
          <a:xfrm>
            <a:off x="7470950" y="5207774"/>
            <a:ext cx="0" cy="5732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FE524DE0-DAB5-4D26-BF07-6AE983FDB9D4}"/>
              </a:ext>
            </a:extLst>
          </p:cNvPr>
          <p:cNvSpPr/>
          <p:nvPr/>
        </p:nvSpPr>
        <p:spPr>
          <a:xfrm>
            <a:off x="3585890" y="5916080"/>
            <a:ext cx="4844948" cy="573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Rewards</a:t>
            </a:r>
          </a:p>
        </p:txBody>
      </p:sp>
      <p:sp>
        <p:nvSpPr>
          <p:cNvPr id="18" name="Rectangle 17">
            <a:extLst>
              <a:ext uri="{FF2B5EF4-FFF2-40B4-BE49-F238E27FC236}">
                <a16:creationId xmlns:a16="http://schemas.microsoft.com/office/drawing/2014/main" id="{BC30D078-09B6-4697-8E51-5F3D46BFD9EE}"/>
              </a:ext>
            </a:extLst>
          </p:cNvPr>
          <p:cNvSpPr/>
          <p:nvPr/>
        </p:nvSpPr>
        <p:spPr>
          <a:xfrm>
            <a:off x="3583618" y="4890217"/>
            <a:ext cx="4844948" cy="573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Managerial Accounting System</a:t>
            </a:r>
          </a:p>
        </p:txBody>
      </p:sp>
      <p:sp>
        <p:nvSpPr>
          <p:cNvPr id="11" name="Rectangle 10">
            <a:extLst>
              <a:ext uri="{FF2B5EF4-FFF2-40B4-BE49-F238E27FC236}">
                <a16:creationId xmlns:a16="http://schemas.microsoft.com/office/drawing/2014/main" id="{158A7C27-E86F-4C8F-834F-5A7D47FBE7D7}"/>
              </a:ext>
            </a:extLst>
          </p:cNvPr>
          <p:cNvSpPr/>
          <p:nvPr/>
        </p:nvSpPr>
        <p:spPr>
          <a:xfrm>
            <a:off x="3638209" y="3807725"/>
            <a:ext cx="4844948" cy="573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Goals &amp; Objectives</a:t>
            </a:r>
          </a:p>
        </p:txBody>
      </p:sp>
      <p:sp>
        <p:nvSpPr>
          <p:cNvPr id="3" name="TextBox 2">
            <a:extLst>
              <a:ext uri="{FF2B5EF4-FFF2-40B4-BE49-F238E27FC236}">
                <a16:creationId xmlns:a16="http://schemas.microsoft.com/office/drawing/2014/main" id="{BCB91E19-BE8F-427E-A83B-1A52DA192D0C}"/>
              </a:ext>
            </a:extLst>
          </p:cNvPr>
          <p:cNvSpPr txBox="1"/>
          <p:nvPr/>
        </p:nvSpPr>
        <p:spPr>
          <a:xfrm>
            <a:off x="372802" y="1826079"/>
            <a:ext cx="3401893" cy="830997"/>
          </a:xfrm>
          <a:prstGeom prst="rect">
            <a:avLst/>
          </a:prstGeom>
          <a:noFill/>
        </p:spPr>
        <p:txBody>
          <a:bodyPr wrap="none" rtlCol="0">
            <a:spAutoFit/>
          </a:bodyPr>
          <a:lstStyle/>
          <a:p>
            <a:pPr algn="ctr"/>
            <a:r>
              <a:rPr lang="lv-LV" sz="2400" b="1" dirty="0"/>
              <a:t>Tying the business model</a:t>
            </a:r>
          </a:p>
          <a:p>
            <a:pPr algn="ctr"/>
            <a:r>
              <a:rPr lang="lv-LV" sz="2400" b="1" dirty="0"/>
              <a:t>All together</a:t>
            </a:r>
            <a:endParaRPr lang="en-US" sz="2400" b="1" dirty="0"/>
          </a:p>
        </p:txBody>
      </p:sp>
    </p:spTree>
    <p:extLst>
      <p:ext uri="{BB962C8B-B14F-4D97-AF65-F5344CB8AC3E}">
        <p14:creationId xmlns:p14="http://schemas.microsoft.com/office/powerpoint/2010/main" val="224695725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41473" y="2222404"/>
            <a:ext cx="3822065" cy="861774"/>
          </a:xfrm>
          <a:prstGeom prst="rect">
            <a:avLst/>
          </a:prstGeom>
        </p:spPr>
        <p:txBody>
          <a:bodyPr vert="horz" wrap="square" lIns="0" tIns="0" rIns="0" bIns="0" rtlCol="0">
            <a:spAutoFit/>
          </a:bodyPr>
          <a:lstStyle/>
          <a:p>
            <a:pPr marL="12700" marR="5080" indent="1198880"/>
            <a:r>
              <a:rPr sz="2800" spc="-25" dirty="0">
                <a:latin typeface="Arial"/>
                <a:cs typeface="Arial"/>
              </a:rPr>
              <a:t>Rewa</a:t>
            </a:r>
            <a:r>
              <a:rPr sz="2800" spc="-5" dirty="0">
                <a:latin typeface="Arial"/>
                <a:cs typeface="Arial"/>
              </a:rPr>
              <a:t>r</a:t>
            </a:r>
            <a:r>
              <a:rPr sz="2800" spc="-20" dirty="0">
                <a:latin typeface="Arial"/>
                <a:cs typeface="Arial"/>
              </a:rPr>
              <a:t>ds</a:t>
            </a:r>
            <a:r>
              <a:rPr sz="2800" spc="-15" dirty="0">
                <a:latin typeface="Times New Roman"/>
                <a:cs typeface="Times New Roman"/>
              </a:rPr>
              <a:t> </a:t>
            </a:r>
            <a:r>
              <a:rPr sz="2800" spc="-15" dirty="0">
                <a:latin typeface="Arial"/>
                <a:cs typeface="Arial"/>
              </a:rPr>
              <a:t>Princ</a:t>
            </a:r>
            <a:r>
              <a:rPr sz="2800" spc="-5" dirty="0">
                <a:latin typeface="Arial"/>
                <a:cs typeface="Arial"/>
              </a:rPr>
              <a:t>i</a:t>
            </a:r>
            <a:r>
              <a:rPr sz="2800" spc="-25" dirty="0">
                <a:latin typeface="Arial"/>
                <a:cs typeface="Arial"/>
              </a:rPr>
              <a:t>p</a:t>
            </a:r>
            <a:r>
              <a:rPr sz="2800" spc="-5" dirty="0">
                <a:latin typeface="Arial"/>
                <a:cs typeface="Arial"/>
              </a:rPr>
              <a:t>l</a:t>
            </a:r>
            <a:r>
              <a:rPr sz="2800" spc="-25" dirty="0">
                <a:latin typeface="Arial"/>
                <a:cs typeface="Arial"/>
              </a:rPr>
              <a:t>e</a:t>
            </a:r>
            <a:r>
              <a:rPr sz="2800" spc="-15" dirty="0">
                <a:latin typeface="Arial"/>
                <a:cs typeface="Arial"/>
              </a:rPr>
              <a:t>s</a:t>
            </a:r>
            <a:r>
              <a:rPr sz="2800" spc="85" dirty="0">
                <a:latin typeface="Times New Roman"/>
                <a:cs typeface="Times New Roman"/>
              </a:rPr>
              <a:t> </a:t>
            </a:r>
            <a:r>
              <a:rPr sz="2800" spc="-25" dirty="0">
                <a:latin typeface="Arial"/>
                <a:cs typeface="Arial"/>
              </a:rPr>
              <a:t>a</a:t>
            </a:r>
            <a:r>
              <a:rPr sz="2800" spc="-10" dirty="0">
                <a:latin typeface="Arial"/>
                <a:cs typeface="Arial"/>
              </a:rPr>
              <a:t>n</a:t>
            </a:r>
            <a:r>
              <a:rPr sz="2800" spc="-20" dirty="0">
                <a:latin typeface="Arial"/>
                <a:cs typeface="Arial"/>
              </a:rPr>
              <a:t>d</a:t>
            </a:r>
            <a:r>
              <a:rPr sz="2800" spc="75" dirty="0">
                <a:latin typeface="Times New Roman"/>
                <a:cs typeface="Times New Roman"/>
              </a:rPr>
              <a:t> </a:t>
            </a:r>
            <a:r>
              <a:rPr sz="2800" spc="-15" dirty="0">
                <a:latin typeface="Arial"/>
                <a:cs typeface="Arial"/>
              </a:rPr>
              <a:t>Pr</a:t>
            </a:r>
            <a:r>
              <a:rPr sz="2800" spc="-10" dirty="0">
                <a:latin typeface="Arial"/>
                <a:cs typeface="Arial"/>
              </a:rPr>
              <a:t>a</a:t>
            </a:r>
            <a:r>
              <a:rPr sz="2800" spc="-15" dirty="0">
                <a:latin typeface="Arial"/>
                <a:cs typeface="Arial"/>
              </a:rPr>
              <a:t>c</a:t>
            </a:r>
            <a:r>
              <a:rPr sz="2800" spc="-5" dirty="0">
                <a:latin typeface="Arial"/>
                <a:cs typeface="Arial"/>
              </a:rPr>
              <a:t>t</a:t>
            </a:r>
            <a:r>
              <a:rPr sz="2800" spc="-15" dirty="0">
                <a:latin typeface="Arial"/>
                <a:cs typeface="Arial"/>
              </a:rPr>
              <a:t>i</a:t>
            </a:r>
            <a:r>
              <a:rPr sz="2800" spc="-10" dirty="0">
                <a:latin typeface="Arial"/>
                <a:cs typeface="Arial"/>
              </a:rPr>
              <a:t>c</a:t>
            </a:r>
            <a:r>
              <a:rPr sz="2800" spc="-20" dirty="0">
                <a:latin typeface="Arial"/>
                <a:cs typeface="Arial"/>
              </a:rPr>
              <a:t>es</a:t>
            </a:r>
            <a:endParaRPr sz="2800" dirty="0">
              <a:latin typeface="Arial"/>
              <a:cs typeface="Aria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1853594" y="1197592"/>
            <a:ext cx="8288655" cy="4530471"/>
          </a:xfrm>
          <a:prstGeom prst="rect">
            <a:avLst/>
          </a:prstGeom>
        </p:spPr>
        <p:txBody>
          <a:bodyPr vert="horz" wrap="square" lIns="0" tIns="0" rIns="0" bIns="0" rtlCol="0">
            <a:spAutoFit/>
          </a:bodyPr>
          <a:lstStyle/>
          <a:p>
            <a:pPr marL="457200" indent="-457200">
              <a:spcAft>
                <a:spcPts val="1200"/>
              </a:spcAft>
              <a:buFont typeface="Arial" panose="020B0604020202020204" pitchFamily="34" charset="0"/>
              <a:buChar char="•"/>
            </a:pPr>
            <a:r>
              <a:rPr sz="2600" spc="-20" dirty="0">
                <a:latin typeface="Arial"/>
                <a:cs typeface="Arial"/>
              </a:rPr>
              <a:t>People</a:t>
            </a:r>
            <a:r>
              <a:rPr sz="2600" spc="90" dirty="0">
                <a:latin typeface="Times New Roman"/>
                <a:cs typeface="Times New Roman"/>
              </a:rPr>
              <a:t> </a:t>
            </a:r>
            <a:r>
              <a:rPr sz="2600" spc="-20" dirty="0">
                <a:latin typeface="Arial"/>
                <a:cs typeface="Arial"/>
              </a:rPr>
              <a:t>need</a:t>
            </a:r>
            <a:r>
              <a:rPr sz="2600" spc="85" dirty="0">
                <a:latin typeface="Times New Roman"/>
                <a:cs typeface="Times New Roman"/>
              </a:rPr>
              <a:t> </a:t>
            </a:r>
            <a:r>
              <a:rPr sz="2600" spc="-15" dirty="0">
                <a:latin typeface="Arial"/>
                <a:cs typeface="Arial"/>
              </a:rPr>
              <a:t>to</a:t>
            </a:r>
            <a:r>
              <a:rPr sz="2600" spc="85" dirty="0">
                <a:latin typeface="Times New Roman"/>
                <a:cs typeface="Times New Roman"/>
              </a:rPr>
              <a:t> </a:t>
            </a:r>
            <a:r>
              <a:rPr sz="2600" spc="-20" dirty="0">
                <a:latin typeface="Arial"/>
                <a:cs typeface="Arial"/>
              </a:rPr>
              <a:t>be</a:t>
            </a:r>
            <a:r>
              <a:rPr sz="2600" spc="75" dirty="0">
                <a:latin typeface="Times New Roman"/>
                <a:cs typeface="Times New Roman"/>
              </a:rPr>
              <a:t> </a:t>
            </a:r>
            <a:r>
              <a:rPr sz="2600" spc="-15" dirty="0">
                <a:latin typeface="Arial"/>
                <a:cs typeface="Arial"/>
              </a:rPr>
              <a:t>a</a:t>
            </a:r>
            <a:r>
              <a:rPr sz="2600" spc="-25" dirty="0">
                <a:latin typeface="Arial"/>
                <a:cs typeface="Arial"/>
              </a:rPr>
              <a:t>c</a:t>
            </a:r>
            <a:r>
              <a:rPr sz="2600" spc="-10" dirty="0">
                <a:latin typeface="Arial"/>
                <a:cs typeface="Arial"/>
              </a:rPr>
              <a:t>k</a:t>
            </a:r>
            <a:r>
              <a:rPr sz="2600" spc="-20" dirty="0">
                <a:latin typeface="Arial"/>
                <a:cs typeface="Arial"/>
              </a:rPr>
              <a:t>no</a:t>
            </a:r>
            <a:r>
              <a:rPr sz="2600" spc="-35" dirty="0">
                <a:latin typeface="Arial"/>
                <a:cs typeface="Arial"/>
              </a:rPr>
              <a:t>w</a:t>
            </a:r>
            <a:r>
              <a:rPr sz="2600" spc="-10" dirty="0">
                <a:latin typeface="Arial"/>
                <a:cs typeface="Arial"/>
              </a:rPr>
              <a:t>l</a:t>
            </a:r>
            <a:r>
              <a:rPr sz="2600" spc="-15" dirty="0">
                <a:latin typeface="Arial"/>
                <a:cs typeface="Arial"/>
              </a:rPr>
              <a:t>e</a:t>
            </a:r>
            <a:r>
              <a:rPr sz="2600" spc="-20" dirty="0">
                <a:latin typeface="Arial"/>
                <a:cs typeface="Arial"/>
              </a:rPr>
              <a:t>dged</a:t>
            </a:r>
            <a:r>
              <a:rPr sz="2600" spc="120" dirty="0">
                <a:latin typeface="Times New Roman"/>
                <a:cs typeface="Times New Roman"/>
              </a:rPr>
              <a:t> </a:t>
            </a:r>
            <a:r>
              <a:rPr sz="2600" spc="-15" dirty="0">
                <a:latin typeface="Arial"/>
                <a:cs typeface="Arial"/>
              </a:rPr>
              <a:t>for</a:t>
            </a:r>
            <a:r>
              <a:rPr sz="2600" spc="80" dirty="0">
                <a:latin typeface="Times New Roman"/>
                <a:cs typeface="Times New Roman"/>
              </a:rPr>
              <a:t> </a:t>
            </a:r>
            <a:r>
              <a:rPr sz="2600" spc="-20" dirty="0">
                <a:latin typeface="Arial"/>
                <a:cs typeface="Arial"/>
              </a:rPr>
              <a:t>what</a:t>
            </a:r>
            <a:r>
              <a:rPr sz="2600" spc="90" dirty="0">
                <a:latin typeface="Times New Roman"/>
                <a:cs typeface="Times New Roman"/>
              </a:rPr>
              <a:t> </a:t>
            </a:r>
            <a:r>
              <a:rPr sz="2600" spc="-15" dirty="0">
                <a:latin typeface="Arial"/>
                <a:cs typeface="Arial"/>
              </a:rPr>
              <a:t>they</a:t>
            </a:r>
            <a:r>
              <a:rPr lang="en-US" sz="2600" spc="-15" dirty="0">
                <a:latin typeface="Arial"/>
                <a:cs typeface="Arial"/>
              </a:rPr>
              <a:t> </a:t>
            </a:r>
            <a:r>
              <a:rPr sz="2600" spc="-20" dirty="0">
                <a:latin typeface="Arial"/>
                <a:cs typeface="Arial"/>
              </a:rPr>
              <a:t>do</a:t>
            </a:r>
            <a:r>
              <a:rPr sz="2600" spc="80" dirty="0">
                <a:latin typeface="Times New Roman"/>
                <a:cs typeface="Times New Roman"/>
              </a:rPr>
              <a:t> </a:t>
            </a:r>
            <a:r>
              <a:rPr sz="2600" spc="-20" dirty="0">
                <a:latin typeface="Arial"/>
                <a:cs typeface="Arial"/>
              </a:rPr>
              <a:t>b</a:t>
            </a:r>
            <a:r>
              <a:rPr sz="2600" spc="-30" dirty="0">
                <a:latin typeface="Arial"/>
                <a:cs typeface="Arial"/>
              </a:rPr>
              <a:t>u</a:t>
            </a:r>
            <a:r>
              <a:rPr sz="2600" spc="-10" dirty="0">
                <a:latin typeface="Arial"/>
                <a:cs typeface="Arial"/>
              </a:rPr>
              <a:t>t</a:t>
            </a:r>
            <a:r>
              <a:rPr sz="2600" spc="90" dirty="0">
                <a:latin typeface="Times New Roman"/>
                <a:cs typeface="Times New Roman"/>
              </a:rPr>
              <a:t> </a:t>
            </a:r>
            <a:r>
              <a:rPr sz="2600" spc="-15" dirty="0">
                <a:latin typeface="Arial"/>
                <a:cs typeface="Arial"/>
              </a:rPr>
              <a:t>people</a:t>
            </a:r>
            <a:r>
              <a:rPr sz="2600" spc="95" dirty="0">
                <a:latin typeface="Times New Roman"/>
                <a:cs typeface="Times New Roman"/>
              </a:rPr>
              <a:t> </a:t>
            </a:r>
            <a:r>
              <a:rPr sz="2600" spc="-20" dirty="0">
                <a:latin typeface="Arial"/>
                <a:cs typeface="Arial"/>
              </a:rPr>
              <a:t>do</a:t>
            </a:r>
            <a:r>
              <a:rPr sz="2600" spc="80" dirty="0">
                <a:latin typeface="Times New Roman"/>
                <a:cs typeface="Times New Roman"/>
              </a:rPr>
              <a:t> </a:t>
            </a:r>
            <a:r>
              <a:rPr sz="2600" spc="-20" dirty="0">
                <a:latin typeface="Arial"/>
                <a:cs typeface="Arial"/>
              </a:rPr>
              <a:t>n</a:t>
            </a:r>
            <a:r>
              <a:rPr sz="2600" spc="-30" dirty="0">
                <a:latin typeface="Arial"/>
                <a:cs typeface="Arial"/>
              </a:rPr>
              <a:t>o</a:t>
            </a:r>
            <a:r>
              <a:rPr sz="2600" spc="-10" dirty="0">
                <a:latin typeface="Arial"/>
                <a:cs typeface="Arial"/>
              </a:rPr>
              <a:t>t</a:t>
            </a:r>
            <a:r>
              <a:rPr sz="2600" spc="90" dirty="0">
                <a:latin typeface="Times New Roman"/>
                <a:cs typeface="Times New Roman"/>
              </a:rPr>
              <a:t> </a:t>
            </a:r>
            <a:r>
              <a:rPr sz="2600" spc="-25" dirty="0">
                <a:latin typeface="Arial"/>
                <a:cs typeface="Arial"/>
              </a:rPr>
              <a:t>a</a:t>
            </a:r>
            <a:r>
              <a:rPr sz="2600" spc="-15" dirty="0">
                <a:latin typeface="Arial"/>
                <a:cs typeface="Arial"/>
              </a:rPr>
              <a:t>c</a:t>
            </a:r>
            <a:r>
              <a:rPr sz="2600" spc="-25" dirty="0">
                <a:latin typeface="Arial"/>
                <a:cs typeface="Arial"/>
              </a:rPr>
              <a:t>c</a:t>
            </a:r>
            <a:r>
              <a:rPr sz="2600" spc="-15" dirty="0">
                <a:latin typeface="Arial"/>
                <a:cs typeface="Arial"/>
              </a:rPr>
              <a:t>ept</a:t>
            </a:r>
            <a:r>
              <a:rPr sz="2600" spc="85" dirty="0">
                <a:latin typeface="Times New Roman"/>
                <a:cs typeface="Times New Roman"/>
              </a:rPr>
              <a:t> </a:t>
            </a:r>
            <a:r>
              <a:rPr sz="2600" spc="-25" dirty="0">
                <a:latin typeface="Arial"/>
                <a:cs typeface="Arial"/>
              </a:rPr>
              <a:t>s</a:t>
            </a:r>
            <a:r>
              <a:rPr sz="2600" spc="-15" dirty="0">
                <a:latin typeface="Arial"/>
                <a:cs typeface="Arial"/>
              </a:rPr>
              <a:t>a</a:t>
            </a:r>
            <a:r>
              <a:rPr sz="2600" spc="-25" dirty="0">
                <a:latin typeface="Arial"/>
                <a:cs typeface="Arial"/>
              </a:rPr>
              <a:t>mene</a:t>
            </a:r>
            <a:r>
              <a:rPr sz="2600" spc="-15" dirty="0">
                <a:latin typeface="Arial"/>
                <a:cs typeface="Arial"/>
              </a:rPr>
              <a:t>s</a:t>
            </a:r>
            <a:r>
              <a:rPr sz="2600" spc="-20" dirty="0">
                <a:latin typeface="Arial"/>
                <a:cs typeface="Arial"/>
              </a:rPr>
              <a:t>s.</a:t>
            </a:r>
            <a:endParaRPr sz="2600" dirty="0">
              <a:latin typeface="Arial"/>
              <a:cs typeface="Arial"/>
            </a:endParaRPr>
          </a:p>
          <a:p>
            <a:pPr marL="457200" indent="-457200">
              <a:spcAft>
                <a:spcPts val="1200"/>
              </a:spcAft>
              <a:buFont typeface="Arial" panose="020B0604020202020204" pitchFamily="34" charset="0"/>
              <a:buChar char="•"/>
            </a:pPr>
            <a:r>
              <a:rPr sz="2600" spc="-30" dirty="0">
                <a:latin typeface="Arial"/>
                <a:cs typeface="Arial"/>
              </a:rPr>
              <a:t>A</a:t>
            </a:r>
            <a:r>
              <a:rPr sz="2600" spc="-10" dirty="0">
                <a:latin typeface="Arial"/>
                <a:cs typeface="Arial"/>
              </a:rPr>
              <a:t>t</a:t>
            </a:r>
            <a:r>
              <a:rPr sz="2600" spc="75" dirty="0">
                <a:latin typeface="Times New Roman"/>
                <a:cs typeface="Times New Roman"/>
              </a:rPr>
              <a:t> </a:t>
            </a:r>
            <a:r>
              <a:rPr sz="2600" spc="-5" dirty="0">
                <a:latin typeface="Arial"/>
                <a:cs typeface="Arial"/>
              </a:rPr>
              <a:t>t</a:t>
            </a:r>
            <a:r>
              <a:rPr sz="2600" spc="-20" dirty="0">
                <a:latin typeface="Arial"/>
                <a:cs typeface="Arial"/>
              </a:rPr>
              <a:t>he</a:t>
            </a:r>
            <a:r>
              <a:rPr sz="2600" spc="90" dirty="0">
                <a:latin typeface="Times New Roman"/>
                <a:cs typeface="Times New Roman"/>
              </a:rPr>
              <a:t> </a:t>
            </a:r>
            <a:r>
              <a:rPr sz="2600" spc="-25" dirty="0">
                <a:latin typeface="Arial"/>
                <a:cs typeface="Arial"/>
              </a:rPr>
              <a:t>s</a:t>
            </a:r>
            <a:r>
              <a:rPr sz="2600" spc="-10" dirty="0">
                <a:latin typeface="Arial"/>
                <a:cs typeface="Arial"/>
              </a:rPr>
              <a:t>a</a:t>
            </a:r>
            <a:r>
              <a:rPr sz="2600" spc="-30" dirty="0">
                <a:latin typeface="Arial"/>
                <a:cs typeface="Arial"/>
              </a:rPr>
              <a:t>m</a:t>
            </a:r>
            <a:r>
              <a:rPr sz="2600" spc="-20" dirty="0">
                <a:latin typeface="Arial"/>
                <a:cs typeface="Arial"/>
              </a:rPr>
              <a:t>e</a:t>
            </a:r>
            <a:r>
              <a:rPr sz="2600" spc="90" dirty="0">
                <a:latin typeface="Times New Roman"/>
                <a:cs typeface="Times New Roman"/>
              </a:rPr>
              <a:t> </a:t>
            </a:r>
            <a:r>
              <a:rPr sz="2600" spc="-10" dirty="0">
                <a:latin typeface="Arial"/>
                <a:cs typeface="Arial"/>
              </a:rPr>
              <a:t>ti</a:t>
            </a:r>
            <a:r>
              <a:rPr sz="2600" spc="-20" dirty="0">
                <a:latin typeface="Arial"/>
                <a:cs typeface="Arial"/>
              </a:rPr>
              <a:t>me</a:t>
            </a:r>
            <a:r>
              <a:rPr sz="2600" spc="75" dirty="0">
                <a:latin typeface="Times New Roman"/>
                <a:cs typeface="Times New Roman"/>
              </a:rPr>
              <a:t> </a:t>
            </a:r>
            <a:r>
              <a:rPr sz="2600" spc="-15" dirty="0">
                <a:latin typeface="Arial"/>
                <a:cs typeface="Arial"/>
              </a:rPr>
              <a:t>the</a:t>
            </a:r>
            <a:r>
              <a:rPr sz="2600" spc="-20" dirty="0">
                <a:latin typeface="Arial"/>
                <a:cs typeface="Arial"/>
              </a:rPr>
              <a:t>y</a:t>
            </a:r>
            <a:r>
              <a:rPr sz="2600" spc="95" dirty="0">
                <a:latin typeface="Times New Roman"/>
                <a:cs typeface="Times New Roman"/>
              </a:rPr>
              <a:t> </a:t>
            </a:r>
            <a:r>
              <a:rPr sz="2600" spc="-20" dirty="0">
                <a:latin typeface="Arial"/>
                <a:cs typeface="Arial"/>
              </a:rPr>
              <a:t>do</a:t>
            </a:r>
            <a:r>
              <a:rPr sz="2600" spc="85" dirty="0">
                <a:latin typeface="Times New Roman"/>
                <a:cs typeface="Times New Roman"/>
              </a:rPr>
              <a:t> </a:t>
            </a:r>
            <a:r>
              <a:rPr sz="2600" spc="-15" dirty="0">
                <a:latin typeface="Arial"/>
                <a:cs typeface="Arial"/>
              </a:rPr>
              <a:t>not</a:t>
            </a:r>
            <a:r>
              <a:rPr sz="2600" spc="90" dirty="0">
                <a:latin typeface="Times New Roman"/>
                <a:cs typeface="Times New Roman"/>
              </a:rPr>
              <a:t> </a:t>
            </a:r>
            <a:r>
              <a:rPr sz="2600" spc="-25" dirty="0">
                <a:latin typeface="Arial"/>
                <a:cs typeface="Arial"/>
              </a:rPr>
              <a:t>a</a:t>
            </a:r>
            <a:r>
              <a:rPr sz="2600" spc="-10" dirty="0">
                <a:latin typeface="Arial"/>
                <a:cs typeface="Arial"/>
              </a:rPr>
              <a:t>c</a:t>
            </a:r>
            <a:r>
              <a:rPr sz="2600" spc="-25" dirty="0">
                <a:latin typeface="Arial"/>
                <a:cs typeface="Arial"/>
              </a:rPr>
              <a:t>c</a:t>
            </a:r>
            <a:r>
              <a:rPr sz="2600" spc="-10" dirty="0">
                <a:latin typeface="Arial"/>
                <a:cs typeface="Arial"/>
              </a:rPr>
              <a:t>e</a:t>
            </a:r>
            <a:r>
              <a:rPr sz="2600" spc="-15" dirty="0">
                <a:latin typeface="Arial"/>
                <a:cs typeface="Arial"/>
              </a:rPr>
              <a:t>pt</a:t>
            </a:r>
            <a:r>
              <a:rPr sz="2600" spc="100" dirty="0">
                <a:latin typeface="Times New Roman"/>
                <a:cs typeface="Times New Roman"/>
              </a:rPr>
              <a:t> </a:t>
            </a:r>
            <a:r>
              <a:rPr sz="2600" spc="-20" dirty="0">
                <a:latin typeface="Arial"/>
                <a:cs typeface="Arial"/>
              </a:rPr>
              <a:t>huge</a:t>
            </a:r>
            <a:r>
              <a:rPr lang="en-US" sz="2600" dirty="0">
                <a:latin typeface="Arial"/>
                <a:cs typeface="Arial"/>
              </a:rPr>
              <a:t> </a:t>
            </a:r>
            <a:r>
              <a:rPr sz="2600" spc="-15" dirty="0">
                <a:latin typeface="Arial"/>
                <a:cs typeface="Arial"/>
              </a:rPr>
              <a:t>disparit</a:t>
            </a:r>
            <a:r>
              <a:rPr sz="2600" spc="-254" dirty="0">
                <a:latin typeface="Arial"/>
                <a:cs typeface="Arial"/>
              </a:rPr>
              <a:t>y</a:t>
            </a:r>
            <a:r>
              <a:rPr sz="2600" spc="-10" dirty="0">
                <a:latin typeface="Arial"/>
                <a:cs typeface="Arial"/>
              </a:rPr>
              <a:t>.</a:t>
            </a:r>
            <a:endParaRPr sz="2600" dirty="0">
              <a:latin typeface="Arial"/>
              <a:cs typeface="Arial"/>
            </a:endParaRPr>
          </a:p>
          <a:p>
            <a:pPr marL="457200" marR="579120" indent="-457200">
              <a:lnSpc>
                <a:spcPct val="110000"/>
              </a:lnSpc>
              <a:spcAft>
                <a:spcPts val="1200"/>
              </a:spcAft>
              <a:buFont typeface="Arial" panose="020B0604020202020204" pitchFamily="34" charset="0"/>
              <a:buChar char="•"/>
            </a:pPr>
            <a:r>
              <a:rPr sz="2600" spc="-15" dirty="0">
                <a:latin typeface="Arial"/>
                <a:cs typeface="Arial"/>
              </a:rPr>
              <a:t>That</a:t>
            </a:r>
            <a:r>
              <a:rPr sz="2600" spc="90" dirty="0">
                <a:latin typeface="Times New Roman"/>
                <a:cs typeface="Times New Roman"/>
              </a:rPr>
              <a:t> </a:t>
            </a:r>
            <a:r>
              <a:rPr sz="2600" spc="-15" dirty="0">
                <a:latin typeface="Arial"/>
                <a:cs typeface="Arial"/>
              </a:rPr>
              <a:t>is</a:t>
            </a:r>
            <a:r>
              <a:rPr sz="2600" spc="75" dirty="0">
                <a:latin typeface="Times New Roman"/>
                <a:cs typeface="Times New Roman"/>
              </a:rPr>
              <a:t> </a:t>
            </a:r>
            <a:r>
              <a:rPr sz="2600" spc="-20" dirty="0">
                <a:latin typeface="Arial"/>
                <a:cs typeface="Arial"/>
              </a:rPr>
              <a:t>why</a:t>
            </a:r>
            <a:r>
              <a:rPr sz="2600" spc="90" dirty="0">
                <a:latin typeface="Times New Roman"/>
                <a:cs typeface="Times New Roman"/>
              </a:rPr>
              <a:t> </a:t>
            </a:r>
            <a:r>
              <a:rPr sz="2600" spc="-20" dirty="0">
                <a:latin typeface="Arial"/>
                <a:cs typeface="Arial"/>
              </a:rPr>
              <a:t>we</a:t>
            </a:r>
            <a:r>
              <a:rPr sz="2600" spc="80" dirty="0">
                <a:latin typeface="Times New Roman"/>
                <a:cs typeface="Times New Roman"/>
              </a:rPr>
              <a:t> </a:t>
            </a:r>
            <a:r>
              <a:rPr sz="2600" spc="-20" dirty="0">
                <a:latin typeface="Arial"/>
                <a:cs typeface="Arial"/>
              </a:rPr>
              <a:t>ne</a:t>
            </a:r>
            <a:r>
              <a:rPr sz="2600" spc="-15" dirty="0">
                <a:latin typeface="Arial"/>
                <a:cs typeface="Arial"/>
              </a:rPr>
              <a:t>e</a:t>
            </a:r>
            <a:r>
              <a:rPr sz="2600" spc="-20" dirty="0">
                <a:latin typeface="Arial"/>
                <a:cs typeface="Arial"/>
              </a:rPr>
              <a:t>d</a:t>
            </a:r>
            <a:r>
              <a:rPr sz="2600" spc="100" dirty="0">
                <a:latin typeface="Times New Roman"/>
                <a:cs typeface="Times New Roman"/>
              </a:rPr>
              <a:t> </a:t>
            </a:r>
            <a:r>
              <a:rPr sz="2600" spc="-15" dirty="0">
                <a:latin typeface="Arial"/>
                <a:cs typeface="Arial"/>
              </a:rPr>
              <a:t>to</a:t>
            </a:r>
            <a:r>
              <a:rPr sz="2600" spc="75" dirty="0">
                <a:latin typeface="Times New Roman"/>
                <a:cs typeface="Times New Roman"/>
              </a:rPr>
              <a:t> </a:t>
            </a:r>
            <a:r>
              <a:rPr sz="2600" spc="-30" dirty="0">
                <a:latin typeface="Arial"/>
                <a:cs typeface="Arial"/>
              </a:rPr>
              <a:t>m</a:t>
            </a:r>
            <a:r>
              <a:rPr sz="2600" spc="-10" dirty="0">
                <a:latin typeface="Arial"/>
                <a:cs typeface="Arial"/>
              </a:rPr>
              <a:t>a</a:t>
            </a:r>
            <a:r>
              <a:rPr sz="2600" spc="-25" dirty="0">
                <a:latin typeface="Arial"/>
                <a:cs typeface="Arial"/>
              </a:rPr>
              <a:t>k</a:t>
            </a:r>
            <a:r>
              <a:rPr sz="2600" spc="-20" dirty="0">
                <a:latin typeface="Arial"/>
                <a:cs typeface="Arial"/>
              </a:rPr>
              <a:t>e</a:t>
            </a:r>
            <a:r>
              <a:rPr sz="2600" spc="90" dirty="0">
                <a:latin typeface="Times New Roman"/>
                <a:cs typeface="Times New Roman"/>
              </a:rPr>
              <a:t> </a:t>
            </a:r>
            <a:r>
              <a:rPr sz="2600" spc="-15" dirty="0">
                <a:latin typeface="Arial"/>
                <a:cs typeface="Arial"/>
              </a:rPr>
              <a:t>a</a:t>
            </a:r>
            <a:r>
              <a:rPr sz="2600" spc="-20" dirty="0">
                <a:latin typeface="Arial"/>
                <a:cs typeface="Arial"/>
              </a:rPr>
              <a:t>n</a:t>
            </a:r>
            <a:r>
              <a:rPr lang="en-US" sz="2600" spc="85" dirty="0">
                <a:latin typeface="Times New Roman"/>
                <a:cs typeface="Times New Roman"/>
              </a:rPr>
              <a:t> </a:t>
            </a:r>
            <a:r>
              <a:rPr sz="2600" spc="-25" dirty="0">
                <a:latin typeface="Arial"/>
                <a:cs typeface="Arial"/>
              </a:rPr>
              <a:t>a</a:t>
            </a:r>
            <a:r>
              <a:rPr sz="2600" spc="-10" dirty="0">
                <a:latin typeface="Arial"/>
                <a:cs typeface="Arial"/>
              </a:rPr>
              <a:t>c</a:t>
            </a:r>
            <a:r>
              <a:rPr sz="2600" spc="-25" dirty="0">
                <a:latin typeface="Arial"/>
                <a:cs typeface="Arial"/>
              </a:rPr>
              <a:t>c</a:t>
            </a:r>
            <a:r>
              <a:rPr sz="2600" spc="-10" dirty="0">
                <a:latin typeface="Arial"/>
                <a:cs typeface="Arial"/>
              </a:rPr>
              <a:t>e</a:t>
            </a:r>
            <a:r>
              <a:rPr sz="2600" spc="-15" dirty="0">
                <a:latin typeface="Arial"/>
                <a:cs typeface="Arial"/>
              </a:rPr>
              <a:t>ptable</a:t>
            </a:r>
            <a:r>
              <a:rPr sz="2600" spc="-10" dirty="0">
                <a:latin typeface="Times New Roman"/>
                <a:cs typeface="Times New Roman"/>
              </a:rPr>
              <a:t> </a:t>
            </a:r>
            <a:r>
              <a:rPr sz="2600" spc="-20" dirty="0">
                <a:latin typeface="Arial"/>
                <a:cs typeface="Arial"/>
              </a:rPr>
              <a:t>r</a:t>
            </a:r>
            <a:r>
              <a:rPr sz="2600" spc="-15" dirty="0">
                <a:latin typeface="Arial"/>
                <a:cs typeface="Arial"/>
              </a:rPr>
              <a:t>e</a:t>
            </a:r>
            <a:r>
              <a:rPr sz="2600" spc="-25" dirty="0">
                <a:latin typeface="Arial"/>
                <a:cs typeface="Arial"/>
              </a:rPr>
              <a:t>a</a:t>
            </a:r>
            <a:r>
              <a:rPr sz="2600" spc="-15" dirty="0">
                <a:latin typeface="Arial"/>
                <a:cs typeface="Arial"/>
              </a:rPr>
              <a:t>s</a:t>
            </a:r>
            <a:r>
              <a:rPr sz="2600" spc="-20" dirty="0">
                <a:latin typeface="Arial"/>
                <a:cs typeface="Arial"/>
              </a:rPr>
              <a:t>o</a:t>
            </a:r>
            <a:r>
              <a:rPr sz="2600" spc="-30" dirty="0">
                <a:latin typeface="Arial"/>
                <a:cs typeface="Arial"/>
              </a:rPr>
              <a:t>n</a:t>
            </a:r>
            <a:r>
              <a:rPr sz="2600" spc="-20" dirty="0">
                <a:latin typeface="Arial"/>
                <a:cs typeface="Arial"/>
              </a:rPr>
              <a:t>able</a:t>
            </a:r>
            <a:r>
              <a:rPr sz="2600" spc="105" dirty="0">
                <a:latin typeface="Times New Roman"/>
                <a:cs typeface="Times New Roman"/>
              </a:rPr>
              <a:t> </a:t>
            </a:r>
            <a:r>
              <a:rPr sz="2600" spc="-15" dirty="0">
                <a:latin typeface="Arial"/>
                <a:cs typeface="Arial"/>
              </a:rPr>
              <a:t>disparit</a:t>
            </a:r>
            <a:r>
              <a:rPr sz="2600" spc="-250" dirty="0">
                <a:latin typeface="Arial"/>
                <a:cs typeface="Arial"/>
              </a:rPr>
              <a:t>y</a:t>
            </a:r>
            <a:r>
              <a:rPr sz="2600" spc="-10" dirty="0">
                <a:latin typeface="Arial"/>
                <a:cs typeface="Arial"/>
              </a:rPr>
              <a:t>.</a:t>
            </a:r>
            <a:endParaRPr sz="2600" dirty="0">
              <a:latin typeface="Arial"/>
              <a:cs typeface="Arial"/>
            </a:endParaRPr>
          </a:p>
          <a:p>
            <a:pPr marL="457200" marR="140335" indent="-457200">
              <a:lnSpc>
                <a:spcPct val="110000"/>
              </a:lnSpc>
              <a:spcAft>
                <a:spcPts val="1200"/>
              </a:spcAft>
              <a:buFont typeface="Arial" panose="020B0604020202020204" pitchFamily="34" charset="0"/>
              <a:buChar char="•"/>
            </a:pPr>
            <a:r>
              <a:rPr sz="2600" spc="-20" dirty="0">
                <a:latin typeface="Arial"/>
                <a:cs typeface="Arial"/>
              </a:rPr>
              <a:t>They</a:t>
            </a:r>
            <a:r>
              <a:rPr sz="2600" spc="95" dirty="0">
                <a:latin typeface="Times New Roman"/>
                <a:cs typeface="Times New Roman"/>
              </a:rPr>
              <a:t> </a:t>
            </a:r>
            <a:r>
              <a:rPr sz="2600" spc="-20" dirty="0">
                <a:latin typeface="Arial"/>
                <a:cs typeface="Arial"/>
              </a:rPr>
              <a:t>ha</a:t>
            </a:r>
            <a:r>
              <a:rPr sz="2600" spc="-15" dirty="0">
                <a:latin typeface="Arial"/>
                <a:cs typeface="Arial"/>
              </a:rPr>
              <a:t>v</a:t>
            </a:r>
            <a:r>
              <a:rPr sz="2600" spc="-20" dirty="0">
                <a:latin typeface="Arial"/>
                <a:cs typeface="Arial"/>
              </a:rPr>
              <a:t>e</a:t>
            </a:r>
            <a:r>
              <a:rPr sz="2600" spc="95" dirty="0">
                <a:latin typeface="Times New Roman"/>
                <a:cs typeface="Times New Roman"/>
              </a:rPr>
              <a:t> </a:t>
            </a:r>
            <a:r>
              <a:rPr sz="2600" spc="-20" dirty="0">
                <a:latin typeface="Arial"/>
                <a:cs typeface="Arial"/>
              </a:rPr>
              <a:t>a</a:t>
            </a:r>
            <a:r>
              <a:rPr sz="2600" spc="85" dirty="0">
                <a:latin typeface="Times New Roman"/>
                <a:cs typeface="Times New Roman"/>
              </a:rPr>
              <a:t> </a:t>
            </a:r>
            <a:r>
              <a:rPr sz="2600" spc="-20" dirty="0">
                <a:latin typeface="Arial"/>
                <a:cs typeface="Arial"/>
              </a:rPr>
              <a:t>ne</a:t>
            </a:r>
            <a:r>
              <a:rPr sz="2600" spc="-15" dirty="0">
                <a:latin typeface="Arial"/>
                <a:cs typeface="Arial"/>
              </a:rPr>
              <a:t>e</a:t>
            </a:r>
            <a:r>
              <a:rPr sz="2600" spc="-20" dirty="0">
                <a:latin typeface="Arial"/>
                <a:cs typeface="Arial"/>
              </a:rPr>
              <a:t>d</a:t>
            </a:r>
            <a:r>
              <a:rPr sz="2600" spc="85" dirty="0">
                <a:latin typeface="Times New Roman"/>
                <a:cs typeface="Times New Roman"/>
              </a:rPr>
              <a:t> </a:t>
            </a:r>
            <a:r>
              <a:rPr sz="2600" spc="-25" dirty="0">
                <a:latin typeface="Arial"/>
                <a:cs typeface="Arial"/>
              </a:rPr>
              <a:t>an</a:t>
            </a:r>
            <a:r>
              <a:rPr sz="2600" spc="-20" dirty="0">
                <a:latin typeface="Arial"/>
                <a:cs typeface="Arial"/>
              </a:rPr>
              <a:t>d</a:t>
            </a:r>
            <a:r>
              <a:rPr sz="2600" spc="95" dirty="0">
                <a:latin typeface="Times New Roman"/>
                <a:cs typeface="Times New Roman"/>
              </a:rPr>
              <a:t> </a:t>
            </a:r>
            <a:r>
              <a:rPr sz="2600" spc="-20" dirty="0">
                <a:latin typeface="Arial"/>
                <a:cs typeface="Arial"/>
              </a:rPr>
              <a:t>de</a:t>
            </a:r>
            <a:r>
              <a:rPr sz="2600" spc="-15" dirty="0">
                <a:latin typeface="Arial"/>
                <a:cs typeface="Arial"/>
              </a:rPr>
              <a:t>s</a:t>
            </a:r>
            <a:r>
              <a:rPr sz="2600" spc="-10" dirty="0">
                <a:latin typeface="Arial"/>
                <a:cs typeface="Arial"/>
              </a:rPr>
              <a:t>ir</a:t>
            </a:r>
            <a:r>
              <a:rPr sz="2600" spc="-20" dirty="0">
                <a:latin typeface="Arial"/>
                <a:cs typeface="Arial"/>
              </a:rPr>
              <a:t>e</a:t>
            </a:r>
            <a:r>
              <a:rPr sz="2600" spc="85" dirty="0">
                <a:latin typeface="Times New Roman"/>
                <a:cs typeface="Times New Roman"/>
              </a:rPr>
              <a:t> </a:t>
            </a:r>
            <a:r>
              <a:rPr sz="2600" spc="-15" dirty="0">
                <a:latin typeface="Arial"/>
                <a:cs typeface="Arial"/>
              </a:rPr>
              <a:t>to</a:t>
            </a:r>
            <a:r>
              <a:rPr sz="2600" spc="90" dirty="0">
                <a:latin typeface="Times New Roman"/>
                <a:cs typeface="Times New Roman"/>
              </a:rPr>
              <a:t> </a:t>
            </a:r>
            <a:r>
              <a:rPr sz="2600" spc="-20" dirty="0">
                <a:latin typeface="Arial"/>
                <a:cs typeface="Arial"/>
              </a:rPr>
              <a:t>be</a:t>
            </a:r>
            <a:r>
              <a:rPr sz="2600" spc="80" dirty="0">
                <a:latin typeface="Times New Roman"/>
                <a:cs typeface="Times New Roman"/>
              </a:rPr>
              <a:t> </a:t>
            </a:r>
            <a:r>
              <a:rPr sz="2600" spc="-20" dirty="0">
                <a:latin typeface="Arial"/>
                <a:cs typeface="Arial"/>
              </a:rPr>
              <a:t>r</a:t>
            </a:r>
            <a:r>
              <a:rPr sz="2600" spc="-10" dirty="0">
                <a:latin typeface="Arial"/>
                <a:cs typeface="Arial"/>
              </a:rPr>
              <a:t>a</a:t>
            </a:r>
            <a:r>
              <a:rPr sz="2600" spc="-20" dirty="0">
                <a:latin typeface="Arial"/>
                <a:cs typeface="Arial"/>
              </a:rPr>
              <a:t>nk</a:t>
            </a:r>
            <a:r>
              <a:rPr sz="2600" spc="-15" dirty="0">
                <a:latin typeface="Arial"/>
                <a:cs typeface="Arial"/>
              </a:rPr>
              <a:t>e</a:t>
            </a:r>
            <a:r>
              <a:rPr sz="2600" spc="-20" dirty="0">
                <a:latin typeface="Arial"/>
                <a:cs typeface="Arial"/>
              </a:rPr>
              <a:t>d</a:t>
            </a:r>
            <a:r>
              <a:rPr sz="2600" spc="100" dirty="0">
                <a:latin typeface="Times New Roman"/>
                <a:cs typeface="Times New Roman"/>
              </a:rPr>
              <a:t> </a:t>
            </a:r>
            <a:r>
              <a:rPr sz="2600" spc="-15" dirty="0">
                <a:latin typeface="Arial"/>
                <a:cs typeface="Arial"/>
              </a:rPr>
              <a:t>in</a:t>
            </a:r>
            <a:r>
              <a:rPr sz="2600" spc="75" dirty="0">
                <a:latin typeface="Times New Roman"/>
                <a:cs typeface="Times New Roman"/>
              </a:rPr>
              <a:t> </a:t>
            </a:r>
            <a:r>
              <a:rPr sz="2600" spc="-20" dirty="0">
                <a:latin typeface="Arial"/>
                <a:cs typeface="Arial"/>
              </a:rPr>
              <a:t>a</a:t>
            </a:r>
            <a:r>
              <a:rPr sz="2600" spc="-10" dirty="0">
                <a:latin typeface="Times New Roman"/>
                <a:cs typeface="Times New Roman"/>
              </a:rPr>
              <a:t> </a:t>
            </a:r>
            <a:r>
              <a:rPr sz="2600" spc="-25" dirty="0">
                <a:latin typeface="Arial"/>
                <a:cs typeface="Arial"/>
              </a:rPr>
              <a:t>s</a:t>
            </a:r>
            <a:r>
              <a:rPr sz="2600" spc="-50" dirty="0">
                <a:latin typeface="Arial"/>
                <a:cs typeface="Arial"/>
              </a:rPr>
              <a:t>y</a:t>
            </a:r>
            <a:r>
              <a:rPr sz="2600" spc="-25" dirty="0">
                <a:latin typeface="Arial"/>
                <a:cs typeface="Arial"/>
              </a:rPr>
              <a:t>s</a:t>
            </a:r>
            <a:r>
              <a:rPr sz="2600" spc="-5" dirty="0">
                <a:latin typeface="Arial"/>
                <a:cs typeface="Arial"/>
              </a:rPr>
              <a:t>t</a:t>
            </a:r>
            <a:r>
              <a:rPr sz="2600" spc="-30" dirty="0">
                <a:latin typeface="Arial"/>
                <a:cs typeface="Arial"/>
              </a:rPr>
              <a:t>em</a:t>
            </a:r>
            <a:r>
              <a:rPr sz="2600" spc="-15" dirty="0">
                <a:latin typeface="Arial"/>
                <a:cs typeface="Arial"/>
              </a:rPr>
              <a:t>atic</a:t>
            </a:r>
            <a:r>
              <a:rPr sz="2600" spc="135" dirty="0">
                <a:latin typeface="Times New Roman"/>
                <a:cs typeface="Times New Roman"/>
              </a:rPr>
              <a:t> </a:t>
            </a:r>
            <a:r>
              <a:rPr sz="2600" spc="-20" dirty="0">
                <a:latin typeface="Arial"/>
                <a:cs typeface="Arial"/>
              </a:rPr>
              <a:t>(open</a:t>
            </a:r>
            <a:r>
              <a:rPr sz="2600" spc="100" dirty="0">
                <a:latin typeface="Times New Roman"/>
                <a:cs typeface="Times New Roman"/>
              </a:rPr>
              <a:t> </a:t>
            </a:r>
            <a:r>
              <a:rPr sz="2600" spc="-25" dirty="0">
                <a:latin typeface="Arial"/>
                <a:cs typeface="Arial"/>
              </a:rPr>
              <a:t>an</a:t>
            </a:r>
            <a:r>
              <a:rPr sz="2600" spc="-20" dirty="0">
                <a:latin typeface="Arial"/>
                <a:cs typeface="Arial"/>
              </a:rPr>
              <a:t>d</a:t>
            </a:r>
            <a:r>
              <a:rPr sz="2600" spc="85" dirty="0">
                <a:latin typeface="Times New Roman"/>
                <a:cs typeface="Times New Roman"/>
              </a:rPr>
              <a:t> </a:t>
            </a:r>
            <a:r>
              <a:rPr sz="2600" spc="-10" dirty="0">
                <a:latin typeface="Arial"/>
                <a:cs typeface="Arial"/>
              </a:rPr>
              <a:t>f</a:t>
            </a:r>
            <a:r>
              <a:rPr sz="2600" spc="-15" dirty="0">
                <a:latin typeface="Arial"/>
                <a:cs typeface="Arial"/>
              </a:rPr>
              <a:t>a</a:t>
            </a:r>
            <a:r>
              <a:rPr sz="2600" spc="-10" dirty="0">
                <a:latin typeface="Arial"/>
                <a:cs typeface="Arial"/>
              </a:rPr>
              <a:t>ir)</a:t>
            </a:r>
            <a:r>
              <a:rPr sz="2600" spc="75" dirty="0">
                <a:latin typeface="Times New Roman"/>
                <a:cs typeface="Times New Roman"/>
              </a:rPr>
              <a:t> </a:t>
            </a:r>
            <a:r>
              <a:rPr sz="2600" spc="-20" dirty="0">
                <a:latin typeface="Arial"/>
                <a:cs typeface="Arial"/>
              </a:rPr>
              <a:t>way</a:t>
            </a:r>
            <a:endParaRPr sz="2600" dirty="0">
              <a:latin typeface="Arial"/>
              <a:cs typeface="Arial"/>
            </a:endParaRPr>
          </a:p>
          <a:p>
            <a:pPr marL="457200" indent="-457200">
              <a:spcAft>
                <a:spcPts val="1200"/>
              </a:spcAft>
              <a:buFont typeface="Arial" panose="020B0604020202020204" pitchFamily="34" charset="0"/>
              <a:buChar char="•"/>
            </a:pPr>
            <a:r>
              <a:rPr sz="2600" spc="-15" dirty="0">
                <a:latin typeface="Arial"/>
                <a:cs typeface="Arial"/>
              </a:rPr>
              <a:t>Inc</a:t>
            </a:r>
            <a:r>
              <a:rPr sz="2600" spc="-10" dirty="0">
                <a:latin typeface="Arial"/>
                <a:cs typeface="Arial"/>
              </a:rPr>
              <a:t>r</a:t>
            </a:r>
            <a:r>
              <a:rPr sz="2600" spc="-25" dirty="0">
                <a:latin typeface="Arial"/>
                <a:cs typeface="Arial"/>
              </a:rPr>
              <a:t>e</a:t>
            </a:r>
            <a:r>
              <a:rPr sz="2600" spc="-10" dirty="0">
                <a:latin typeface="Arial"/>
                <a:cs typeface="Arial"/>
              </a:rPr>
              <a:t>a</a:t>
            </a:r>
            <a:r>
              <a:rPr sz="2600" spc="-25" dirty="0">
                <a:latin typeface="Arial"/>
                <a:cs typeface="Arial"/>
              </a:rPr>
              <a:t>s</a:t>
            </a:r>
            <a:r>
              <a:rPr sz="2600" spc="-20" dirty="0">
                <a:latin typeface="Arial"/>
                <a:cs typeface="Arial"/>
              </a:rPr>
              <a:t>e</a:t>
            </a:r>
            <a:r>
              <a:rPr sz="2600" spc="85" dirty="0">
                <a:latin typeface="Times New Roman"/>
                <a:cs typeface="Times New Roman"/>
              </a:rPr>
              <a:t> </a:t>
            </a:r>
            <a:r>
              <a:rPr sz="2600" spc="-15" dirty="0">
                <a:latin typeface="Arial"/>
                <a:cs typeface="Arial"/>
              </a:rPr>
              <a:t>is</a:t>
            </a:r>
            <a:r>
              <a:rPr sz="2600" spc="85" dirty="0">
                <a:latin typeface="Times New Roman"/>
                <a:cs typeface="Times New Roman"/>
              </a:rPr>
              <a:t> </a:t>
            </a:r>
            <a:r>
              <a:rPr sz="2600" spc="-20" dirty="0">
                <a:latin typeface="Arial"/>
                <a:cs typeface="Arial"/>
              </a:rPr>
              <a:t>what</a:t>
            </a:r>
            <a:r>
              <a:rPr sz="2600" spc="80" dirty="0">
                <a:latin typeface="Times New Roman"/>
                <a:cs typeface="Times New Roman"/>
              </a:rPr>
              <a:t> </a:t>
            </a:r>
            <a:r>
              <a:rPr sz="2600" spc="-30" dirty="0">
                <a:latin typeface="Arial"/>
                <a:cs typeface="Arial"/>
              </a:rPr>
              <a:t>ma</a:t>
            </a:r>
            <a:r>
              <a:rPr sz="2600" spc="-5" dirty="0">
                <a:latin typeface="Arial"/>
                <a:cs typeface="Arial"/>
              </a:rPr>
              <a:t>t</a:t>
            </a:r>
            <a:r>
              <a:rPr sz="2600" spc="-10" dirty="0">
                <a:latin typeface="Arial"/>
                <a:cs typeface="Arial"/>
              </a:rPr>
              <a:t>t</a:t>
            </a:r>
            <a:r>
              <a:rPr sz="2600" spc="-15" dirty="0">
                <a:latin typeface="Arial"/>
                <a:cs typeface="Arial"/>
              </a:rPr>
              <a:t>e</a:t>
            </a:r>
            <a:r>
              <a:rPr sz="2600" spc="-20" dirty="0">
                <a:latin typeface="Arial"/>
                <a:cs typeface="Arial"/>
              </a:rPr>
              <a:t>rs</a:t>
            </a:r>
            <a:endParaRPr sz="2600" dirty="0">
              <a:latin typeface="Arial"/>
              <a:cs typeface="Arial"/>
            </a:endParaRPr>
          </a:p>
          <a:p>
            <a:pPr marL="457200" indent="-457200">
              <a:spcAft>
                <a:spcPts val="1200"/>
              </a:spcAft>
              <a:buFont typeface="Arial" panose="020B0604020202020204" pitchFamily="34" charset="0"/>
              <a:buChar char="•"/>
            </a:pPr>
            <a:r>
              <a:rPr sz="2600" spc="-75" dirty="0">
                <a:latin typeface="Arial"/>
                <a:cs typeface="Arial"/>
              </a:rPr>
              <a:t>W</a:t>
            </a:r>
            <a:r>
              <a:rPr sz="2600" spc="-20" dirty="0">
                <a:latin typeface="Arial"/>
                <a:cs typeface="Arial"/>
              </a:rPr>
              <a:t>e</a:t>
            </a:r>
            <a:r>
              <a:rPr sz="2600" spc="75" dirty="0">
                <a:latin typeface="Times New Roman"/>
                <a:cs typeface="Times New Roman"/>
              </a:rPr>
              <a:t> </a:t>
            </a:r>
            <a:r>
              <a:rPr sz="2600" spc="-20" dirty="0">
                <a:latin typeface="Arial"/>
                <a:cs typeface="Arial"/>
              </a:rPr>
              <a:t>ne</a:t>
            </a:r>
            <a:r>
              <a:rPr sz="2600" spc="-15" dirty="0">
                <a:latin typeface="Arial"/>
                <a:cs typeface="Arial"/>
              </a:rPr>
              <a:t>e</a:t>
            </a:r>
            <a:r>
              <a:rPr sz="2600" spc="-20" dirty="0">
                <a:latin typeface="Arial"/>
                <a:cs typeface="Arial"/>
              </a:rPr>
              <a:t>d</a:t>
            </a:r>
            <a:r>
              <a:rPr sz="2600" spc="85" dirty="0">
                <a:latin typeface="Times New Roman"/>
                <a:cs typeface="Times New Roman"/>
              </a:rPr>
              <a:t> </a:t>
            </a:r>
            <a:r>
              <a:rPr sz="2600" spc="-15" dirty="0">
                <a:latin typeface="Arial"/>
                <a:cs typeface="Arial"/>
              </a:rPr>
              <a:t>to</a:t>
            </a:r>
            <a:r>
              <a:rPr sz="2600" spc="90" dirty="0">
                <a:latin typeface="Times New Roman"/>
                <a:cs typeface="Times New Roman"/>
              </a:rPr>
              <a:t> </a:t>
            </a:r>
            <a:r>
              <a:rPr sz="2600" spc="-10" dirty="0">
                <a:latin typeface="Arial"/>
                <a:cs typeface="Arial"/>
              </a:rPr>
              <a:t>te</a:t>
            </a:r>
            <a:r>
              <a:rPr sz="2600" spc="-25" dirty="0">
                <a:latin typeface="Arial"/>
                <a:cs typeface="Arial"/>
              </a:rPr>
              <a:t>s</a:t>
            </a:r>
            <a:r>
              <a:rPr sz="2600" spc="-10" dirty="0">
                <a:latin typeface="Arial"/>
                <a:cs typeface="Arial"/>
              </a:rPr>
              <a:t>t</a:t>
            </a:r>
            <a:r>
              <a:rPr sz="2600" spc="85" dirty="0">
                <a:latin typeface="Times New Roman"/>
                <a:cs typeface="Times New Roman"/>
              </a:rPr>
              <a:t> </a:t>
            </a:r>
            <a:r>
              <a:rPr sz="2600" spc="-15" dirty="0">
                <a:latin typeface="Arial"/>
                <a:cs typeface="Arial"/>
              </a:rPr>
              <a:t>a</a:t>
            </a:r>
            <a:r>
              <a:rPr sz="2600" spc="-20" dirty="0">
                <a:latin typeface="Arial"/>
                <a:cs typeface="Arial"/>
              </a:rPr>
              <a:t>ny</a:t>
            </a:r>
            <a:r>
              <a:rPr sz="2600" spc="90" dirty="0">
                <a:latin typeface="Times New Roman"/>
                <a:cs typeface="Times New Roman"/>
              </a:rPr>
              <a:t> </a:t>
            </a:r>
            <a:r>
              <a:rPr sz="2600" spc="-20" dirty="0">
                <a:latin typeface="Arial"/>
                <a:cs typeface="Arial"/>
              </a:rPr>
              <a:t>new</a:t>
            </a:r>
            <a:r>
              <a:rPr sz="2600" spc="90" dirty="0">
                <a:latin typeface="Times New Roman"/>
                <a:cs typeface="Times New Roman"/>
              </a:rPr>
              <a:t> </a:t>
            </a:r>
            <a:r>
              <a:rPr sz="2600" spc="-25" dirty="0">
                <a:latin typeface="Arial"/>
                <a:cs typeface="Arial"/>
              </a:rPr>
              <a:t>model</a:t>
            </a:r>
            <a:endParaRPr sz="2600" dirty="0">
              <a:latin typeface="Arial"/>
              <a:cs typeface="Arial"/>
            </a:endParaRPr>
          </a:p>
        </p:txBody>
      </p:sp>
      <p:sp>
        <p:nvSpPr>
          <p:cNvPr id="10" name="object 10"/>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
        <p:nvSpPr>
          <p:cNvPr id="9" name="object 9"/>
          <p:cNvSpPr txBox="1">
            <a:spLocks noGrp="1"/>
          </p:cNvSpPr>
          <p:nvPr>
            <p:ph type="title"/>
          </p:nvPr>
        </p:nvSpPr>
        <p:spPr>
          <a:xfrm>
            <a:off x="2422591" y="211876"/>
            <a:ext cx="7346818" cy="696556"/>
          </a:xfrm>
          <a:prstGeom prst="rect">
            <a:avLst/>
          </a:prstGeom>
        </p:spPr>
        <p:txBody>
          <a:bodyPr vert="horz" wrap="square" lIns="0" tIns="202139" rIns="0" bIns="0" rtlCol="0" anchor="ctr">
            <a:spAutoFit/>
          </a:bodyPr>
          <a:lstStyle/>
          <a:p>
            <a:pPr marL="1071880" algn="ctr">
              <a:lnSpc>
                <a:spcPct val="100000"/>
              </a:lnSpc>
            </a:pPr>
            <a:r>
              <a:rPr sz="3200" spc="-20" dirty="0">
                <a:latin typeface="Tahoma"/>
                <a:cs typeface="Tahoma"/>
              </a:rPr>
              <a:t>A</a:t>
            </a:r>
            <a:r>
              <a:rPr sz="3200" spc="-15" dirty="0">
                <a:latin typeface="Tahoma"/>
                <a:cs typeface="Tahoma"/>
              </a:rPr>
              <a:t>dizes</a:t>
            </a:r>
            <a:r>
              <a:rPr sz="3200" spc="114" dirty="0">
                <a:latin typeface="Times New Roman"/>
                <a:cs typeface="Times New Roman"/>
              </a:rPr>
              <a:t> </a:t>
            </a:r>
            <a:r>
              <a:rPr sz="3200" spc="-15" dirty="0">
                <a:latin typeface="Tahoma"/>
                <a:cs typeface="Tahoma"/>
              </a:rPr>
              <a:t>A</a:t>
            </a:r>
            <a:r>
              <a:rPr sz="3200" spc="-25" dirty="0">
                <a:latin typeface="Tahoma"/>
                <a:cs typeface="Tahoma"/>
              </a:rPr>
              <a:t>p</a:t>
            </a:r>
            <a:r>
              <a:rPr sz="3200" spc="-15" dirty="0">
                <a:latin typeface="Tahoma"/>
                <a:cs typeface="Tahoma"/>
              </a:rPr>
              <a:t>p</a:t>
            </a:r>
            <a:r>
              <a:rPr sz="3200" spc="-20" dirty="0">
                <a:latin typeface="Tahoma"/>
                <a:cs typeface="Tahoma"/>
              </a:rPr>
              <a:t>roach</a:t>
            </a:r>
            <a:r>
              <a:rPr sz="3200" spc="110" dirty="0">
                <a:latin typeface="Times New Roman"/>
                <a:cs typeface="Times New Roman"/>
              </a:rPr>
              <a:t> </a:t>
            </a:r>
            <a:r>
              <a:rPr sz="3200" spc="-15" dirty="0">
                <a:latin typeface="Tahoma"/>
                <a:cs typeface="Tahoma"/>
              </a:rPr>
              <a:t>to</a:t>
            </a:r>
            <a:r>
              <a:rPr sz="3200" spc="114" dirty="0">
                <a:latin typeface="Times New Roman"/>
                <a:cs typeface="Times New Roman"/>
              </a:rPr>
              <a:t> </a:t>
            </a:r>
            <a:r>
              <a:rPr sz="3200" spc="-30" dirty="0">
                <a:latin typeface="Tahoma"/>
                <a:cs typeface="Tahoma"/>
              </a:rPr>
              <a:t>Rew</a:t>
            </a:r>
            <a:r>
              <a:rPr sz="3200" spc="-35" dirty="0">
                <a:latin typeface="Tahoma"/>
                <a:cs typeface="Tahoma"/>
              </a:rPr>
              <a:t>a</a:t>
            </a:r>
            <a:r>
              <a:rPr sz="3200" spc="-15" dirty="0">
                <a:latin typeface="Tahoma"/>
                <a:cs typeface="Tahoma"/>
              </a:rPr>
              <a:t>rd</a:t>
            </a:r>
            <a:r>
              <a:rPr sz="3200" spc="135" dirty="0">
                <a:latin typeface="Times New Roman"/>
                <a:cs typeface="Times New Roman"/>
              </a:rPr>
              <a:t> </a:t>
            </a:r>
            <a:r>
              <a:rPr sz="3200" spc="-25" dirty="0">
                <a:latin typeface="Tahoma"/>
                <a:cs typeface="Tahoma"/>
              </a:rPr>
              <a:t>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allAtOnce"/>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3590" y="1542701"/>
            <a:ext cx="8187690" cy="3465051"/>
          </a:xfrm>
          <a:prstGeom prst="rect">
            <a:avLst/>
          </a:prstGeom>
        </p:spPr>
        <p:txBody>
          <a:bodyPr vert="horz" wrap="square" lIns="0" tIns="0" rIns="0" bIns="0" rtlCol="0">
            <a:spAutoFit/>
          </a:bodyPr>
          <a:lstStyle/>
          <a:p>
            <a:pPr marL="12700"/>
            <a:r>
              <a:rPr sz="2800" spc="-20" dirty="0">
                <a:latin typeface="Arial"/>
                <a:cs typeface="Arial"/>
              </a:rPr>
              <a:t>T</a:t>
            </a:r>
            <a:r>
              <a:rPr sz="2800" spc="-30" dirty="0">
                <a:latin typeface="Arial"/>
                <a:cs typeface="Arial"/>
              </a:rPr>
              <a:t>h</a:t>
            </a:r>
            <a:r>
              <a:rPr sz="2800" spc="-20" dirty="0">
                <a:latin typeface="Arial"/>
                <a:cs typeface="Arial"/>
              </a:rPr>
              <a:t>e</a:t>
            </a:r>
            <a:r>
              <a:rPr sz="2800" spc="90" dirty="0">
                <a:latin typeface="Times New Roman"/>
                <a:cs typeface="Times New Roman"/>
              </a:rPr>
              <a:t> </a:t>
            </a:r>
            <a:r>
              <a:rPr sz="2800" spc="-25" dirty="0">
                <a:latin typeface="Arial"/>
                <a:cs typeface="Arial"/>
              </a:rPr>
              <a:t>Rewa</a:t>
            </a:r>
            <a:r>
              <a:rPr sz="2800" spc="-10" dirty="0">
                <a:latin typeface="Arial"/>
                <a:cs typeface="Arial"/>
              </a:rPr>
              <a:t>r</a:t>
            </a:r>
            <a:r>
              <a:rPr sz="2800" spc="-20" dirty="0">
                <a:latin typeface="Arial"/>
                <a:cs typeface="Arial"/>
              </a:rPr>
              <a:t>d</a:t>
            </a:r>
            <a:r>
              <a:rPr lang="en-US" sz="2800" spc="-229" dirty="0">
                <a:latin typeface="Arial"/>
                <a:cs typeface="Arial"/>
              </a:rPr>
              <a:t> </a:t>
            </a:r>
            <a:r>
              <a:rPr sz="2800" spc="-20" dirty="0">
                <a:latin typeface="Arial"/>
                <a:cs typeface="Arial"/>
              </a:rPr>
              <a:t>has</a:t>
            </a:r>
            <a:r>
              <a:rPr sz="2800" spc="90" dirty="0">
                <a:latin typeface="Times New Roman"/>
                <a:cs typeface="Times New Roman"/>
              </a:rPr>
              <a:t> </a:t>
            </a:r>
            <a:r>
              <a:rPr sz="2800" spc="-15" dirty="0">
                <a:latin typeface="Arial"/>
                <a:cs typeface="Arial"/>
              </a:rPr>
              <a:t>to</a:t>
            </a:r>
            <a:r>
              <a:rPr sz="2800" spc="75" dirty="0">
                <a:latin typeface="Times New Roman"/>
                <a:cs typeface="Times New Roman"/>
              </a:rPr>
              <a:t> </a:t>
            </a:r>
            <a:r>
              <a:rPr sz="2800" spc="-15" dirty="0">
                <a:latin typeface="Arial"/>
                <a:cs typeface="Arial"/>
              </a:rPr>
              <a:t>be:</a:t>
            </a:r>
            <a:endParaRPr sz="2800" dirty="0">
              <a:latin typeface="Arial"/>
              <a:cs typeface="Arial"/>
            </a:endParaRPr>
          </a:p>
          <a:p>
            <a:pPr marL="927100" lvl="1" indent="-457200">
              <a:spcBef>
                <a:spcPts val="670"/>
              </a:spcBef>
              <a:buFont typeface="Arial" panose="020B0604020202020204" pitchFamily="34" charset="0"/>
              <a:buChar char="•"/>
            </a:pPr>
            <a:r>
              <a:rPr sz="2800" spc="-25" dirty="0">
                <a:latin typeface="Arial"/>
                <a:cs typeface="Arial"/>
              </a:rPr>
              <a:t>a</a:t>
            </a:r>
            <a:r>
              <a:rPr sz="2800" spc="-15" dirty="0">
                <a:latin typeface="Arial"/>
                <a:cs typeface="Arial"/>
              </a:rPr>
              <a:t>c</a:t>
            </a:r>
            <a:r>
              <a:rPr sz="2800" spc="-25" dirty="0">
                <a:latin typeface="Arial"/>
                <a:cs typeface="Arial"/>
              </a:rPr>
              <a:t>c</a:t>
            </a:r>
            <a:r>
              <a:rPr sz="2800" spc="-15" dirty="0">
                <a:latin typeface="Arial"/>
                <a:cs typeface="Arial"/>
              </a:rPr>
              <a:t>eptable</a:t>
            </a:r>
            <a:endParaRPr sz="2800" dirty="0">
              <a:latin typeface="Arial"/>
              <a:cs typeface="Arial"/>
            </a:endParaRPr>
          </a:p>
          <a:p>
            <a:pPr marL="927100" lvl="1" indent="-457200">
              <a:spcBef>
                <a:spcPts val="675"/>
              </a:spcBef>
              <a:buFont typeface="Arial" panose="020B0604020202020204" pitchFamily="34" charset="0"/>
              <a:buChar char="•"/>
            </a:pPr>
            <a:r>
              <a:rPr sz="2800" spc="-20" dirty="0">
                <a:latin typeface="Arial"/>
                <a:cs typeface="Arial"/>
              </a:rPr>
              <a:t>o</a:t>
            </a:r>
            <a:r>
              <a:rPr sz="2800" spc="-30" dirty="0">
                <a:latin typeface="Arial"/>
                <a:cs typeface="Arial"/>
              </a:rPr>
              <a:t>p</a:t>
            </a:r>
            <a:r>
              <a:rPr sz="2800" spc="-25" dirty="0">
                <a:latin typeface="Arial"/>
                <a:cs typeface="Arial"/>
              </a:rPr>
              <a:t>e</a:t>
            </a:r>
            <a:r>
              <a:rPr sz="2800" spc="-20" dirty="0">
                <a:latin typeface="Arial"/>
                <a:cs typeface="Arial"/>
              </a:rPr>
              <a:t>n</a:t>
            </a:r>
            <a:r>
              <a:rPr sz="2800" spc="100" dirty="0">
                <a:latin typeface="Times New Roman"/>
                <a:cs typeface="Times New Roman"/>
              </a:rPr>
              <a:t> </a:t>
            </a:r>
            <a:r>
              <a:rPr sz="2800" spc="-15" dirty="0">
                <a:latin typeface="Arial"/>
                <a:cs typeface="Arial"/>
              </a:rPr>
              <a:t>for</a:t>
            </a:r>
            <a:r>
              <a:rPr sz="2800" spc="75" dirty="0">
                <a:latin typeface="Times New Roman"/>
                <a:cs typeface="Times New Roman"/>
              </a:rPr>
              <a:t> </a:t>
            </a:r>
            <a:r>
              <a:rPr sz="2800" spc="-15" dirty="0">
                <a:latin typeface="Arial"/>
                <a:cs typeface="Arial"/>
              </a:rPr>
              <a:t>dis</a:t>
            </a:r>
            <a:r>
              <a:rPr sz="2800" spc="-25" dirty="0">
                <a:latin typeface="Arial"/>
                <a:cs typeface="Arial"/>
              </a:rPr>
              <a:t>cus</a:t>
            </a:r>
            <a:r>
              <a:rPr sz="2800" spc="-15" dirty="0">
                <a:latin typeface="Arial"/>
                <a:cs typeface="Arial"/>
              </a:rPr>
              <a:t>sion</a:t>
            </a:r>
            <a:endParaRPr sz="2800" dirty="0">
              <a:latin typeface="Arial"/>
              <a:cs typeface="Arial"/>
            </a:endParaRPr>
          </a:p>
          <a:p>
            <a:pPr marL="927100" lvl="1" indent="-457200">
              <a:spcBef>
                <a:spcPts val="670"/>
              </a:spcBef>
              <a:buFont typeface="Arial" panose="020B0604020202020204" pitchFamily="34" charset="0"/>
              <a:buChar char="•"/>
            </a:pPr>
            <a:r>
              <a:rPr sz="2800" spc="-25" dirty="0">
                <a:latin typeface="Arial"/>
                <a:cs typeface="Arial"/>
              </a:rPr>
              <a:t>change</a:t>
            </a:r>
            <a:r>
              <a:rPr sz="2800" spc="-15" dirty="0">
                <a:latin typeface="Arial"/>
                <a:cs typeface="Arial"/>
              </a:rPr>
              <a:t>able</a:t>
            </a:r>
            <a:endParaRPr sz="2800" dirty="0">
              <a:latin typeface="Arial"/>
              <a:cs typeface="Arial"/>
            </a:endParaRPr>
          </a:p>
          <a:p>
            <a:pPr marL="927100" lvl="1" indent="-457200">
              <a:spcBef>
                <a:spcPts val="670"/>
              </a:spcBef>
              <a:buFont typeface="Arial" panose="020B0604020202020204" pitchFamily="34" charset="0"/>
              <a:buChar char="•"/>
            </a:pPr>
            <a:r>
              <a:rPr sz="2800" spc="-10" dirty="0">
                <a:latin typeface="Arial"/>
                <a:cs typeface="Arial"/>
              </a:rPr>
              <a:t>fit</a:t>
            </a:r>
            <a:r>
              <a:rPr sz="2800" spc="75" dirty="0">
                <a:latin typeface="Times New Roman"/>
                <a:cs typeface="Times New Roman"/>
              </a:rPr>
              <a:t> </a:t>
            </a:r>
            <a:r>
              <a:rPr sz="2800" spc="-15" dirty="0">
                <a:latin typeface="Arial"/>
                <a:cs typeface="Arial"/>
              </a:rPr>
              <a:t>life</a:t>
            </a:r>
            <a:r>
              <a:rPr sz="2800" spc="70" dirty="0">
                <a:latin typeface="Times New Roman"/>
                <a:cs typeface="Times New Roman"/>
              </a:rPr>
              <a:t> </a:t>
            </a:r>
            <a:r>
              <a:rPr sz="2800" spc="-25" dirty="0">
                <a:latin typeface="Arial"/>
                <a:cs typeface="Arial"/>
              </a:rPr>
              <a:t>c</a:t>
            </a:r>
            <a:r>
              <a:rPr sz="2800" spc="-50" dirty="0">
                <a:latin typeface="Arial"/>
                <a:cs typeface="Arial"/>
              </a:rPr>
              <a:t>y</a:t>
            </a:r>
            <a:r>
              <a:rPr sz="2800" spc="-20" dirty="0">
                <a:latin typeface="Arial"/>
                <a:cs typeface="Arial"/>
              </a:rPr>
              <a:t>cle</a:t>
            </a:r>
            <a:r>
              <a:rPr sz="2800" spc="130" dirty="0">
                <a:latin typeface="Times New Roman"/>
                <a:cs typeface="Times New Roman"/>
              </a:rPr>
              <a:t> </a:t>
            </a:r>
            <a:r>
              <a:rPr sz="2800" spc="-20" dirty="0">
                <a:latin typeface="Arial"/>
                <a:cs typeface="Arial"/>
              </a:rPr>
              <a:t>st</a:t>
            </a:r>
            <a:r>
              <a:rPr sz="2800" spc="-15" dirty="0">
                <a:latin typeface="Arial"/>
                <a:cs typeface="Arial"/>
              </a:rPr>
              <a:t>a</a:t>
            </a:r>
            <a:r>
              <a:rPr sz="2800" spc="-20" dirty="0">
                <a:latin typeface="Arial"/>
                <a:cs typeface="Arial"/>
              </a:rPr>
              <a:t>ge</a:t>
            </a:r>
            <a:r>
              <a:rPr sz="2800" spc="85" dirty="0">
                <a:latin typeface="Times New Roman"/>
                <a:cs typeface="Times New Roman"/>
              </a:rPr>
              <a:t> </a:t>
            </a:r>
            <a:r>
              <a:rPr sz="2800" spc="-25" dirty="0">
                <a:latin typeface="Arial"/>
                <a:cs typeface="Arial"/>
              </a:rPr>
              <a:t>and</a:t>
            </a:r>
            <a:endParaRPr sz="2800" dirty="0">
              <a:latin typeface="Arial"/>
              <a:cs typeface="Arial"/>
            </a:endParaRPr>
          </a:p>
          <a:p>
            <a:pPr marL="927100" lvl="1" indent="-457200">
              <a:spcBef>
                <a:spcPts val="670"/>
              </a:spcBef>
              <a:buFont typeface="Arial" panose="020B0604020202020204" pitchFamily="34" charset="0"/>
              <a:buChar char="•"/>
            </a:pPr>
            <a:r>
              <a:rPr sz="2800" spc="-20" dirty="0">
                <a:latin typeface="Arial"/>
                <a:cs typeface="Arial"/>
              </a:rPr>
              <a:t>n</a:t>
            </a:r>
            <a:r>
              <a:rPr sz="2800" spc="-30" dirty="0">
                <a:latin typeface="Arial"/>
                <a:cs typeface="Arial"/>
              </a:rPr>
              <a:t>o</a:t>
            </a:r>
            <a:r>
              <a:rPr sz="2800" spc="-10" dirty="0">
                <a:latin typeface="Arial"/>
                <a:cs typeface="Arial"/>
              </a:rPr>
              <a:t>t</a:t>
            </a:r>
            <a:r>
              <a:rPr sz="2800" spc="90" dirty="0">
                <a:latin typeface="Times New Roman"/>
                <a:cs typeface="Times New Roman"/>
              </a:rPr>
              <a:t> </a:t>
            </a:r>
            <a:r>
              <a:rPr sz="2800" spc="-20" dirty="0">
                <a:latin typeface="Arial"/>
                <a:cs typeface="Arial"/>
              </a:rPr>
              <a:t>have</a:t>
            </a:r>
            <a:r>
              <a:rPr sz="2800" spc="90" dirty="0">
                <a:latin typeface="Times New Roman"/>
                <a:cs typeface="Times New Roman"/>
              </a:rPr>
              <a:t> </a:t>
            </a:r>
            <a:r>
              <a:rPr sz="2800" spc="-15" dirty="0">
                <a:latin typeface="Arial"/>
                <a:cs typeface="Arial"/>
              </a:rPr>
              <a:t>too</a:t>
            </a:r>
            <a:r>
              <a:rPr sz="2800" spc="85" dirty="0">
                <a:latin typeface="Times New Roman"/>
                <a:cs typeface="Times New Roman"/>
              </a:rPr>
              <a:t> </a:t>
            </a:r>
            <a:r>
              <a:rPr sz="2800" spc="-15" dirty="0">
                <a:latin typeface="Arial"/>
                <a:cs typeface="Arial"/>
              </a:rPr>
              <a:t>big</a:t>
            </a:r>
            <a:r>
              <a:rPr sz="2800" spc="80" dirty="0">
                <a:latin typeface="Times New Roman"/>
                <a:cs typeface="Times New Roman"/>
              </a:rPr>
              <a:t> </a:t>
            </a:r>
            <a:r>
              <a:rPr sz="2800" spc="-15" dirty="0">
                <a:latin typeface="Arial"/>
                <a:cs typeface="Arial"/>
              </a:rPr>
              <a:t>of</a:t>
            </a:r>
            <a:r>
              <a:rPr sz="2800" spc="75" dirty="0">
                <a:latin typeface="Times New Roman"/>
                <a:cs typeface="Times New Roman"/>
              </a:rPr>
              <a:t> </a:t>
            </a:r>
            <a:r>
              <a:rPr sz="2800" spc="-20" dirty="0">
                <a:latin typeface="Arial"/>
                <a:cs typeface="Arial"/>
              </a:rPr>
              <a:t>a</a:t>
            </a:r>
            <a:r>
              <a:rPr sz="2800" spc="80" dirty="0">
                <a:latin typeface="Times New Roman"/>
                <a:cs typeface="Times New Roman"/>
              </a:rPr>
              <a:t> </a:t>
            </a:r>
            <a:r>
              <a:rPr lang="en-US" sz="2800" spc="-15" dirty="0">
                <a:latin typeface="Arial"/>
                <a:cs typeface="Arial"/>
              </a:rPr>
              <a:t>difference between top and bottom</a:t>
            </a:r>
            <a:endParaRPr sz="2800" dirty="0">
              <a:latin typeface="Arial"/>
              <a:cs typeface="Arial"/>
            </a:endParaRPr>
          </a:p>
        </p:txBody>
      </p:sp>
      <p:sp>
        <p:nvSpPr>
          <p:cNvPr id="4" name="object 4"/>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24736" y="2317726"/>
            <a:ext cx="6707505" cy="3370153"/>
          </a:xfrm>
          <a:prstGeom prst="rect">
            <a:avLst/>
          </a:prstGeom>
        </p:spPr>
        <p:txBody>
          <a:bodyPr vert="horz" wrap="square" lIns="0" tIns="0" rIns="0" bIns="0" rtlCol="0">
            <a:spAutoFit/>
          </a:bodyPr>
          <a:lstStyle/>
          <a:p>
            <a:pPr algn="ctr">
              <a:lnSpc>
                <a:spcPct val="100000"/>
              </a:lnSpc>
            </a:pPr>
            <a:r>
              <a:rPr sz="3600" dirty="0">
                <a:latin typeface="Arial"/>
                <a:cs typeface="Arial"/>
              </a:rPr>
              <a:t>Fundamental</a:t>
            </a:r>
            <a:r>
              <a:rPr sz="3600" spc="55" dirty="0">
                <a:latin typeface="Times New Roman"/>
                <a:cs typeface="Times New Roman"/>
              </a:rPr>
              <a:t> </a:t>
            </a:r>
            <a:r>
              <a:rPr sz="3600" spc="-5" dirty="0">
                <a:latin typeface="Arial"/>
                <a:cs typeface="Arial"/>
              </a:rPr>
              <a:t>Reward</a:t>
            </a:r>
            <a:r>
              <a:rPr sz="3600" dirty="0">
                <a:latin typeface="Arial"/>
                <a:cs typeface="Arial"/>
              </a:rPr>
              <a:t>s</a:t>
            </a:r>
            <a:r>
              <a:rPr sz="3600" spc="105" dirty="0">
                <a:latin typeface="Times New Roman"/>
                <a:cs typeface="Times New Roman"/>
              </a:rPr>
              <a:t> </a:t>
            </a:r>
            <a:r>
              <a:rPr sz="3600" spc="-15" dirty="0">
                <a:latin typeface="Arial"/>
                <a:cs typeface="Arial"/>
              </a:rPr>
              <a:t>Q</a:t>
            </a:r>
            <a:r>
              <a:rPr sz="3600" spc="-5" dirty="0">
                <a:latin typeface="Arial"/>
                <a:cs typeface="Arial"/>
              </a:rPr>
              <a:t>uestion:</a:t>
            </a:r>
            <a:endParaRPr sz="3600" dirty="0">
              <a:latin typeface="Arial"/>
              <a:cs typeface="Arial"/>
            </a:endParaRPr>
          </a:p>
          <a:p>
            <a:pPr>
              <a:spcBef>
                <a:spcPts val="9"/>
              </a:spcBef>
            </a:pPr>
            <a:endParaRPr sz="3750" dirty="0">
              <a:latin typeface="Times New Roman"/>
              <a:cs typeface="Times New Roman"/>
            </a:endParaRPr>
          </a:p>
          <a:p>
            <a:pPr algn="ctr">
              <a:lnSpc>
                <a:spcPct val="100000"/>
              </a:lnSpc>
            </a:pPr>
            <a:r>
              <a:rPr sz="3600" dirty="0">
                <a:latin typeface="Arial"/>
                <a:cs typeface="Arial"/>
              </a:rPr>
              <a:t>Why</a:t>
            </a:r>
            <a:r>
              <a:rPr sz="3600" spc="95" dirty="0">
                <a:latin typeface="Times New Roman"/>
                <a:cs typeface="Times New Roman"/>
              </a:rPr>
              <a:t> </a:t>
            </a:r>
            <a:r>
              <a:rPr sz="3600" spc="-5" dirty="0">
                <a:latin typeface="Arial"/>
                <a:cs typeface="Arial"/>
              </a:rPr>
              <a:t>wou</a:t>
            </a:r>
            <a:r>
              <a:rPr sz="3600" spc="5" dirty="0">
                <a:latin typeface="Arial"/>
                <a:cs typeface="Arial"/>
              </a:rPr>
              <a:t>l</a:t>
            </a:r>
            <a:r>
              <a:rPr sz="3600" dirty="0">
                <a:latin typeface="Arial"/>
                <a:cs typeface="Arial"/>
              </a:rPr>
              <a:t>d</a:t>
            </a:r>
            <a:r>
              <a:rPr sz="3600" spc="85" dirty="0">
                <a:latin typeface="Times New Roman"/>
                <a:cs typeface="Times New Roman"/>
              </a:rPr>
              <a:t> </a:t>
            </a:r>
            <a:r>
              <a:rPr lang="en-US" sz="3600" dirty="0">
                <a:latin typeface="Arial"/>
                <a:cs typeface="Arial"/>
              </a:rPr>
              <a:t>people </a:t>
            </a:r>
            <a:r>
              <a:rPr sz="3600" spc="-5" dirty="0">
                <a:latin typeface="Arial"/>
                <a:cs typeface="Arial"/>
              </a:rPr>
              <a:t>d</a:t>
            </a:r>
            <a:r>
              <a:rPr sz="3600" dirty="0">
                <a:latin typeface="Arial"/>
                <a:cs typeface="Arial"/>
              </a:rPr>
              <a:t>o</a:t>
            </a:r>
            <a:r>
              <a:rPr sz="3600" spc="100" dirty="0">
                <a:latin typeface="Times New Roman"/>
                <a:cs typeface="Times New Roman"/>
              </a:rPr>
              <a:t> </a:t>
            </a:r>
            <a:r>
              <a:rPr lang="en-US" sz="3600" spc="-5" dirty="0">
                <a:latin typeface="Arial"/>
                <a:cs typeface="Arial"/>
              </a:rPr>
              <a:t>something</a:t>
            </a:r>
            <a:r>
              <a:rPr sz="3600" spc="-5" dirty="0">
                <a:latin typeface="Arial"/>
                <a:cs typeface="Arial"/>
              </a:rPr>
              <a:t>?</a:t>
            </a:r>
            <a:endParaRPr sz="3600" dirty="0">
              <a:latin typeface="Arial"/>
              <a:cs typeface="Arial"/>
            </a:endParaRPr>
          </a:p>
          <a:p>
            <a:pPr>
              <a:spcBef>
                <a:spcPts val="10"/>
              </a:spcBef>
            </a:pPr>
            <a:endParaRPr sz="3750" dirty="0">
              <a:latin typeface="Times New Roman"/>
              <a:cs typeface="Times New Roman"/>
            </a:endParaRPr>
          </a:p>
          <a:p>
            <a:pPr marL="1270" algn="ctr">
              <a:tabLst>
                <a:tab pos="941705" algn="l"/>
                <a:tab pos="3354070" algn="l"/>
              </a:tabLst>
            </a:pPr>
            <a:r>
              <a:rPr sz="3600" dirty="0">
                <a:latin typeface="Arial"/>
                <a:cs typeface="Arial"/>
              </a:rPr>
              <a:t>And	many</a:t>
            </a:r>
            <a:r>
              <a:rPr sz="3600" spc="-15" dirty="0">
                <a:latin typeface="Arial"/>
                <a:cs typeface="Arial"/>
              </a:rPr>
              <a:t> </a:t>
            </a:r>
            <a:r>
              <a:rPr sz="3600" dirty="0">
                <a:latin typeface="Arial"/>
                <a:cs typeface="Arial"/>
              </a:rPr>
              <a:t>other	questio</a:t>
            </a:r>
            <a:r>
              <a:rPr sz="3600" spc="5" dirty="0">
                <a:latin typeface="Arial"/>
                <a:cs typeface="Arial"/>
              </a:rPr>
              <a:t>n</a:t>
            </a:r>
            <a:r>
              <a:rPr sz="3600" dirty="0">
                <a:latin typeface="Arial"/>
                <a:cs typeface="Arial"/>
              </a:rPr>
              <a:t>s…</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57652" y="2317726"/>
            <a:ext cx="4244340" cy="2678430"/>
          </a:xfrm>
          <a:prstGeom prst="rect">
            <a:avLst/>
          </a:prstGeom>
        </p:spPr>
        <p:txBody>
          <a:bodyPr vert="horz" wrap="square" lIns="0" tIns="0" rIns="0" bIns="0" rtlCol="0">
            <a:spAutoFit/>
          </a:bodyPr>
          <a:lstStyle/>
          <a:p>
            <a:pPr marL="123825" indent="739140"/>
            <a:r>
              <a:rPr sz="3600" dirty="0">
                <a:latin typeface="Arial"/>
                <a:cs typeface="Arial"/>
              </a:rPr>
              <a:t>For</a:t>
            </a:r>
            <a:r>
              <a:rPr sz="3600" spc="95" dirty="0">
                <a:latin typeface="Times New Roman"/>
                <a:cs typeface="Times New Roman"/>
              </a:rPr>
              <a:t> </a:t>
            </a:r>
            <a:r>
              <a:rPr sz="3600" spc="-5" dirty="0">
                <a:latin typeface="Arial"/>
                <a:cs typeface="Arial"/>
              </a:rPr>
              <a:t>instance</a:t>
            </a:r>
            <a:endParaRPr sz="3600">
              <a:latin typeface="Arial"/>
              <a:cs typeface="Arial"/>
            </a:endParaRPr>
          </a:p>
          <a:p>
            <a:pPr marL="12700" marR="5080" indent="111125">
              <a:lnSpc>
                <a:spcPct val="200100"/>
              </a:lnSpc>
            </a:pPr>
            <a:r>
              <a:rPr sz="3600" dirty="0">
                <a:latin typeface="Arial"/>
                <a:cs typeface="Arial"/>
              </a:rPr>
              <a:t>Team</a:t>
            </a:r>
            <a:r>
              <a:rPr sz="3600" spc="105" dirty="0">
                <a:latin typeface="Times New Roman"/>
                <a:cs typeface="Times New Roman"/>
              </a:rPr>
              <a:t> </a:t>
            </a:r>
            <a:r>
              <a:rPr sz="3600" spc="-5" dirty="0">
                <a:latin typeface="Arial"/>
                <a:cs typeface="Arial"/>
              </a:rPr>
              <a:t>o</a:t>
            </a:r>
            <a:r>
              <a:rPr sz="3600" dirty="0">
                <a:latin typeface="Arial"/>
                <a:cs typeface="Arial"/>
              </a:rPr>
              <a:t>r</a:t>
            </a:r>
            <a:r>
              <a:rPr sz="3600" spc="100" dirty="0">
                <a:latin typeface="Times New Roman"/>
                <a:cs typeface="Times New Roman"/>
              </a:rPr>
              <a:t> </a:t>
            </a:r>
            <a:r>
              <a:rPr sz="3600" spc="-5" dirty="0">
                <a:latin typeface="Arial"/>
                <a:cs typeface="Arial"/>
              </a:rPr>
              <a:t>i</a:t>
            </a:r>
            <a:r>
              <a:rPr sz="3600" spc="10" dirty="0">
                <a:latin typeface="Arial"/>
                <a:cs typeface="Arial"/>
              </a:rPr>
              <a:t>n</a:t>
            </a:r>
            <a:r>
              <a:rPr sz="3600" spc="-5" dirty="0">
                <a:latin typeface="Arial"/>
                <a:cs typeface="Arial"/>
              </a:rPr>
              <a:t>di</a:t>
            </a:r>
            <a:r>
              <a:rPr sz="3600" spc="5" dirty="0">
                <a:latin typeface="Arial"/>
                <a:cs typeface="Arial"/>
              </a:rPr>
              <a:t>v</a:t>
            </a:r>
            <a:r>
              <a:rPr sz="3600" spc="-5" dirty="0">
                <a:latin typeface="Arial"/>
                <a:cs typeface="Arial"/>
              </a:rPr>
              <a:t>id</a:t>
            </a:r>
            <a:r>
              <a:rPr sz="3600" spc="10" dirty="0">
                <a:latin typeface="Arial"/>
                <a:cs typeface="Arial"/>
              </a:rPr>
              <a:t>u</a:t>
            </a:r>
            <a:r>
              <a:rPr sz="3600" spc="-5" dirty="0">
                <a:latin typeface="Arial"/>
                <a:cs typeface="Arial"/>
              </a:rPr>
              <a:t>al?</a:t>
            </a:r>
            <a:r>
              <a:rPr sz="3600" spc="-5" dirty="0">
                <a:latin typeface="Times New Roman"/>
                <a:cs typeface="Times New Roman"/>
              </a:rPr>
              <a:t> </a:t>
            </a:r>
            <a:r>
              <a:rPr sz="3600" spc="-5" dirty="0">
                <a:latin typeface="Arial"/>
                <a:cs typeface="Arial"/>
              </a:rPr>
              <a:t>H</a:t>
            </a:r>
            <a:r>
              <a:rPr sz="3600" spc="5" dirty="0">
                <a:latin typeface="Arial"/>
                <a:cs typeface="Arial"/>
              </a:rPr>
              <a:t>a</a:t>
            </a:r>
            <a:r>
              <a:rPr sz="3600" dirty="0">
                <a:latin typeface="Arial"/>
                <a:cs typeface="Arial"/>
              </a:rPr>
              <a:t>ving</a:t>
            </a:r>
            <a:r>
              <a:rPr sz="3600" spc="90" dirty="0">
                <a:latin typeface="Times New Roman"/>
                <a:cs typeface="Times New Roman"/>
              </a:rPr>
              <a:t> </a:t>
            </a:r>
            <a:r>
              <a:rPr sz="3600" dirty="0">
                <a:latin typeface="Arial"/>
                <a:cs typeface="Arial"/>
              </a:rPr>
              <a:t>a</a:t>
            </a:r>
            <a:r>
              <a:rPr sz="3600" spc="100" dirty="0">
                <a:latin typeface="Times New Roman"/>
                <a:cs typeface="Times New Roman"/>
              </a:rPr>
              <a:t> </a:t>
            </a:r>
            <a:r>
              <a:rPr sz="3600" dirty="0">
                <a:latin typeface="Arial"/>
                <a:cs typeface="Arial"/>
              </a:rPr>
              <a:t>cap</a:t>
            </a:r>
            <a:r>
              <a:rPr sz="3600" spc="95" dirty="0">
                <a:latin typeface="Times New Roman"/>
                <a:cs typeface="Times New Roman"/>
              </a:rPr>
              <a:t> </a:t>
            </a:r>
            <a:r>
              <a:rPr sz="3600" spc="-5" dirty="0">
                <a:latin typeface="Arial"/>
                <a:cs typeface="Arial"/>
              </a:rPr>
              <a:t>o</a:t>
            </a:r>
            <a:r>
              <a:rPr sz="3600" dirty="0">
                <a:latin typeface="Arial"/>
                <a:cs typeface="Arial"/>
              </a:rPr>
              <a:t>r</a:t>
            </a:r>
            <a:r>
              <a:rPr sz="3600" spc="100" dirty="0">
                <a:latin typeface="Times New Roman"/>
                <a:cs typeface="Times New Roman"/>
              </a:rPr>
              <a:t> </a:t>
            </a:r>
            <a:r>
              <a:rPr sz="3600" spc="-5" dirty="0">
                <a:latin typeface="Arial"/>
                <a:cs typeface="Arial"/>
              </a:rPr>
              <a:t>not?</a:t>
            </a:r>
            <a:endParaRPr sz="3600">
              <a:latin typeface="Arial"/>
              <a:cs typeface="Aria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34426" y="1608273"/>
            <a:ext cx="7437120" cy="4001095"/>
          </a:xfrm>
          <a:prstGeom prst="rect">
            <a:avLst/>
          </a:prstGeom>
        </p:spPr>
        <p:txBody>
          <a:bodyPr vert="horz" wrap="square" lIns="0" tIns="0" rIns="0" bIns="0" rtlCol="0">
            <a:spAutoFit/>
          </a:bodyPr>
          <a:lstStyle/>
          <a:p>
            <a:pPr marL="355600" indent="-342900">
              <a:buFont typeface="Tahoma"/>
              <a:buChar char="•"/>
              <a:tabLst>
                <a:tab pos="356235" algn="l"/>
              </a:tabLst>
            </a:pPr>
            <a:r>
              <a:rPr sz="2400" spc="-15" dirty="0">
                <a:latin typeface="Tahoma"/>
                <a:cs typeface="Tahoma"/>
              </a:rPr>
              <a:t>T</a:t>
            </a:r>
            <a:r>
              <a:rPr sz="2400" spc="-10" dirty="0">
                <a:latin typeface="Tahoma"/>
                <a:cs typeface="Tahoma"/>
              </a:rPr>
              <a:t>h</a:t>
            </a:r>
            <a:r>
              <a:rPr sz="2400" spc="-5" dirty="0">
                <a:latin typeface="Tahoma"/>
                <a:cs typeface="Tahoma"/>
              </a:rPr>
              <a:t>er</a:t>
            </a:r>
            <a:r>
              <a:rPr sz="2400" dirty="0">
                <a:latin typeface="Tahoma"/>
                <a:cs typeface="Tahoma"/>
              </a:rPr>
              <a:t>e</a:t>
            </a:r>
            <a:r>
              <a:rPr sz="2400" spc="140" dirty="0">
                <a:latin typeface="Times New Roman"/>
                <a:cs typeface="Times New Roman"/>
              </a:rPr>
              <a:t> </a:t>
            </a:r>
            <a:r>
              <a:rPr sz="2400" spc="-10" dirty="0">
                <a:latin typeface="Tahoma"/>
                <a:cs typeface="Tahoma"/>
              </a:rPr>
              <a:t>is</a:t>
            </a:r>
            <a:r>
              <a:rPr sz="2400" spc="145" dirty="0">
                <a:latin typeface="Times New Roman"/>
                <a:cs typeface="Times New Roman"/>
              </a:rPr>
              <a:t> </a:t>
            </a:r>
            <a:r>
              <a:rPr sz="2400" spc="-10" dirty="0">
                <a:latin typeface="Tahoma"/>
                <a:cs typeface="Tahoma"/>
              </a:rPr>
              <a:t>n</a:t>
            </a:r>
            <a:r>
              <a:rPr sz="2400" spc="-15" dirty="0">
                <a:latin typeface="Tahoma"/>
                <a:cs typeface="Tahoma"/>
              </a:rPr>
              <a:t>o</a:t>
            </a:r>
            <a:r>
              <a:rPr sz="2400" spc="135" dirty="0">
                <a:latin typeface="Times New Roman"/>
                <a:cs typeface="Times New Roman"/>
              </a:rPr>
              <a:t> </a:t>
            </a:r>
            <a:r>
              <a:rPr sz="2400" dirty="0">
                <a:latin typeface="Tahoma"/>
                <a:cs typeface="Tahoma"/>
              </a:rPr>
              <a:t>perf</a:t>
            </a:r>
            <a:r>
              <a:rPr sz="2400" spc="-5" dirty="0">
                <a:latin typeface="Tahoma"/>
                <a:cs typeface="Tahoma"/>
              </a:rPr>
              <a:t>ec</a:t>
            </a:r>
            <a:r>
              <a:rPr sz="2400" dirty="0">
                <a:latin typeface="Tahoma"/>
                <a:cs typeface="Tahoma"/>
              </a:rPr>
              <a:t>t</a:t>
            </a:r>
            <a:r>
              <a:rPr sz="2400" spc="140" dirty="0">
                <a:latin typeface="Times New Roman"/>
                <a:cs typeface="Times New Roman"/>
              </a:rPr>
              <a:t> </a:t>
            </a:r>
            <a:r>
              <a:rPr sz="2400" spc="-5" dirty="0">
                <a:latin typeface="Tahoma"/>
                <a:cs typeface="Tahoma"/>
              </a:rPr>
              <a:t>re</a:t>
            </a:r>
            <a:r>
              <a:rPr sz="2400" spc="-10" dirty="0">
                <a:latin typeface="Tahoma"/>
                <a:cs typeface="Tahoma"/>
              </a:rPr>
              <a:t>w</a:t>
            </a:r>
            <a:r>
              <a:rPr sz="2400" dirty="0">
                <a:latin typeface="Tahoma"/>
                <a:cs typeface="Tahoma"/>
              </a:rPr>
              <a:t>ards</a:t>
            </a:r>
            <a:r>
              <a:rPr sz="2400" spc="165" dirty="0">
                <a:latin typeface="Times New Roman"/>
                <a:cs typeface="Times New Roman"/>
              </a:rPr>
              <a:t> </a:t>
            </a:r>
            <a:r>
              <a:rPr sz="2400" spc="-5" dirty="0">
                <a:latin typeface="Tahoma"/>
                <a:cs typeface="Tahoma"/>
              </a:rPr>
              <a:t>system</a:t>
            </a:r>
            <a:endParaRPr sz="2400">
              <a:latin typeface="Tahoma"/>
              <a:cs typeface="Tahoma"/>
            </a:endParaRPr>
          </a:p>
          <a:p>
            <a:pPr>
              <a:spcBef>
                <a:spcPts val="7"/>
              </a:spcBef>
              <a:buFont typeface="Tahoma"/>
              <a:buChar char="•"/>
            </a:pPr>
            <a:endParaRPr sz="3500">
              <a:latin typeface="Times New Roman"/>
              <a:cs typeface="Times New Roman"/>
            </a:endParaRPr>
          </a:p>
          <a:p>
            <a:pPr marL="355600" indent="-342900">
              <a:buFont typeface="Tahoma"/>
              <a:buChar char="•"/>
              <a:tabLst>
                <a:tab pos="356235" algn="l"/>
              </a:tabLst>
            </a:pPr>
            <a:r>
              <a:rPr sz="2400" spc="-5" dirty="0">
                <a:latin typeface="Tahoma"/>
                <a:cs typeface="Tahoma"/>
              </a:rPr>
              <a:t>I</a:t>
            </a:r>
            <a:r>
              <a:rPr sz="2400" dirty="0">
                <a:latin typeface="Tahoma"/>
                <a:cs typeface="Tahoma"/>
              </a:rPr>
              <a:t>t</a:t>
            </a:r>
            <a:r>
              <a:rPr sz="2400" spc="150" dirty="0">
                <a:latin typeface="Times New Roman"/>
                <a:cs typeface="Times New Roman"/>
              </a:rPr>
              <a:t> </a:t>
            </a:r>
            <a:r>
              <a:rPr sz="2400" spc="-10" dirty="0">
                <a:latin typeface="Tahoma"/>
                <a:cs typeface="Tahoma"/>
              </a:rPr>
              <a:t>is</a:t>
            </a:r>
            <a:r>
              <a:rPr sz="2400" spc="140" dirty="0">
                <a:latin typeface="Times New Roman"/>
                <a:cs typeface="Times New Roman"/>
              </a:rPr>
              <a:t> </a:t>
            </a:r>
            <a:r>
              <a:rPr sz="2400" spc="-15" dirty="0">
                <a:latin typeface="Tahoma"/>
                <a:cs typeface="Tahoma"/>
              </a:rPr>
              <a:t>a</a:t>
            </a:r>
            <a:r>
              <a:rPr sz="2400" spc="155" dirty="0">
                <a:latin typeface="Times New Roman"/>
                <a:cs typeface="Times New Roman"/>
              </a:rPr>
              <a:t> </a:t>
            </a:r>
            <a:r>
              <a:rPr sz="2400" spc="-5" dirty="0">
                <a:latin typeface="Tahoma"/>
                <a:cs typeface="Tahoma"/>
              </a:rPr>
              <a:t>co</a:t>
            </a:r>
            <a:r>
              <a:rPr sz="2400" spc="5" dirty="0">
                <a:latin typeface="Tahoma"/>
                <a:cs typeface="Tahoma"/>
              </a:rPr>
              <a:t>n</a:t>
            </a:r>
            <a:r>
              <a:rPr sz="2400" spc="-15" dirty="0">
                <a:latin typeface="Tahoma"/>
                <a:cs typeface="Tahoma"/>
              </a:rPr>
              <a:t>ti</a:t>
            </a:r>
            <a:r>
              <a:rPr sz="2400" spc="-5" dirty="0">
                <a:latin typeface="Tahoma"/>
                <a:cs typeface="Tahoma"/>
              </a:rPr>
              <a:t>n</a:t>
            </a:r>
            <a:r>
              <a:rPr sz="2400" spc="-15" dirty="0">
                <a:latin typeface="Tahoma"/>
                <a:cs typeface="Tahoma"/>
              </a:rPr>
              <a:t>u</a:t>
            </a:r>
            <a:r>
              <a:rPr sz="2400" spc="-10" dirty="0">
                <a:latin typeface="Tahoma"/>
                <a:cs typeface="Tahoma"/>
              </a:rPr>
              <a:t>o</a:t>
            </a:r>
            <a:r>
              <a:rPr sz="2400" spc="-15" dirty="0">
                <a:latin typeface="Tahoma"/>
                <a:cs typeface="Tahoma"/>
              </a:rPr>
              <a:t>us</a:t>
            </a:r>
            <a:r>
              <a:rPr sz="2400" spc="120" dirty="0">
                <a:latin typeface="Times New Roman"/>
                <a:cs typeface="Times New Roman"/>
              </a:rPr>
              <a:t> </a:t>
            </a:r>
            <a:r>
              <a:rPr sz="2400" dirty="0">
                <a:latin typeface="Tahoma"/>
                <a:cs typeface="Tahoma"/>
              </a:rPr>
              <a:t>pr</a:t>
            </a:r>
            <a:r>
              <a:rPr sz="2400" spc="5" dirty="0">
                <a:latin typeface="Tahoma"/>
                <a:cs typeface="Tahoma"/>
              </a:rPr>
              <a:t>o</a:t>
            </a:r>
            <a:r>
              <a:rPr sz="2400" spc="-5" dirty="0">
                <a:latin typeface="Tahoma"/>
                <a:cs typeface="Tahoma"/>
              </a:rPr>
              <a:t>ce</a:t>
            </a:r>
            <a:r>
              <a:rPr sz="2400" spc="-10" dirty="0">
                <a:latin typeface="Tahoma"/>
                <a:cs typeface="Tahoma"/>
              </a:rPr>
              <a:t>s</a:t>
            </a:r>
            <a:r>
              <a:rPr sz="2400" dirty="0">
                <a:latin typeface="Tahoma"/>
                <a:cs typeface="Tahoma"/>
              </a:rPr>
              <a:t>s</a:t>
            </a:r>
            <a:r>
              <a:rPr sz="2400" spc="150" dirty="0">
                <a:latin typeface="Times New Roman"/>
                <a:cs typeface="Times New Roman"/>
              </a:rPr>
              <a:t> </a:t>
            </a:r>
            <a:r>
              <a:rPr sz="2400" spc="-15" dirty="0">
                <a:latin typeface="Tahoma"/>
                <a:cs typeface="Tahoma"/>
              </a:rPr>
              <a:t>o</a:t>
            </a:r>
            <a:r>
              <a:rPr sz="2400" dirty="0">
                <a:latin typeface="Tahoma"/>
                <a:cs typeface="Tahoma"/>
              </a:rPr>
              <a:t>f</a:t>
            </a:r>
            <a:r>
              <a:rPr sz="2400" spc="135" dirty="0">
                <a:latin typeface="Times New Roman"/>
                <a:cs typeface="Times New Roman"/>
              </a:rPr>
              <a:t> </a:t>
            </a:r>
            <a:r>
              <a:rPr sz="2400" spc="-15" dirty="0">
                <a:latin typeface="Tahoma"/>
                <a:cs typeface="Tahoma"/>
              </a:rPr>
              <a:t>imp</a:t>
            </a:r>
            <a:r>
              <a:rPr sz="2400" spc="-5" dirty="0">
                <a:latin typeface="Tahoma"/>
                <a:cs typeface="Tahoma"/>
              </a:rPr>
              <a:t>ro</a:t>
            </a:r>
            <a:r>
              <a:rPr sz="2400" spc="5" dirty="0">
                <a:latin typeface="Tahoma"/>
                <a:cs typeface="Tahoma"/>
              </a:rPr>
              <a:t>v</a:t>
            </a:r>
            <a:r>
              <a:rPr sz="2400" spc="-5" dirty="0">
                <a:latin typeface="Tahoma"/>
                <a:cs typeface="Tahoma"/>
              </a:rPr>
              <a:t>ement</a:t>
            </a:r>
            <a:endParaRPr sz="2400">
              <a:latin typeface="Tahoma"/>
              <a:cs typeface="Tahoma"/>
            </a:endParaRPr>
          </a:p>
          <a:p>
            <a:pPr>
              <a:spcBef>
                <a:spcPts val="9"/>
              </a:spcBef>
              <a:buFont typeface="Tahoma"/>
              <a:buChar char="•"/>
            </a:pPr>
            <a:endParaRPr sz="3500">
              <a:latin typeface="Times New Roman"/>
              <a:cs typeface="Times New Roman"/>
            </a:endParaRPr>
          </a:p>
          <a:p>
            <a:pPr marL="355600" indent="-342900">
              <a:buFont typeface="Tahoma"/>
              <a:buChar char="•"/>
              <a:tabLst>
                <a:tab pos="356235" algn="l"/>
              </a:tabLst>
            </a:pPr>
            <a:r>
              <a:rPr sz="2400" spc="-5" dirty="0">
                <a:latin typeface="Tahoma"/>
                <a:cs typeface="Tahoma"/>
              </a:rPr>
              <a:t>I</a:t>
            </a:r>
            <a:r>
              <a:rPr sz="2400" dirty="0">
                <a:latin typeface="Tahoma"/>
                <a:cs typeface="Tahoma"/>
              </a:rPr>
              <a:t>t</a:t>
            </a:r>
            <a:r>
              <a:rPr sz="2400" spc="150" dirty="0">
                <a:latin typeface="Times New Roman"/>
                <a:cs typeface="Times New Roman"/>
              </a:rPr>
              <a:t> </a:t>
            </a:r>
            <a:r>
              <a:rPr sz="2400" spc="-15" dirty="0">
                <a:latin typeface="Tahoma"/>
                <a:cs typeface="Tahoma"/>
              </a:rPr>
              <a:t>sh</a:t>
            </a:r>
            <a:r>
              <a:rPr sz="2400" spc="-10" dirty="0">
                <a:latin typeface="Tahoma"/>
                <a:cs typeface="Tahoma"/>
              </a:rPr>
              <a:t>o</a:t>
            </a:r>
            <a:r>
              <a:rPr sz="2400" spc="-15" dirty="0">
                <a:latin typeface="Tahoma"/>
                <a:cs typeface="Tahoma"/>
              </a:rPr>
              <a:t>uld</a:t>
            </a:r>
            <a:r>
              <a:rPr sz="2400" spc="140" dirty="0">
                <a:latin typeface="Times New Roman"/>
                <a:cs typeface="Times New Roman"/>
              </a:rPr>
              <a:t> </a:t>
            </a:r>
            <a:r>
              <a:rPr sz="2400" spc="-15" dirty="0">
                <a:latin typeface="Tahoma"/>
                <a:cs typeface="Tahoma"/>
              </a:rPr>
              <a:t>go</a:t>
            </a:r>
            <a:r>
              <a:rPr sz="2400" spc="135" dirty="0">
                <a:latin typeface="Times New Roman"/>
                <a:cs typeface="Times New Roman"/>
              </a:rPr>
              <a:t> </a:t>
            </a:r>
            <a:r>
              <a:rPr sz="2400" dirty="0">
                <a:latin typeface="Tahoma"/>
                <a:cs typeface="Tahoma"/>
              </a:rPr>
              <a:t>as</a:t>
            </a:r>
            <a:r>
              <a:rPr sz="2400" spc="150" dirty="0">
                <a:latin typeface="Times New Roman"/>
                <a:cs typeface="Times New Roman"/>
              </a:rPr>
              <a:t> </a:t>
            </a:r>
            <a:r>
              <a:rPr sz="2400" dirty="0">
                <a:latin typeface="Tahoma"/>
                <a:cs typeface="Tahoma"/>
              </a:rPr>
              <a:t>far</a:t>
            </a:r>
            <a:r>
              <a:rPr sz="2400" spc="140" dirty="0">
                <a:latin typeface="Times New Roman"/>
                <a:cs typeface="Times New Roman"/>
              </a:rPr>
              <a:t> </a:t>
            </a:r>
            <a:r>
              <a:rPr sz="2400" spc="-15" dirty="0">
                <a:latin typeface="Tahoma"/>
                <a:cs typeface="Tahoma"/>
              </a:rPr>
              <a:t>d</a:t>
            </a:r>
            <a:r>
              <a:rPr sz="2400" spc="-10" dirty="0">
                <a:latin typeface="Tahoma"/>
                <a:cs typeface="Tahoma"/>
              </a:rPr>
              <a:t>o</a:t>
            </a:r>
            <a:r>
              <a:rPr sz="2400" spc="-25" dirty="0">
                <a:latin typeface="Tahoma"/>
                <a:cs typeface="Tahoma"/>
              </a:rPr>
              <a:t>w</a:t>
            </a:r>
            <a:r>
              <a:rPr sz="2400" spc="-15" dirty="0">
                <a:latin typeface="Tahoma"/>
                <a:cs typeface="Tahoma"/>
              </a:rPr>
              <a:t>n</a:t>
            </a:r>
            <a:r>
              <a:rPr sz="2400" spc="145" dirty="0">
                <a:latin typeface="Times New Roman"/>
                <a:cs typeface="Times New Roman"/>
              </a:rPr>
              <a:t> </a:t>
            </a:r>
            <a:r>
              <a:rPr sz="2400" spc="-5" dirty="0">
                <a:latin typeface="Tahoma"/>
                <a:cs typeface="Tahoma"/>
              </a:rPr>
              <a:t>th</a:t>
            </a:r>
            <a:r>
              <a:rPr sz="2400" dirty="0">
                <a:latin typeface="Tahoma"/>
                <a:cs typeface="Tahoma"/>
              </a:rPr>
              <a:t>e</a:t>
            </a:r>
            <a:r>
              <a:rPr sz="2400" spc="150" dirty="0">
                <a:latin typeface="Times New Roman"/>
                <a:cs typeface="Times New Roman"/>
              </a:rPr>
              <a:t> </a:t>
            </a:r>
            <a:r>
              <a:rPr sz="2400" spc="-5" dirty="0">
                <a:latin typeface="Tahoma"/>
                <a:cs typeface="Tahoma"/>
              </a:rPr>
              <a:t>structur</a:t>
            </a:r>
            <a:r>
              <a:rPr sz="2400" dirty="0">
                <a:latin typeface="Tahoma"/>
                <a:cs typeface="Tahoma"/>
              </a:rPr>
              <a:t>e</a:t>
            </a:r>
            <a:r>
              <a:rPr sz="2400" spc="155" dirty="0">
                <a:latin typeface="Times New Roman"/>
                <a:cs typeface="Times New Roman"/>
              </a:rPr>
              <a:t> </a:t>
            </a:r>
            <a:r>
              <a:rPr sz="2400" dirty="0">
                <a:latin typeface="Tahoma"/>
                <a:cs typeface="Tahoma"/>
              </a:rPr>
              <a:t>as</a:t>
            </a:r>
            <a:r>
              <a:rPr sz="2400" spc="150" dirty="0">
                <a:latin typeface="Times New Roman"/>
                <a:cs typeface="Times New Roman"/>
              </a:rPr>
              <a:t> </a:t>
            </a:r>
            <a:r>
              <a:rPr sz="2400" spc="-5" dirty="0">
                <a:latin typeface="Tahoma"/>
                <a:cs typeface="Tahoma"/>
              </a:rPr>
              <a:t>reasona</a:t>
            </a:r>
            <a:r>
              <a:rPr sz="2400" spc="10" dirty="0">
                <a:latin typeface="Tahoma"/>
                <a:cs typeface="Tahoma"/>
              </a:rPr>
              <a:t>b</a:t>
            </a:r>
            <a:r>
              <a:rPr sz="2400" spc="-10" dirty="0">
                <a:latin typeface="Tahoma"/>
                <a:cs typeface="Tahoma"/>
              </a:rPr>
              <a:t>le</a:t>
            </a:r>
            <a:endParaRPr sz="2400">
              <a:latin typeface="Tahoma"/>
              <a:cs typeface="Tahoma"/>
            </a:endParaRPr>
          </a:p>
          <a:p>
            <a:pPr>
              <a:spcBef>
                <a:spcPts val="10"/>
              </a:spcBef>
              <a:buFont typeface="Tahoma"/>
              <a:buChar char="•"/>
            </a:pPr>
            <a:endParaRPr sz="3500">
              <a:latin typeface="Times New Roman"/>
              <a:cs typeface="Times New Roman"/>
            </a:endParaRPr>
          </a:p>
          <a:p>
            <a:pPr marL="355600" indent="-342900">
              <a:buFont typeface="Tahoma"/>
              <a:buChar char="•"/>
              <a:tabLst>
                <a:tab pos="356235" algn="l"/>
              </a:tabLst>
            </a:pPr>
            <a:r>
              <a:rPr sz="2400" spc="-20" dirty="0">
                <a:latin typeface="Tahoma"/>
                <a:cs typeface="Tahoma"/>
              </a:rPr>
              <a:t>O</a:t>
            </a:r>
            <a:r>
              <a:rPr sz="2400" spc="-10" dirty="0">
                <a:latin typeface="Tahoma"/>
                <a:cs typeface="Tahoma"/>
              </a:rPr>
              <a:t>n</a:t>
            </a:r>
            <a:r>
              <a:rPr sz="2400" dirty="0">
                <a:latin typeface="Tahoma"/>
                <a:cs typeface="Tahoma"/>
              </a:rPr>
              <a:t>e</a:t>
            </a:r>
            <a:r>
              <a:rPr sz="2400" spc="140" dirty="0">
                <a:latin typeface="Times New Roman"/>
                <a:cs typeface="Times New Roman"/>
              </a:rPr>
              <a:t> </a:t>
            </a:r>
            <a:r>
              <a:rPr sz="2400" spc="-15" dirty="0">
                <a:latin typeface="Tahoma"/>
                <a:cs typeface="Tahoma"/>
              </a:rPr>
              <a:t>d</a:t>
            </a:r>
            <a:r>
              <a:rPr sz="2400" spc="-10" dirty="0">
                <a:latin typeface="Tahoma"/>
                <a:cs typeface="Tahoma"/>
              </a:rPr>
              <a:t>o</a:t>
            </a:r>
            <a:r>
              <a:rPr sz="2400" spc="-5" dirty="0">
                <a:latin typeface="Tahoma"/>
                <a:cs typeface="Tahoma"/>
              </a:rPr>
              <a:t>e</a:t>
            </a:r>
            <a:r>
              <a:rPr sz="2400" dirty="0">
                <a:latin typeface="Tahoma"/>
                <a:cs typeface="Tahoma"/>
              </a:rPr>
              <a:t>s</a:t>
            </a:r>
            <a:r>
              <a:rPr sz="2400" spc="135" dirty="0">
                <a:latin typeface="Times New Roman"/>
                <a:cs typeface="Times New Roman"/>
              </a:rPr>
              <a:t> </a:t>
            </a:r>
            <a:r>
              <a:rPr sz="2400" spc="-15" dirty="0">
                <a:latin typeface="Tahoma"/>
                <a:cs typeface="Tahoma"/>
              </a:rPr>
              <a:t>n</a:t>
            </a:r>
            <a:r>
              <a:rPr sz="2400" spc="-10" dirty="0">
                <a:latin typeface="Tahoma"/>
                <a:cs typeface="Tahoma"/>
              </a:rPr>
              <a:t>o</a:t>
            </a:r>
            <a:r>
              <a:rPr sz="2400" dirty="0">
                <a:latin typeface="Tahoma"/>
                <a:cs typeface="Tahoma"/>
              </a:rPr>
              <a:t>t</a:t>
            </a:r>
            <a:r>
              <a:rPr sz="2400" spc="130" dirty="0">
                <a:latin typeface="Times New Roman"/>
                <a:cs typeface="Times New Roman"/>
              </a:rPr>
              <a:t> </a:t>
            </a:r>
            <a:r>
              <a:rPr sz="2400" spc="-5" dirty="0">
                <a:latin typeface="Tahoma"/>
                <a:cs typeface="Tahoma"/>
              </a:rPr>
              <a:t>ta</a:t>
            </a:r>
            <a:r>
              <a:rPr sz="2400" spc="5" dirty="0">
                <a:latin typeface="Tahoma"/>
                <a:cs typeface="Tahoma"/>
              </a:rPr>
              <a:t>k</a:t>
            </a:r>
            <a:r>
              <a:rPr sz="2400" dirty="0">
                <a:latin typeface="Tahoma"/>
                <a:cs typeface="Tahoma"/>
              </a:rPr>
              <a:t>e</a:t>
            </a:r>
            <a:r>
              <a:rPr sz="2400" spc="140" dirty="0">
                <a:latin typeface="Times New Roman"/>
                <a:cs typeface="Times New Roman"/>
              </a:rPr>
              <a:t> </a:t>
            </a:r>
            <a:r>
              <a:rPr sz="2400" spc="-5" dirty="0">
                <a:latin typeface="Tahoma"/>
                <a:cs typeface="Tahoma"/>
              </a:rPr>
              <a:t>re</a:t>
            </a:r>
            <a:r>
              <a:rPr sz="2400" spc="-10" dirty="0">
                <a:latin typeface="Tahoma"/>
                <a:cs typeface="Tahoma"/>
              </a:rPr>
              <a:t>w</a:t>
            </a:r>
            <a:r>
              <a:rPr sz="2400" dirty="0">
                <a:latin typeface="Tahoma"/>
                <a:cs typeface="Tahoma"/>
              </a:rPr>
              <a:t>ards</a:t>
            </a:r>
            <a:r>
              <a:rPr sz="2400" spc="165" dirty="0">
                <a:latin typeface="Times New Roman"/>
                <a:cs typeface="Times New Roman"/>
              </a:rPr>
              <a:t> </a:t>
            </a:r>
            <a:r>
              <a:rPr sz="2400" spc="-15" dirty="0">
                <a:latin typeface="Tahoma"/>
                <a:cs typeface="Tahoma"/>
              </a:rPr>
              <a:t>o</a:t>
            </a:r>
            <a:r>
              <a:rPr sz="2400" spc="-10" dirty="0">
                <a:latin typeface="Tahoma"/>
                <a:cs typeface="Tahoma"/>
              </a:rPr>
              <a:t>nly</a:t>
            </a:r>
            <a:r>
              <a:rPr sz="2400" spc="135" dirty="0">
                <a:latin typeface="Times New Roman"/>
                <a:cs typeface="Times New Roman"/>
              </a:rPr>
              <a:t> </a:t>
            </a:r>
            <a:r>
              <a:rPr sz="2400" dirty="0">
                <a:latin typeface="Tahoma"/>
                <a:cs typeface="Tahoma"/>
              </a:rPr>
              <a:t>gets</a:t>
            </a:r>
            <a:r>
              <a:rPr sz="2400" spc="150" dirty="0">
                <a:latin typeface="Times New Roman"/>
                <a:cs typeface="Times New Roman"/>
              </a:rPr>
              <a:t> </a:t>
            </a:r>
            <a:r>
              <a:rPr sz="2400" spc="-5" dirty="0">
                <a:latin typeface="Tahoma"/>
                <a:cs typeface="Tahoma"/>
              </a:rPr>
              <a:t>them</a:t>
            </a:r>
            <a:endParaRPr sz="2400">
              <a:latin typeface="Tahoma"/>
              <a:cs typeface="Tahoma"/>
            </a:endParaRPr>
          </a:p>
          <a:p>
            <a:pPr>
              <a:spcBef>
                <a:spcPts val="7"/>
              </a:spcBef>
              <a:buFont typeface="Tahoma"/>
              <a:buChar char="•"/>
            </a:pPr>
            <a:endParaRPr sz="3500">
              <a:latin typeface="Times New Roman"/>
              <a:cs typeface="Times New Roman"/>
            </a:endParaRPr>
          </a:p>
          <a:p>
            <a:pPr marL="355600" indent="-342900">
              <a:buFont typeface="Tahoma"/>
              <a:buChar char="•"/>
              <a:tabLst>
                <a:tab pos="356235" algn="l"/>
              </a:tabLst>
            </a:pPr>
            <a:r>
              <a:rPr sz="2400" dirty="0">
                <a:latin typeface="Tahoma"/>
                <a:cs typeface="Tahoma"/>
              </a:rPr>
              <a:t>Th</a:t>
            </a:r>
            <a:r>
              <a:rPr sz="2400" spc="5" dirty="0">
                <a:latin typeface="Tahoma"/>
                <a:cs typeface="Tahoma"/>
              </a:rPr>
              <a:t>u</a:t>
            </a:r>
            <a:r>
              <a:rPr sz="2400" dirty="0">
                <a:latin typeface="Tahoma"/>
                <a:cs typeface="Tahoma"/>
              </a:rPr>
              <a:t>s</a:t>
            </a:r>
            <a:r>
              <a:rPr sz="2400" spc="135" dirty="0">
                <a:latin typeface="Times New Roman"/>
                <a:cs typeface="Times New Roman"/>
              </a:rPr>
              <a:t> </a:t>
            </a:r>
            <a:r>
              <a:rPr sz="2400" spc="-5" dirty="0">
                <a:latin typeface="Tahoma"/>
                <a:cs typeface="Tahoma"/>
              </a:rPr>
              <a:t>th</a:t>
            </a:r>
            <a:r>
              <a:rPr sz="2400" dirty="0">
                <a:latin typeface="Tahoma"/>
                <a:cs typeface="Tahoma"/>
              </a:rPr>
              <a:t>e</a:t>
            </a:r>
            <a:r>
              <a:rPr sz="2400" spc="135" dirty="0">
                <a:latin typeface="Times New Roman"/>
                <a:cs typeface="Times New Roman"/>
              </a:rPr>
              <a:t> </a:t>
            </a:r>
            <a:r>
              <a:rPr sz="2400" dirty="0">
                <a:latin typeface="Tahoma"/>
                <a:cs typeface="Tahoma"/>
              </a:rPr>
              <a:t>orga</a:t>
            </a:r>
            <a:r>
              <a:rPr sz="2400" spc="5" dirty="0">
                <a:latin typeface="Tahoma"/>
                <a:cs typeface="Tahoma"/>
              </a:rPr>
              <a:t>n</a:t>
            </a:r>
            <a:r>
              <a:rPr sz="2400" dirty="0">
                <a:latin typeface="Tahoma"/>
                <a:cs typeface="Tahoma"/>
              </a:rPr>
              <a:t>ization</a:t>
            </a:r>
            <a:r>
              <a:rPr sz="2400" spc="110" dirty="0">
                <a:latin typeface="Times New Roman"/>
                <a:cs typeface="Times New Roman"/>
              </a:rPr>
              <a:t> </a:t>
            </a:r>
            <a:r>
              <a:rPr sz="2400" dirty="0">
                <a:latin typeface="Tahoma"/>
                <a:cs typeface="Tahoma"/>
              </a:rPr>
              <a:t>must</a:t>
            </a:r>
            <a:r>
              <a:rPr sz="2400" spc="140" dirty="0">
                <a:latin typeface="Times New Roman"/>
                <a:cs typeface="Times New Roman"/>
              </a:rPr>
              <a:t> </a:t>
            </a:r>
            <a:r>
              <a:rPr sz="2400" spc="-5" dirty="0">
                <a:latin typeface="Tahoma"/>
                <a:cs typeface="Tahoma"/>
              </a:rPr>
              <a:t>tak</a:t>
            </a:r>
            <a:r>
              <a:rPr sz="2400" dirty="0">
                <a:latin typeface="Tahoma"/>
                <a:cs typeface="Tahoma"/>
              </a:rPr>
              <a:t>e</a:t>
            </a:r>
            <a:r>
              <a:rPr sz="2400" spc="155" dirty="0">
                <a:latin typeface="Times New Roman"/>
                <a:cs typeface="Times New Roman"/>
              </a:rPr>
              <a:t> </a:t>
            </a:r>
            <a:r>
              <a:rPr sz="2400" dirty="0">
                <a:latin typeface="Tahoma"/>
                <a:cs typeface="Tahoma"/>
              </a:rPr>
              <a:t>a</a:t>
            </a:r>
            <a:r>
              <a:rPr sz="2400" spc="150" dirty="0">
                <a:latin typeface="Times New Roman"/>
                <a:cs typeface="Times New Roman"/>
              </a:rPr>
              <a:t> </a:t>
            </a:r>
            <a:r>
              <a:rPr sz="2400" dirty="0">
                <a:latin typeface="Tahoma"/>
                <a:cs typeface="Tahoma"/>
              </a:rPr>
              <a:t>proactive</a:t>
            </a:r>
            <a:r>
              <a:rPr sz="2400" spc="130" dirty="0">
                <a:latin typeface="Times New Roman"/>
                <a:cs typeface="Times New Roman"/>
              </a:rPr>
              <a:t> </a:t>
            </a:r>
            <a:r>
              <a:rPr sz="2400" spc="-5" dirty="0">
                <a:latin typeface="Tahoma"/>
                <a:cs typeface="Tahoma"/>
              </a:rPr>
              <a:t>role!</a:t>
            </a:r>
            <a:endParaRPr sz="2400">
              <a:latin typeface="Tahoma"/>
              <a:cs typeface="Tahoma"/>
            </a:endParaRPr>
          </a:p>
        </p:txBody>
      </p:sp>
      <p:sp>
        <p:nvSpPr>
          <p:cNvPr id="4" name="object 4"/>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
        <p:nvSpPr>
          <p:cNvPr id="3" name="object 3"/>
          <p:cNvSpPr txBox="1">
            <a:spLocks noGrp="1"/>
          </p:cNvSpPr>
          <p:nvPr>
            <p:ph type="title"/>
          </p:nvPr>
        </p:nvSpPr>
        <p:spPr>
          <a:xfrm>
            <a:off x="1634426" y="338291"/>
            <a:ext cx="10515600" cy="695511"/>
          </a:xfrm>
          <a:prstGeom prst="rect">
            <a:avLst/>
          </a:prstGeom>
        </p:spPr>
        <p:txBody>
          <a:bodyPr vert="horz" wrap="square" lIns="0" tIns="201105" rIns="0" bIns="0" rtlCol="0" anchor="ctr">
            <a:spAutoFit/>
          </a:bodyPr>
          <a:lstStyle/>
          <a:p>
            <a:pPr marL="2023110">
              <a:lnSpc>
                <a:spcPct val="100000"/>
              </a:lnSpc>
            </a:pPr>
            <a:r>
              <a:rPr sz="3200" spc="-25" dirty="0">
                <a:latin typeface="Arial"/>
                <a:cs typeface="Arial"/>
              </a:rPr>
              <a:t>Rew</a:t>
            </a:r>
            <a:r>
              <a:rPr sz="3200" spc="-10" dirty="0">
                <a:latin typeface="Arial"/>
                <a:cs typeface="Arial"/>
              </a:rPr>
              <a:t>ard</a:t>
            </a:r>
            <a:r>
              <a:rPr sz="3200" spc="-15" dirty="0">
                <a:latin typeface="Arial"/>
                <a:cs typeface="Arial"/>
              </a:rPr>
              <a:t>s</a:t>
            </a:r>
            <a:r>
              <a:rPr sz="3200" spc="90" dirty="0">
                <a:latin typeface="Times New Roman"/>
                <a:cs typeface="Times New Roman"/>
              </a:rPr>
              <a:t> </a:t>
            </a:r>
            <a:r>
              <a:rPr sz="3200" spc="-20" dirty="0">
                <a:latin typeface="Arial"/>
                <a:cs typeface="Arial"/>
              </a:rPr>
              <a:t>Ge</a:t>
            </a:r>
            <a:r>
              <a:rPr sz="3200" spc="-15" dirty="0">
                <a:latin typeface="Arial"/>
                <a:cs typeface="Arial"/>
              </a:rPr>
              <a:t>n</a:t>
            </a:r>
            <a:r>
              <a:rPr sz="3200" spc="-25" dirty="0">
                <a:latin typeface="Arial"/>
                <a:cs typeface="Arial"/>
              </a:rPr>
              <a:t>e</a:t>
            </a:r>
            <a:r>
              <a:rPr sz="3200" b="0" dirty="0">
                <a:latin typeface="Arial"/>
                <a:cs typeface="Arial"/>
              </a:rPr>
              <a:t>r</a:t>
            </a:r>
            <a:r>
              <a:rPr sz="3200" spc="-25" dirty="0">
                <a:latin typeface="Arial"/>
                <a:cs typeface="Arial"/>
              </a:rPr>
              <a:t>a</a:t>
            </a:r>
            <a:r>
              <a:rPr sz="3200" spc="-10" dirty="0">
                <a:latin typeface="Arial"/>
                <a:cs typeface="Arial"/>
              </a:rPr>
              <a:t>l</a:t>
            </a:r>
            <a:r>
              <a:rPr sz="3200" spc="95" dirty="0">
                <a:latin typeface="Times New Roman"/>
                <a:cs typeface="Times New Roman"/>
              </a:rPr>
              <a:t> </a:t>
            </a:r>
            <a:r>
              <a:rPr sz="3200" spc="-15" dirty="0">
                <a:latin typeface="Arial"/>
                <a:cs typeface="Arial"/>
              </a:rPr>
              <a:t>Pri</a:t>
            </a:r>
            <a:r>
              <a:rPr sz="3200" spc="-10" dirty="0">
                <a:latin typeface="Arial"/>
                <a:cs typeface="Arial"/>
              </a:rPr>
              <a:t>nc</a:t>
            </a:r>
            <a:r>
              <a:rPr sz="3200" spc="-15" dirty="0">
                <a:latin typeface="Arial"/>
                <a:cs typeface="Arial"/>
              </a:rPr>
              <a:t>iples</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40622" y="1076513"/>
            <a:ext cx="7310755" cy="4985980"/>
          </a:xfrm>
          <a:prstGeom prst="rect">
            <a:avLst/>
          </a:prstGeom>
        </p:spPr>
        <p:txBody>
          <a:bodyPr vert="horz" wrap="square" lIns="0" tIns="0" rIns="0" bIns="0" rtlCol="0">
            <a:spAutoFit/>
          </a:bodyPr>
          <a:lstStyle/>
          <a:p>
            <a:pPr marL="355600" marR="213995" indent="-342900">
              <a:spcAft>
                <a:spcPts val="1200"/>
              </a:spcAft>
              <a:buSzPct val="110000"/>
              <a:buFont typeface="Arial" panose="020B0604020202020204" pitchFamily="34" charset="0"/>
              <a:buChar char="•"/>
              <a:tabLst>
                <a:tab pos="356235" algn="l"/>
              </a:tabLst>
            </a:pPr>
            <a:r>
              <a:rPr sz="2400" dirty="0">
                <a:latin typeface="Times New Roman" panose="02020603050405020304" pitchFamily="18" charset="0"/>
                <a:cs typeface="Times New Roman" panose="02020603050405020304" pitchFamily="18" charset="0"/>
              </a:rPr>
              <a:t>E</a:t>
            </a:r>
            <a:r>
              <a:rPr sz="2400" spc="-10" dirty="0">
                <a:latin typeface="Times New Roman" panose="02020603050405020304" pitchFamily="18" charset="0"/>
                <a:cs typeface="Times New Roman" panose="02020603050405020304" pitchFamily="18" charset="0"/>
              </a:rPr>
              <a:t>v</a:t>
            </a:r>
            <a:r>
              <a:rPr sz="2400" spc="-5" dirty="0">
                <a:latin typeface="Times New Roman" panose="02020603050405020304" pitchFamily="18" charset="0"/>
                <a:cs typeface="Times New Roman" panose="02020603050405020304" pitchFamily="18" charset="0"/>
              </a:rPr>
              <a:t>er</a:t>
            </a:r>
            <a:r>
              <a:rPr sz="2400" dirty="0">
                <a:latin typeface="Times New Roman" panose="02020603050405020304" pitchFamily="18" charset="0"/>
                <a:cs typeface="Times New Roman" panose="02020603050405020304" pitchFamily="18" charset="0"/>
              </a:rPr>
              <a:t>y</a:t>
            </a:r>
            <a:r>
              <a:rPr sz="2400" spc="7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unit</a:t>
            </a:r>
            <a:r>
              <a:rPr sz="2400" spc="5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(green,</a:t>
            </a:r>
            <a:r>
              <a:rPr sz="2400" spc="6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re</a:t>
            </a:r>
            <a:r>
              <a:rPr sz="2400" dirty="0">
                <a:latin typeface="Times New Roman" panose="02020603050405020304" pitchFamily="18" charset="0"/>
                <a:cs typeface="Times New Roman" panose="02020603050405020304" pitchFamily="18" charset="0"/>
              </a:rPr>
              <a:t>d</a:t>
            </a:r>
            <a:r>
              <a:rPr sz="2400" spc="5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an</a:t>
            </a:r>
            <a:r>
              <a:rPr sz="2400" spc="-15" dirty="0">
                <a:latin typeface="Times New Roman" panose="02020603050405020304" pitchFamily="18" charset="0"/>
                <a:cs typeface="Times New Roman" panose="02020603050405020304" pitchFamily="18" charset="0"/>
              </a:rPr>
              <a:t>d</a:t>
            </a:r>
            <a:r>
              <a:rPr sz="2400" spc="6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y</a:t>
            </a:r>
            <a:r>
              <a:rPr sz="2400" spc="-15" dirty="0">
                <a:latin typeface="Times New Roman" panose="02020603050405020304" pitchFamily="18" charset="0"/>
                <a:cs typeface="Times New Roman" panose="02020603050405020304" pitchFamily="18" charset="0"/>
              </a:rPr>
              <a:t>el</a:t>
            </a:r>
            <a:r>
              <a:rPr sz="2400" spc="-5" dirty="0">
                <a:latin typeface="Times New Roman" panose="02020603050405020304" pitchFamily="18" charset="0"/>
                <a:cs typeface="Times New Roman" panose="02020603050405020304" pitchFamily="18" charset="0"/>
              </a:rPr>
              <a:t>l</a:t>
            </a:r>
            <a:r>
              <a:rPr sz="2400" spc="-15" dirty="0">
                <a:latin typeface="Times New Roman" panose="02020603050405020304" pitchFamily="18" charset="0"/>
                <a:cs typeface="Times New Roman" panose="02020603050405020304" pitchFamily="18" charset="0"/>
              </a:rPr>
              <a:t>o</a:t>
            </a:r>
            <a:r>
              <a:rPr sz="2400" dirty="0">
                <a:latin typeface="Times New Roman" panose="02020603050405020304" pitchFamily="18" charset="0"/>
                <a:cs typeface="Times New Roman" panose="02020603050405020304" pitchFamily="18" charset="0"/>
              </a:rPr>
              <a:t>w)</a:t>
            </a:r>
            <a:r>
              <a:rPr sz="2400" spc="4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sh</a:t>
            </a:r>
            <a:r>
              <a:rPr sz="2400" spc="-25" dirty="0">
                <a:latin typeface="Times New Roman" panose="02020603050405020304" pitchFamily="18" charset="0"/>
                <a:cs typeface="Times New Roman" panose="02020603050405020304" pitchFamily="18" charset="0"/>
              </a:rPr>
              <a:t>o</a:t>
            </a:r>
            <a:r>
              <a:rPr sz="2400" spc="-15" dirty="0">
                <a:latin typeface="Times New Roman" panose="02020603050405020304" pitchFamily="18" charset="0"/>
                <a:cs typeface="Times New Roman" panose="02020603050405020304" pitchFamily="18" charset="0"/>
              </a:rPr>
              <a:t>uld</a:t>
            </a:r>
            <a:r>
              <a:rPr sz="2400" spc="55" dirty="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ha</a:t>
            </a:r>
            <a:r>
              <a:rPr sz="2400" spc="-10">
                <a:latin typeface="Times New Roman" panose="02020603050405020304" pitchFamily="18" charset="0"/>
                <a:cs typeface="Times New Roman" panose="02020603050405020304" pitchFamily="18" charset="0"/>
              </a:rPr>
              <a:t>v</a:t>
            </a:r>
            <a:r>
              <a:rPr sz="2400">
                <a:latin typeface="Times New Roman" panose="02020603050405020304" pitchFamily="18" charset="0"/>
                <a:cs typeface="Times New Roman" panose="02020603050405020304" pitchFamily="18" charset="0"/>
              </a:rPr>
              <a:t>e </a:t>
            </a:r>
            <a:r>
              <a:rPr lang="en-US" sz="2400" spc="-10">
                <a:latin typeface="Times New Roman" panose="02020603050405020304" pitchFamily="18" charset="0"/>
                <a:cs typeface="Times New Roman" panose="02020603050405020304" pitchFamily="18" charset="0"/>
              </a:rPr>
              <a:t>relevant</a:t>
            </a:r>
            <a:r>
              <a:rPr sz="2400" spc="5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re</a:t>
            </a:r>
            <a:r>
              <a:rPr sz="2400" spc="25" dirty="0">
                <a:latin typeface="Times New Roman" panose="02020603050405020304" pitchFamily="18" charset="0"/>
                <a:cs typeface="Times New Roman" panose="02020603050405020304" pitchFamily="18" charset="0"/>
              </a:rPr>
              <a:t>w</a:t>
            </a:r>
            <a:r>
              <a:rPr sz="2400" spc="-5" dirty="0">
                <a:latin typeface="Times New Roman" panose="02020603050405020304" pitchFamily="18" charset="0"/>
                <a:cs typeface="Times New Roman" panose="02020603050405020304" pitchFamily="18" charset="0"/>
              </a:rPr>
              <a:t>ards</a:t>
            </a:r>
            <a:endParaRPr sz="2400" dirty="0">
              <a:latin typeface="Times New Roman" panose="02020603050405020304" pitchFamily="18" charset="0"/>
              <a:cs typeface="Times New Roman" panose="02020603050405020304" pitchFamily="18" charset="0"/>
            </a:endParaRPr>
          </a:p>
          <a:p>
            <a:pPr marL="355600" marR="296545" indent="-342900">
              <a:spcAft>
                <a:spcPts val="1200"/>
              </a:spcAft>
              <a:buSzPct val="110000"/>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U</a:t>
            </a:r>
            <a:r>
              <a:rPr sz="2400" spc="-10" dirty="0">
                <a:latin typeface="Times New Roman" panose="02020603050405020304" pitchFamily="18" charset="0"/>
                <a:cs typeface="Times New Roman" panose="02020603050405020304" pitchFamily="18" charset="0"/>
              </a:rPr>
              <a:t>ni</a:t>
            </a:r>
            <a:r>
              <a:rPr sz="2400" spc="-5" dirty="0">
                <a:latin typeface="Times New Roman" panose="02020603050405020304" pitchFamily="18" charset="0"/>
                <a:cs typeface="Times New Roman" panose="02020603050405020304" pitchFamily="18" charset="0"/>
              </a:rPr>
              <a:t>t</a:t>
            </a:r>
            <a:r>
              <a:rPr sz="2400" dirty="0">
                <a:latin typeface="Times New Roman" panose="02020603050405020304" pitchFamily="18" charset="0"/>
                <a:cs typeface="Times New Roman" panose="02020603050405020304" pitchFamily="18" charset="0"/>
              </a:rPr>
              <a:t>s</a:t>
            </a:r>
            <a:r>
              <a:rPr sz="2400" spc="5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sh</a:t>
            </a:r>
            <a:r>
              <a:rPr sz="2400" spc="-25" dirty="0">
                <a:latin typeface="Times New Roman" panose="02020603050405020304" pitchFamily="18" charset="0"/>
                <a:cs typeface="Times New Roman" panose="02020603050405020304" pitchFamily="18" charset="0"/>
              </a:rPr>
              <a:t>o</a:t>
            </a:r>
            <a:r>
              <a:rPr sz="2400" spc="-15" dirty="0">
                <a:latin typeface="Times New Roman" panose="02020603050405020304" pitchFamily="18" charset="0"/>
                <a:cs typeface="Times New Roman" panose="02020603050405020304" pitchFamily="18" charset="0"/>
              </a:rPr>
              <a:t>uld</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a:t>
            </a:r>
            <a:r>
              <a:rPr sz="2400" spc="-10" dirty="0">
                <a:latin typeface="Times New Roman" panose="02020603050405020304" pitchFamily="18" charset="0"/>
                <a:cs typeface="Times New Roman" panose="02020603050405020304" pitchFamily="18" charset="0"/>
              </a:rPr>
              <a:t>v</a:t>
            </a:r>
            <a:r>
              <a:rPr sz="2400" dirty="0">
                <a:latin typeface="Times New Roman" panose="02020603050405020304" pitchFamily="18" charset="0"/>
                <a:cs typeface="Times New Roman" panose="02020603050405020304" pitchFamily="18" charset="0"/>
              </a:rPr>
              <a:t>e</a:t>
            </a:r>
            <a:r>
              <a:rPr sz="2400" spc="6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si</a:t>
            </a:r>
            <a:r>
              <a:rPr sz="2400" spc="5" dirty="0">
                <a:latin typeface="Times New Roman" panose="02020603050405020304" pitchFamily="18" charset="0"/>
                <a:cs typeface="Times New Roman" panose="02020603050405020304" pitchFamily="18" charset="0"/>
              </a:rPr>
              <a:t>m</a:t>
            </a:r>
            <a:r>
              <a:rPr sz="2400" spc="-10" dirty="0">
                <a:latin typeface="Times New Roman" panose="02020603050405020304" pitchFamily="18" charset="0"/>
                <a:cs typeface="Times New Roman" panose="02020603050405020304" pitchFamily="18" charset="0"/>
              </a:rPr>
              <a:t>i</a:t>
            </a:r>
            <a:r>
              <a:rPr sz="2400" spc="-5" dirty="0">
                <a:latin typeface="Times New Roman" panose="02020603050405020304" pitchFamily="18" charset="0"/>
                <a:cs typeface="Times New Roman" panose="02020603050405020304" pitchFamily="18" charset="0"/>
              </a:rPr>
              <a:t>la</a:t>
            </a:r>
            <a:r>
              <a:rPr sz="2400" dirty="0">
                <a:latin typeface="Times New Roman" panose="02020603050405020304" pitchFamily="18" charset="0"/>
                <a:cs typeface="Times New Roman" panose="02020603050405020304" pitchFamily="18" charset="0"/>
              </a:rPr>
              <a:t>r</a:t>
            </a:r>
            <a:r>
              <a:rPr sz="2400" spc="4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but</a:t>
            </a:r>
            <a:r>
              <a:rPr sz="2400" spc="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dif</a:t>
            </a:r>
            <a:r>
              <a:rPr sz="2400" dirty="0">
                <a:latin typeface="Times New Roman" panose="02020603050405020304" pitchFamily="18" charset="0"/>
                <a:cs typeface="Times New Roman" panose="02020603050405020304" pitchFamily="18" charset="0"/>
              </a:rPr>
              <a:t>ferent</a:t>
            </a:r>
            <a:r>
              <a:rPr sz="2400" spc="5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cri</a:t>
            </a:r>
            <a:r>
              <a:rPr sz="2400" spc="5" dirty="0">
                <a:latin typeface="Times New Roman" panose="02020603050405020304" pitchFamily="18" charset="0"/>
                <a:cs typeface="Times New Roman" panose="02020603050405020304" pitchFamily="18" charset="0"/>
              </a:rPr>
              <a:t>t</a:t>
            </a:r>
            <a:r>
              <a:rPr sz="2400" spc="-5" dirty="0">
                <a:latin typeface="Times New Roman" panose="02020603050405020304" pitchFamily="18" charset="0"/>
                <a:cs typeface="Times New Roman" panose="02020603050405020304" pitchFamily="18" charset="0"/>
              </a:rPr>
              <a:t>eria </a:t>
            </a:r>
            <a:r>
              <a:rPr sz="2400" spc="-20" dirty="0">
                <a:latin typeface="Times New Roman" panose="02020603050405020304" pitchFamily="18" charset="0"/>
                <a:cs typeface="Times New Roman" panose="02020603050405020304" pitchFamily="18" charset="0"/>
              </a:rPr>
              <a:t>an</a:t>
            </a:r>
            <a:r>
              <a:rPr sz="2400" spc="-15" dirty="0">
                <a:latin typeface="Times New Roman" panose="02020603050405020304" pitchFamily="18" charset="0"/>
                <a:cs typeface="Times New Roman" panose="02020603050405020304" pitchFamily="18" charset="0"/>
              </a:rPr>
              <a:t>d</a:t>
            </a:r>
            <a:r>
              <a:rPr sz="2400" spc="6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o</a:t>
            </a:r>
            <a:r>
              <a:rPr sz="2400" spc="-15" dirty="0">
                <a:latin typeface="Times New Roman" panose="02020603050405020304" pitchFamily="18" charset="0"/>
                <a:cs typeface="Times New Roman" panose="02020603050405020304" pitchFamily="18" charset="0"/>
              </a:rPr>
              <a:t>bjecti</a:t>
            </a:r>
            <a:r>
              <a:rPr sz="2400" spc="-5" dirty="0">
                <a:latin typeface="Times New Roman" panose="02020603050405020304" pitchFamily="18" charset="0"/>
                <a:cs typeface="Times New Roman" panose="02020603050405020304" pitchFamily="18" charset="0"/>
              </a:rPr>
              <a:t>ves</a:t>
            </a:r>
            <a:endParaRPr sz="2400" dirty="0">
              <a:latin typeface="Times New Roman" panose="02020603050405020304" pitchFamily="18" charset="0"/>
              <a:cs typeface="Times New Roman" panose="02020603050405020304" pitchFamily="18" charset="0"/>
            </a:endParaRPr>
          </a:p>
          <a:p>
            <a:pPr marL="355600" indent="-342900">
              <a:spcAft>
                <a:spcPts val="1200"/>
              </a:spcAft>
              <a:buSzPct val="110000"/>
              <a:buFont typeface="Arial" panose="020B0604020202020204" pitchFamily="34" charset="0"/>
              <a:buChar char="•"/>
              <a:tabLst>
                <a:tab pos="356235" algn="l"/>
              </a:tabLst>
            </a:pPr>
            <a:r>
              <a:rPr sz="2400" dirty="0">
                <a:latin typeface="Times New Roman" panose="02020603050405020304" pitchFamily="18" charset="0"/>
                <a:cs typeface="Times New Roman" panose="02020603050405020304" pitchFamily="18" charset="0"/>
              </a:rPr>
              <a:t>Man</a:t>
            </a:r>
            <a:r>
              <a:rPr sz="2400" spc="-10" dirty="0">
                <a:latin typeface="Times New Roman" panose="02020603050405020304" pitchFamily="18" charset="0"/>
                <a:cs typeface="Times New Roman" panose="02020603050405020304" pitchFamily="18" charset="0"/>
              </a:rPr>
              <a:t>a</a:t>
            </a:r>
            <a:r>
              <a:rPr sz="2400" dirty="0">
                <a:latin typeface="Times New Roman" panose="02020603050405020304" pitchFamily="18" charset="0"/>
                <a:cs typeface="Times New Roman" panose="02020603050405020304" pitchFamily="18" charset="0"/>
              </a:rPr>
              <a:t>g</a:t>
            </a:r>
            <a:r>
              <a:rPr sz="2400" spc="-10" dirty="0">
                <a:latin typeface="Times New Roman" panose="02020603050405020304" pitchFamily="18" charset="0"/>
                <a:cs typeface="Times New Roman" panose="02020603050405020304" pitchFamily="18" charset="0"/>
              </a:rPr>
              <a:t>e</a:t>
            </a:r>
            <a:r>
              <a:rPr sz="2400" spc="-5" dirty="0">
                <a:latin typeface="Times New Roman" panose="02020603050405020304" pitchFamily="18" charset="0"/>
                <a:cs typeface="Times New Roman" panose="02020603050405020304" pitchFamily="18" charset="0"/>
              </a:rPr>
              <a:t>r</a:t>
            </a:r>
            <a:r>
              <a:rPr sz="2400" dirty="0">
                <a:latin typeface="Times New Roman" panose="02020603050405020304" pitchFamily="18" charset="0"/>
                <a:cs typeface="Times New Roman" panose="02020603050405020304" pitchFamily="18" charset="0"/>
              </a:rPr>
              <a:t>s</a:t>
            </a:r>
            <a:r>
              <a:rPr sz="2400" spc="7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a:t>
            </a:r>
            <a:r>
              <a:rPr sz="2400" spc="-10" dirty="0">
                <a:latin typeface="Times New Roman" panose="02020603050405020304" pitchFamily="18" charset="0"/>
                <a:cs typeface="Times New Roman" panose="02020603050405020304" pitchFamily="18" charset="0"/>
              </a:rPr>
              <a:t>h</a:t>
            </a:r>
            <a:r>
              <a:rPr sz="2400" dirty="0">
                <a:latin typeface="Times New Roman" panose="02020603050405020304" pitchFamily="18" charset="0"/>
                <a:cs typeface="Times New Roman" panose="02020603050405020304" pitchFamily="18" charset="0"/>
              </a:rPr>
              <a:t>o</a:t>
            </a:r>
            <a:r>
              <a:rPr sz="2400" spc="-10" dirty="0">
                <a:latin typeface="Times New Roman" panose="02020603050405020304" pitchFamily="18" charset="0"/>
                <a:cs typeface="Times New Roman" panose="02020603050405020304" pitchFamily="18" charset="0"/>
              </a:rPr>
              <a:t>u</a:t>
            </a:r>
            <a:r>
              <a:rPr sz="2400" dirty="0">
                <a:latin typeface="Times New Roman" panose="02020603050405020304" pitchFamily="18" charset="0"/>
                <a:cs typeface="Times New Roman" panose="02020603050405020304" pitchFamily="18" charset="0"/>
              </a:rPr>
              <a:t>ld</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t>
            </a:r>
            <a:r>
              <a:rPr sz="2400" spc="-10" dirty="0">
                <a:latin typeface="Times New Roman" panose="02020603050405020304" pitchFamily="18" charset="0"/>
                <a:cs typeface="Times New Roman" panose="02020603050405020304" pitchFamily="18" charset="0"/>
              </a:rPr>
              <a:t>a</a:t>
            </a:r>
            <a:r>
              <a:rPr sz="2400" spc="-5" dirty="0">
                <a:latin typeface="Times New Roman" panose="02020603050405020304" pitchFamily="18" charset="0"/>
                <a:cs typeface="Times New Roman" panose="02020603050405020304" pitchFamily="18" charset="0"/>
              </a:rPr>
              <a:t>v</a:t>
            </a:r>
            <a:r>
              <a:rPr sz="2400" dirty="0">
                <a:latin typeface="Times New Roman" panose="02020603050405020304" pitchFamily="18" charset="0"/>
                <a:cs typeface="Times New Roman" panose="02020603050405020304" pitchFamily="18" charset="0"/>
              </a:rPr>
              <a:t>e</a:t>
            </a:r>
            <a:r>
              <a:rPr sz="2400" spc="6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som</a:t>
            </a:r>
            <a:r>
              <a:rPr sz="2400" dirty="0">
                <a:latin typeface="Times New Roman" panose="02020603050405020304" pitchFamily="18" charset="0"/>
                <a:cs typeface="Times New Roman" panose="02020603050405020304" pitchFamily="18" charset="0"/>
              </a:rPr>
              <a:t>e</a:t>
            </a:r>
            <a:r>
              <a:rPr sz="2400" spc="7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a:t>
            </a:r>
            <a:r>
              <a:rPr sz="2400" spc="-10" dirty="0">
                <a:latin typeface="Times New Roman" panose="02020603050405020304" pitchFamily="18" charset="0"/>
                <a:cs typeface="Times New Roman" panose="02020603050405020304" pitchFamily="18" charset="0"/>
              </a:rPr>
              <a:t>d</a:t>
            </a:r>
            <a:r>
              <a:rPr sz="2400" dirty="0">
                <a:latin typeface="Times New Roman" panose="02020603050405020304" pitchFamily="18" charset="0"/>
                <a:cs typeface="Times New Roman" panose="02020603050405020304" pitchFamily="18" charset="0"/>
              </a:rPr>
              <a:t>ditio</a:t>
            </a:r>
            <a:r>
              <a:rPr sz="2400" spc="-10" dirty="0">
                <a:latin typeface="Times New Roman" panose="02020603050405020304" pitchFamily="18" charset="0"/>
                <a:cs typeface="Times New Roman" panose="02020603050405020304" pitchFamily="18" charset="0"/>
              </a:rPr>
              <a:t>n</a:t>
            </a:r>
            <a:r>
              <a:rPr sz="2400" spc="-5" dirty="0">
                <a:latin typeface="Times New Roman" panose="02020603050405020304" pitchFamily="18" charset="0"/>
                <a:cs typeface="Times New Roman" panose="02020603050405020304" pitchFamily="18" charset="0"/>
              </a:rPr>
              <a:t>a</a:t>
            </a:r>
            <a:r>
              <a:rPr sz="2400" dirty="0">
                <a:latin typeface="Times New Roman" panose="02020603050405020304" pitchFamily="18" charset="0"/>
                <a:cs typeface="Times New Roman" panose="02020603050405020304" pitchFamily="18" charset="0"/>
              </a:rPr>
              <a:t>l</a:t>
            </a:r>
            <a:r>
              <a:rPr sz="2400" spc="2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re</a:t>
            </a:r>
            <a:r>
              <a:rPr sz="2400" spc="20" dirty="0">
                <a:latin typeface="Times New Roman" panose="02020603050405020304" pitchFamily="18" charset="0"/>
                <a:cs typeface="Times New Roman" panose="02020603050405020304" pitchFamily="18" charset="0"/>
              </a:rPr>
              <a:t>w</a:t>
            </a:r>
            <a:r>
              <a:rPr sz="2400" spc="-5" dirty="0">
                <a:latin typeface="Times New Roman" panose="02020603050405020304" pitchFamily="18" charset="0"/>
                <a:cs typeface="Times New Roman" panose="02020603050405020304" pitchFamily="18" charset="0"/>
              </a:rPr>
              <a:t>ards</a:t>
            </a:r>
            <a:endParaRPr sz="2400" dirty="0">
              <a:latin typeface="Times New Roman" panose="02020603050405020304" pitchFamily="18" charset="0"/>
              <a:cs typeface="Times New Roman" panose="02020603050405020304" pitchFamily="18" charset="0"/>
            </a:endParaRPr>
          </a:p>
          <a:p>
            <a:pPr marL="355600" marR="602615" indent="-342900">
              <a:spcAft>
                <a:spcPts val="1200"/>
              </a:spcAft>
              <a:buSzPct val="110000"/>
              <a:buFont typeface="Arial" panose="020B0604020202020204" pitchFamily="34" charset="0"/>
              <a:buChar char="•"/>
              <a:tabLst>
                <a:tab pos="356235" algn="l"/>
              </a:tabLst>
            </a:pPr>
            <a:r>
              <a:rPr sz="2400" spc="-5" dirty="0">
                <a:latin typeface="Times New Roman" panose="02020603050405020304" pitchFamily="18" charset="0"/>
                <a:cs typeface="Times New Roman" panose="02020603050405020304" pitchFamily="18" charset="0"/>
              </a:rPr>
              <a:t>R</a:t>
            </a:r>
            <a:r>
              <a:rPr sz="2400" spc="-10" dirty="0">
                <a:latin typeface="Times New Roman" panose="02020603050405020304" pitchFamily="18" charset="0"/>
                <a:cs typeface="Times New Roman" panose="02020603050405020304" pitchFamily="18" charset="0"/>
              </a:rPr>
              <a:t>e</a:t>
            </a:r>
            <a:r>
              <a:rPr sz="2400" spc="5" dirty="0">
                <a:latin typeface="Times New Roman" panose="02020603050405020304" pitchFamily="18" charset="0"/>
                <a:cs typeface="Times New Roman" panose="02020603050405020304" pitchFamily="18" charset="0"/>
              </a:rPr>
              <a:t>w</a:t>
            </a:r>
            <a:r>
              <a:rPr sz="2400" spc="-5" dirty="0">
                <a:latin typeface="Times New Roman" panose="02020603050405020304" pitchFamily="18" charset="0"/>
                <a:cs typeface="Times New Roman" panose="02020603050405020304" pitchFamily="18" charset="0"/>
              </a:rPr>
              <a:t>ar</a:t>
            </a:r>
            <a:r>
              <a:rPr sz="2400" dirty="0">
                <a:latin typeface="Times New Roman" panose="02020603050405020304" pitchFamily="18" charset="0"/>
                <a:cs typeface="Times New Roman" panose="02020603050405020304" pitchFamily="18" charset="0"/>
              </a:rPr>
              <a:t>d</a:t>
            </a:r>
            <a:r>
              <a:rPr sz="2400" spc="4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sh</a:t>
            </a:r>
            <a:r>
              <a:rPr sz="2400" spc="-25" dirty="0">
                <a:latin typeface="Times New Roman" panose="02020603050405020304" pitchFamily="18" charset="0"/>
                <a:cs typeface="Times New Roman" panose="02020603050405020304" pitchFamily="18" charset="0"/>
              </a:rPr>
              <a:t>o</a:t>
            </a:r>
            <a:r>
              <a:rPr sz="2400" spc="-15" dirty="0">
                <a:latin typeface="Times New Roman" panose="02020603050405020304" pitchFamily="18" charset="0"/>
                <a:cs typeface="Times New Roman" panose="02020603050405020304" pitchFamily="18" charset="0"/>
              </a:rPr>
              <a:t>uld</a:t>
            </a:r>
            <a:r>
              <a:rPr sz="2400" spc="5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be</a:t>
            </a:r>
            <a:r>
              <a:rPr sz="2400" spc="5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co</a:t>
            </a:r>
            <a:r>
              <a:rPr sz="2400" spc="-25" dirty="0">
                <a:latin typeface="Times New Roman" panose="02020603050405020304" pitchFamily="18" charset="0"/>
                <a:cs typeface="Times New Roman" panose="02020603050405020304" pitchFamily="18" charset="0"/>
              </a:rPr>
              <a:t>n</a:t>
            </a:r>
            <a:r>
              <a:rPr sz="2400" dirty="0">
                <a:latin typeface="Times New Roman" panose="02020603050405020304" pitchFamily="18" charset="0"/>
                <a:cs typeface="Times New Roman" panose="02020603050405020304" pitchFamily="18" charset="0"/>
              </a:rPr>
              <a:t>ne</a:t>
            </a:r>
            <a:r>
              <a:rPr sz="2400" spc="-10" dirty="0">
                <a:latin typeface="Times New Roman" panose="02020603050405020304" pitchFamily="18" charset="0"/>
                <a:cs typeface="Times New Roman" panose="02020603050405020304" pitchFamily="18" charset="0"/>
              </a:rPr>
              <a:t>c</a:t>
            </a:r>
            <a:r>
              <a:rPr sz="2400" dirty="0">
                <a:latin typeface="Times New Roman" panose="02020603050405020304" pitchFamily="18" charset="0"/>
                <a:cs typeface="Times New Roman" panose="02020603050405020304" pitchFamily="18" charset="0"/>
              </a:rPr>
              <a:t>ted</a:t>
            </a:r>
            <a:r>
              <a:rPr sz="2400" spc="6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a:t>
            </a:r>
            <a:r>
              <a:rPr sz="2400" spc="-15" dirty="0">
                <a:latin typeface="Times New Roman" panose="02020603050405020304" pitchFamily="18" charset="0"/>
                <a:cs typeface="Times New Roman" panose="02020603050405020304" pitchFamily="18" charset="0"/>
              </a:rPr>
              <a:t>o</a:t>
            </a:r>
            <a:r>
              <a:rPr sz="2400" spc="5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de</a:t>
            </a:r>
            <a:r>
              <a:rPr sz="2400" spc="-25" dirty="0">
                <a:latin typeface="Times New Roman" panose="02020603050405020304" pitchFamily="18" charset="0"/>
                <a:cs typeface="Times New Roman" panose="02020603050405020304" pitchFamily="18" charset="0"/>
              </a:rPr>
              <a:t>p</a:t>
            </a:r>
            <a:r>
              <a:rPr sz="2400" spc="-5" dirty="0">
                <a:latin typeface="Times New Roman" panose="02020603050405020304" pitchFamily="18" charset="0"/>
                <a:cs typeface="Times New Roman" panose="02020603050405020304" pitchFamily="18" charset="0"/>
              </a:rPr>
              <a:t>artment </a:t>
            </a:r>
            <a:r>
              <a:rPr sz="2400" dirty="0">
                <a:latin typeface="Times New Roman" panose="02020603050405020304" pitchFamily="18" charset="0"/>
                <a:cs typeface="Times New Roman" panose="02020603050405020304" pitchFamily="18" charset="0"/>
              </a:rPr>
              <a:t>performance</a:t>
            </a:r>
            <a:r>
              <a:rPr sz="2400" spc="6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but</a:t>
            </a:r>
            <a:r>
              <a:rPr sz="2400" spc="4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als</a:t>
            </a:r>
            <a:r>
              <a:rPr sz="2400" spc="-15" dirty="0">
                <a:latin typeface="Times New Roman" panose="02020603050405020304" pitchFamily="18" charset="0"/>
                <a:cs typeface="Times New Roman" panose="02020603050405020304" pitchFamily="18" charset="0"/>
              </a:rPr>
              <a:t>o</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a:t>
            </a:r>
            <a:r>
              <a:rPr sz="2400" spc="-15" dirty="0">
                <a:latin typeface="Times New Roman" panose="02020603050405020304" pitchFamily="18" charset="0"/>
                <a:cs typeface="Times New Roman" panose="02020603050405020304" pitchFamily="18" charset="0"/>
              </a:rPr>
              <a:t>o</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ov</a:t>
            </a:r>
            <a:r>
              <a:rPr sz="2400" spc="-10" dirty="0">
                <a:latin typeface="Times New Roman" panose="02020603050405020304" pitchFamily="18" charset="0"/>
                <a:cs typeface="Times New Roman" panose="02020603050405020304" pitchFamily="18" charset="0"/>
              </a:rPr>
              <a:t>e</a:t>
            </a:r>
            <a:r>
              <a:rPr sz="2400" spc="-15" dirty="0">
                <a:latin typeface="Times New Roman" panose="02020603050405020304" pitchFamily="18" charset="0"/>
                <a:cs typeface="Times New Roman" panose="02020603050405020304" pitchFamily="18" charset="0"/>
              </a:rPr>
              <a:t>ral</a:t>
            </a:r>
            <a:r>
              <a:rPr sz="2400" spc="-10" dirty="0">
                <a:latin typeface="Times New Roman" panose="02020603050405020304" pitchFamily="18" charset="0"/>
                <a:cs typeface="Times New Roman" panose="02020603050405020304" pitchFamily="18" charset="0"/>
              </a:rPr>
              <a:t>l</a:t>
            </a:r>
            <a:r>
              <a:rPr sz="2400" spc="7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r</a:t>
            </a:r>
            <a:r>
              <a:rPr sz="2400" spc="-10" dirty="0">
                <a:latin typeface="Times New Roman" panose="02020603050405020304" pitchFamily="18" charset="0"/>
                <a:cs typeface="Times New Roman" panose="02020603050405020304" pitchFamily="18" charset="0"/>
              </a:rPr>
              <a:t>e</a:t>
            </a:r>
            <a:r>
              <a:rPr sz="2400" spc="-20" dirty="0">
                <a:latin typeface="Times New Roman" panose="02020603050405020304" pitchFamily="18" charset="0"/>
                <a:cs typeface="Times New Roman" panose="02020603050405020304" pitchFamily="18" charset="0"/>
              </a:rPr>
              <a:t>sults</a:t>
            </a:r>
            <a:endParaRPr sz="2400" dirty="0">
              <a:latin typeface="Times New Roman" panose="02020603050405020304" pitchFamily="18" charset="0"/>
              <a:cs typeface="Times New Roman" panose="02020603050405020304" pitchFamily="18" charset="0"/>
            </a:endParaRPr>
          </a:p>
          <a:p>
            <a:pPr marL="355600" indent="-342900">
              <a:spcAft>
                <a:spcPts val="1200"/>
              </a:spcAft>
              <a:buSzPct val="110000"/>
              <a:buFont typeface="Arial" panose="020B0604020202020204" pitchFamily="34" charset="0"/>
              <a:buChar char="•"/>
              <a:tabLst>
                <a:tab pos="356235" algn="l"/>
              </a:tabLst>
            </a:pPr>
            <a:r>
              <a:rPr sz="2400" spc="-50" dirty="0">
                <a:latin typeface="Times New Roman" panose="02020603050405020304" pitchFamily="18" charset="0"/>
                <a:cs typeface="Times New Roman" panose="02020603050405020304" pitchFamily="18" charset="0"/>
              </a:rPr>
              <a:t>W</a:t>
            </a:r>
            <a:r>
              <a:rPr sz="2400" dirty="0">
                <a:latin typeface="Times New Roman" panose="02020603050405020304" pitchFamily="18" charset="0"/>
                <a:cs typeface="Times New Roman" panose="02020603050405020304" pitchFamily="18" charset="0"/>
              </a:rPr>
              <a:t>e</a:t>
            </a:r>
            <a:r>
              <a:rPr sz="2400" spc="6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sh</a:t>
            </a:r>
            <a:r>
              <a:rPr sz="2400" spc="-15" dirty="0">
                <a:latin typeface="Times New Roman" panose="02020603050405020304" pitchFamily="18" charset="0"/>
                <a:cs typeface="Times New Roman" panose="02020603050405020304" pitchFamily="18" charset="0"/>
              </a:rPr>
              <a:t>o</a:t>
            </a:r>
            <a:r>
              <a:rPr sz="2400" dirty="0">
                <a:latin typeface="Times New Roman" panose="02020603050405020304" pitchFamily="18" charset="0"/>
                <a:cs typeface="Times New Roman" panose="02020603050405020304" pitchFamily="18" charset="0"/>
              </a:rPr>
              <a:t>uld</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t>
            </a:r>
            <a:r>
              <a:rPr sz="2400" spc="-10" dirty="0">
                <a:latin typeface="Times New Roman" panose="02020603050405020304" pitchFamily="18" charset="0"/>
                <a:cs typeface="Times New Roman" panose="02020603050405020304" pitchFamily="18" charset="0"/>
              </a:rPr>
              <a:t>a</a:t>
            </a:r>
            <a:r>
              <a:rPr sz="2400" spc="-5" dirty="0">
                <a:latin typeface="Times New Roman" panose="02020603050405020304" pitchFamily="18" charset="0"/>
                <a:cs typeface="Times New Roman" panose="02020603050405020304" pitchFamily="18" charset="0"/>
              </a:rPr>
              <a:t>v</a:t>
            </a:r>
            <a:r>
              <a:rPr sz="2400" dirty="0">
                <a:latin typeface="Times New Roman" panose="02020603050405020304" pitchFamily="18" charset="0"/>
                <a:cs typeface="Times New Roman" panose="02020603050405020304" pitchFamily="18" charset="0"/>
              </a:rPr>
              <a:t>e</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a:t>
            </a:r>
            <a:r>
              <a:rPr sz="2400" spc="-5" dirty="0">
                <a:latin typeface="Times New Roman" panose="02020603050405020304" pitchFamily="18" charset="0"/>
                <a:cs typeface="Times New Roman" panose="02020603050405020304" pitchFamily="18" charset="0"/>
              </a:rPr>
              <a:t>e</a:t>
            </a:r>
            <a:r>
              <a:rPr sz="2400" spc="-10" dirty="0">
                <a:latin typeface="Times New Roman" panose="02020603050405020304" pitchFamily="18" charset="0"/>
                <a:cs typeface="Times New Roman" panose="02020603050405020304" pitchFamily="18" charset="0"/>
              </a:rPr>
              <a:t>a</a:t>
            </a:r>
            <a:r>
              <a:rPr sz="2400" dirty="0">
                <a:latin typeface="Times New Roman" panose="02020603050405020304" pitchFamily="18" charset="0"/>
                <a:cs typeface="Times New Roman" panose="02020603050405020304" pitchFamily="18" charset="0"/>
              </a:rPr>
              <a:t>m</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bon</a:t>
            </a:r>
            <a:r>
              <a:rPr sz="2400" spc="-15" dirty="0">
                <a:latin typeface="Times New Roman" panose="02020603050405020304" pitchFamily="18" charset="0"/>
                <a:cs typeface="Times New Roman" panose="02020603050405020304" pitchFamily="18" charset="0"/>
              </a:rPr>
              <a:t>u</a:t>
            </a:r>
            <a:r>
              <a:rPr sz="2400" spc="-5" dirty="0">
                <a:latin typeface="Times New Roman" panose="02020603050405020304" pitchFamily="18" charset="0"/>
                <a:cs typeface="Times New Roman" panose="02020603050405020304" pitchFamily="18" charset="0"/>
              </a:rPr>
              <a:t>s</a:t>
            </a:r>
            <a:r>
              <a:rPr sz="2400" spc="-10" dirty="0">
                <a:latin typeface="Times New Roman" panose="02020603050405020304" pitchFamily="18" charset="0"/>
                <a:cs typeface="Times New Roman" panose="02020603050405020304" pitchFamily="18" charset="0"/>
              </a:rPr>
              <a:t>e</a:t>
            </a:r>
            <a:r>
              <a:rPr sz="2400" dirty="0">
                <a:latin typeface="Times New Roman" panose="02020603050405020304" pitchFamily="18" charset="0"/>
                <a:cs typeface="Times New Roman" panose="02020603050405020304" pitchFamily="18" charset="0"/>
              </a:rPr>
              <a:t>s</a:t>
            </a:r>
          </a:p>
          <a:p>
            <a:pPr marL="355600" marR="158750" indent="-342900">
              <a:spcAft>
                <a:spcPts val="1200"/>
              </a:spcAft>
              <a:buSzPct val="110000"/>
              <a:buFont typeface="Arial" panose="020B0604020202020204" pitchFamily="34" charset="0"/>
              <a:buChar char="•"/>
              <a:tabLst>
                <a:tab pos="356235" algn="l"/>
              </a:tabLst>
            </a:pPr>
            <a:r>
              <a:rPr sz="2400" dirty="0">
                <a:latin typeface="Times New Roman" panose="02020603050405020304" pitchFamily="18" charset="0"/>
                <a:cs typeface="Times New Roman" panose="02020603050405020304" pitchFamily="18" charset="0"/>
              </a:rPr>
              <a:t>Manag</a:t>
            </a:r>
            <a:r>
              <a:rPr sz="2400" spc="-10" dirty="0">
                <a:latin typeface="Times New Roman" panose="02020603050405020304" pitchFamily="18" charset="0"/>
                <a:cs typeface="Times New Roman" panose="02020603050405020304" pitchFamily="18" charset="0"/>
              </a:rPr>
              <a:t>e</a:t>
            </a:r>
            <a:r>
              <a:rPr sz="2400" spc="-5" dirty="0">
                <a:latin typeface="Times New Roman" panose="02020603050405020304" pitchFamily="18" charset="0"/>
                <a:cs typeface="Times New Roman" panose="02020603050405020304" pitchFamily="18" charset="0"/>
              </a:rPr>
              <a:t>r</a:t>
            </a:r>
            <a:r>
              <a:rPr sz="2400" dirty="0">
                <a:latin typeface="Times New Roman" panose="02020603050405020304" pitchFamily="18" charset="0"/>
                <a:cs typeface="Times New Roman" panose="02020603050405020304" pitchFamily="18" charset="0"/>
              </a:rPr>
              <a:t>s</a:t>
            </a:r>
            <a:r>
              <a:rPr sz="2400" spc="8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sh</a:t>
            </a:r>
            <a:r>
              <a:rPr sz="2400" spc="-25" dirty="0">
                <a:latin typeface="Times New Roman" panose="02020603050405020304" pitchFamily="18" charset="0"/>
                <a:cs typeface="Times New Roman" panose="02020603050405020304" pitchFamily="18" charset="0"/>
              </a:rPr>
              <a:t>o</a:t>
            </a:r>
            <a:r>
              <a:rPr sz="2400" spc="-15" dirty="0">
                <a:latin typeface="Times New Roman" panose="02020603050405020304" pitchFamily="18" charset="0"/>
                <a:cs typeface="Times New Roman" panose="02020603050405020304" pitchFamily="18" charset="0"/>
              </a:rPr>
              <a:t>uld</a:t>
            </a:r>
            <a:r>
              <a:rPr sz="2400" spc="4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be</a:t>
            </a:r>
            <a:r>
              <a:rPr sz="2400" spc="6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re</a:t>
            </a:r>
            <a:r>
              <a:rPr sz="2400" spc="25" dirty="0">
                <a:latin typeface="Times New Roman" panose="02020603050405020304" pitchFamily="18" charset="0"/>
                <a:cs typeface="Times New Roman" panose="02020603050405020304" pitchFamily="18" charset="0"/>
              </a:rPr>
              <a:t>w</a:t>
            </a:r>
            <a:r>
              <a:rPr sz="2400" spc="-5" dirty="0">
                <a:latin typeface="Times New Roman" panose="02020603050405020304" pitchFamily="18" charset="0"/>
                <a:cs typeface="Times New Roman" panose="02020603050405020304" pitchFamily="18" charset="0"/>
              </a:rPr>
              <a:t>arde</a:t>
            </a:r>
            <a:r>
              <a:rPr sz="2400" dirty="0">
                <a:latin typeface="Times New Roman" panose="02020603050405020304" pitchFamily="18" charset="0"/>
                <a:cs typeface="Times New Roman" panose="02020603050405020304" pitchFamily="18" charset="0"/>
              </a:rPr>
              <a:t>d</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quarterly</a:t>
            </a:r>
            <a:r>
              <a:rPr sz="2400" spc="6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an</a:t>
            </a:r>
            <a:r>
              <a:rPr sz="2400" spc="-25" dirty="0">
                <a:latin typeface="Times New Roman" panose="02020603050405020304" pitchFamily="18" charset="0"/>
                <a:cs typeface="Times New Roman" panose="02020603050405020304" pitchFamily="18" charset="0"/>
              </a:rPr>
              <a:t>d</a:t>
            </a:r>
            <a:r>
              <a:rPr sz="2400" spc="-15" dirty="0">
                <a:latin typeface="Times New Roman" panose="02020603050405020304" pitchFamily="18" charset="0"/>
                <a:cs typeface="Times New Roman" panose="02020603050405020304" pitchFamily="18" charset="0"/>
              </a:rPr>
              <a:t>/or</a:t>
            </a:r>
            <a:r>
              <a:rPr sz="2400" spc="-1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an</a:t>
            </a:r>
            <a:r>
              <a:rPr sz="2400" spc="-25" dirty="0">
                <a:latin typeface="Times New Roman" panose="02020603050405020304" pitchFamily="18" charset="0"/>
                <a:cs typeface="Times New Roman" panose="02020603050405020304" pitchFamily="18" charset="0"/>
              </a:rPr>
              <a:t>n</a:t>
            </a:r>
            <a:r>
              <a:rPr sz="2400" spc="-15" dirty="0">
                <a:latin typeface="Times New Roman" panose="02020603050405020304" pitchFamily="18" charset="0"/>
                <a:cs typeface="Times New Roman" panose="02020603050405020304" pitchFamily="18" charset="0"/>
              </a:rPr>
              <a:t>ually</a:t>
            </a:r>
            <a:endParaRPr sz="2400" dirty="0">
              <a:latin typeface="Times New Roman" panose="02020603050405020304" pitchFamily="18" charset="0"/>
              <a:cs typeface="Times New Roman" panose="02020603050405020304" pitchFamily="18" charset="0"/>
            </a:endParaRPr>
          </a:p>
          <a:p>
            <a:pPr marL="355600" indent="-342900">
              <a:spcAft>
                <a:spcPts val="1200"/>
              </a:spcAft>
              <a:buSzPct val="110000"/>
              <a:buFont typeface="Arial" panose="020B0604020202020204" pitchFamily="34" charset="0"/>
              <a:buChar char="•"/>
              <a:tabLst>
                <a:tab pos="356235" algn="l"/>
              </a:tabLst>
            </a:pPr>
            <a:r>
              <a:rPr sz="2400" dirty="0">
                <a:latin typeface="Times New Roman" panose="02020603050405020304" pitchFamily="18" charset="0"/>
                <a:cs typeface="Times New Roman" panose="02020603050405020304" pitchFamily="18" charset="0"/>
              </a:rPr>
              <a:t>S</a:t>
            </a:r>
            <a:r>
              <a:rPr sz="2400" spc="-35" dirty="0">
                <a:latin typeface="Times New Roman" panose="02020603050405020304" pitchFamily="18" charset="0"/>
                <a:cs typeface="Times New Roman" panose="02020603050405020304" pitchFamily="18" charset="0"/>
              </a:rPr>
              <a:t>y</a:t>
            </a:r>
            <a:r>
              <a:rPr sz="2400" spc="-5" dirty="0">
                <a:latin typeface="Times New Roman" panose="02020603050405020304" pitchFamily="18" charset="0"/>
                <a:cs typeface="Times New Roman" panose="02020603050405020304" pitchFamily="18" charset="0"/>
              </a:rPr>
              <a:t>ste</a:t>
            </a:r>
            <a:r>
              <a:rPr sz="2400" dirty="0">
                <a:latin typeface="Times New Roman" panose="02020603050405020304" pitchFamily="18" charset="0"/>
                <a:cs typeface="Times New Roman" panose="02020603050405020304" pitchFamily="18" charset="0"/>
              </a:rPr>
              <a:t>m</a:t>
            </a:r>
            <a:r>
              <a:rPr sz="2400" spc="10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sh</a:t>
            </a:r>
            <a:r>
              <a:rPr sz="2400" spc="-25" dirty="0">
                <a:latin typeface="Times New Roman" panose="02020603050405020304" pitchFamily="18" charset="0"/>
                <a:cs typeface="Times New Roman" panose="02020603050405020304" pitchFamily="18" charset="0"/>
              </a:rPr>
              <a:t>o</a:t>
            </a:r>
            <a:r>
              <a:rPr sz="2400" spc="-15" dirty="0">
                <a:latin typeface="Times New Roman" panose="02020603050405020304" pitchFamily="18" charset="0"/>
                <a:cs typeface="Times New Roman" panose="02020603050405020304" pitchFamily="18" charset="0"/>
              </a:rPr>
              <a:t>uld</a:t>
            </a:r>
            <a:r>
              <a:rPr sz="2400" spc="4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be</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tr</a:t>
            </a:r>
            <a:r>
              <a:rPr sz="2400" spc="-5" dirty="0">
                <a:latin typeface="Times New Roman" panose="02020603050405020304" pitchFamily="18" charset="0"/>
                <a:cs typeface="Times New Roman" panose="02020603050405020304" pitchFamily="18" charset="0"/>
              </a:rPr>
              <a:t>an</a:t>
            </a:r>
            <a:r>
              <a:rPr sz="2400" spc="-10" dirty="0">
                <a:latin typeface="Times New Roman" panose="02020603050405020304" pitchFamily="18" charset="0"/>
                <a:cs typeface="Times New Roman" panose="02020603050405020304" pitchFamily="18" charset="0"/>
              </a:rPr>
              <a:t>s</a:t>
            </a:r>
            <a:r>
              <a:rPr sz="2400" dirty="0">
                <a:latin typeface="Times New Roman" panose="02020603050405020304" pitchFamily="18" charset="0"/>
                <a:cs typeface="Times New Roman" panose="02020603050405020304" pitchFamily="18" charset="0"/>
              </a:rPr>
              <a:t>pare</a:t>
            </a:r>
            <a:r>
              <a:rPr sz="2400" spc="-10" dirty="0">
                <a:latin typeface="Times New Roman" panose="02020603050405020304" pitchFamily="18" charset="0"/>
                <a:cs typeface="Times New Roman" panose="02020603050405020304" pitchFamily="18" charset="0"/>
              </a:rPr>
              <a:t>n</a:t>
            </a:r>
            <a:r>
              <a:rPr sz="2400" dirty="0">
                <a:latin typeface="Times New Roman" panose="02020603050405020304" pitchFamily="18" charset="0"/>
                <a:cs typeface="Times New Roman" panose="02020603050405020304" pitchFamily="18" charset="0"/>
              </a:rPr>
              <a:t>t</a:t>
            </a:r>
          </a:p>
        </p:txBody>
      </p:sp>
      <p:sp>
        <p:nvSpPr>
          <p:cNvPr id="3" name="object 3"/>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784092" y="914401"/>
            <a:ext cx="7042403" cy="3005327"/>
          </a:xfrm>
          <a:prstGeom prst="rect">
            <a:avLst/>
          </a:prstGeom>
          <a:blipFill>
            <a:blip r:embed="rId3" cstate="print"/>
            <a:stretch>
              <a:fillRect/>
            </a:stretch>
          </a:blipFill>
        </p:spPr>
        <p:txBody>
          <a:bodyPr wrap="square" lIns="0" tIns="0" rIns="0" bIns="0" rtlCol="0"/>
          <a:lstStyle/>
          <a:p>
            <a:endParaRPr/>
          </a:p>
        </p:txBody>
      </p:sp>
      <p:sp>
        <p:nvSpPr>
          <p:cNvPr id="3" name="object 3"/>
          <p:cNvSpPr/>
          <p:nvPr/>
        </p:nvSpPr>
        <p:spPr>
          <a:xfrm>
            <a:off x="3560876" y="1879919"/>
            <a:ext cx="1123950" cy="984250"/>
          </a:xfrm>
          <a:custGeom>
            <a:avLst/>
            <a:gdLst/>
            <a:ahLst/>
            <a:cxnLst/>
            <a:rect l="l" t="t" r="r" b="b"/>
            <a:pathLst>
              <a:path w="1123950" h="984250">
                <a:moveTo>
                  <a:pt x="0" y="900573"/>
                </a:moveTo>
                <a:lnTo>
                  <a:pt x="19244" y="936016"/>
                </a:lnTo>
                <a:lnTo>
                  <a:pt x="49631" y="963849"/>
                </a:lnTo>
                <a:lnTo>
                  <a:pt x="88087" y="980310"/>
                </a:lnTo>
                <a:lnTo>
                  <a:pt x="116916" y="983676"/>
                </a:lnTo>
                <a:lnTo>
                  <a:pt x="1011694" y="983141"/>
                </a:lnTo>
                <a:lnTo>
                  <a:pt x="1052661" y="972011"/>
                </a:lnTo>
                <a:lnTo>
                  <a:pt x="1086618" y="948452"/>
                </a:lnTo>
                <a:lnTo>
                  <a:pt x="1110951" y="915080"/>
                </a:lnTo>
                <a:lnTo>
                  <a:pt x="1114216" y="907476"/>
                </a:lnTo>
                <a:lnTo>
                  <a:pt x="923890" y="907476"/>
                </a:lnTo>
                <a:lnTo>
                  <a:pt x="29097" y="906940"/>
                </a:lnTo>
                <a:lnTo>
                  <a:pt x="14822" y="904771"/>
                </a:lnTo>
                <a:lnTo>
                  <a:pt x="1132" y="901028"/>
                </a:lnTo>
                <a:lnTo>
                  <a:pt x="0" y="900573"/>
                </a:lnTo>
                <a:close/>
              </a:path>
              <a:path w="1123950" h="984250">
                <a:moveTo>
                  <a:pt x="1040776" y="0"/>
                </a:moveTo>
                <a:lnTo>
                  <a:pt x="1044332" y="11859"/>
                </a:lnTo>
                <a:lnTo>
                  <a:pt x="1046841" y="26018"/>
                </a:lnTo>
                <a:lnTo>
                  <a:pt x="1047699" y="40686"/>
                </a:lnTo>
                <a:lnTo>
                  <a:pt x="1047164" y="795245"/>
                </a:lnTo>
                <a:lnTo>
                  <a:pt x="1036034" y="836226"/>
                </a:lnTo>
                <a:lnTo>
                  <a:pt x="1012479" y="870191"/>
                </a:lnTo>
                <a:lnTo>
                  <a:pt x="979114" y="894527"/>
                </a:lnTo>
                <a:lnTo>
                  <a:pt x="938555" y="906618"/>
                </a:lnTo>
                <a:lnTo>
                  <a:pt x="923890" y="907476"/>
                </a:lnTo>
                <a:lnTo>
                  <a:pt x="1114216" y="907476"/>
                </a:lnTo>
                <a:lnTo>
                  <a:pt x="1116470" y="902227"/>
                </a:lnTo>
                <a:lnTo>
                  <a:pt x="1120533" y="888671"/>
                </a:lnTo>
                <a:lnTo>
                  <a:pt x="1123041" y="874508"/>
                </a:lnTo>
                <a:lnTo>
                  <a:pt x="1123899" y="859836"/>
                </a:lnTo>
                <a:lnTo>
                  <a:pt x="1123366" y="105305"/>
                </a:lnTo>
                <a:lnTo>
                  <a:pt x="1112242" y="64330"/>
                </a:lnTo>
                <a:lnTo>
                  <a:pt x="1088687" y="30366"/>
                </a:lnTo>
                <a:lnTo>
                  <a:pt x="1055320" y="6028"/>
                </a:lnTo>
                <a:lnTo>
                  <a:pt x="1042469" y="507"/>
                </a:lnTo>
                <a:lnTo>
                  <a:pt x="1040776" y="0"/>
                </a:lnTo>
                <a:close/>
              </a:path>
            </a:pathLst>
          </a:custGeom>
          <a:solidFill>
            <a:srgbClr val="959595"/>
          </a:solidFill>
        </p:spPr>
        <p:txBody>
          <a:bodyPr wrap="square" lIns="0" tIns="0" rIns="0" bIns="0" rtlCol="0"/>
          <a:lstStyle/>
          <a:p>
            <a:endParaRPr/>
          </a:p>
        </p:txBody>
      </p:sp>
      <p:sp>
        <p:nvSpPr>
          <p:cNvPr id="4" name="object 4"/>
          <p:cNvSpPr/>
          <p:nvPr/>
        </p:nvSpPr>
        <p:spPr>
          <a:xfrm>
            <a:off x="3553391" y="1872434"/>
            <a:ext cx="1137920" cy="997585"/>
          </a:xfrm>
          <a:custGeom>
            <a:avLst/>
            <a:gdLst/>
            <a:ahLst/>
            <a:cxnLst/>
            <a:rect l="l" t="t" r="r" b="b"/>
            <a:pathLst>
              <a:path w="1137920" h="997585">
                <a:moveTo>
                  <a:pt x="0" y="905054"/>
                </a:moveTo>
                <a:lnTo>
                  <a:pt x="16828" y="940352"/>
                </a:lnTo>
                <a:lnTo>
                  <a:pt x="52011" y="975282"/>
                </a:lnTo>
                <a:lnTo>
                  <a:pt x="98624" y="994728"/>
                </a:lnTo>
                <a:lnTo>
                  <a:pt x="124401" y="997258"/>
                </a:lnTo>
                <a:lnTo>
                  <a:pt x="1007940" y="997258"/>
                </a:lnTo>
                <a:lnTo>
                  <a:pt x="1046558" y="991406"/>
                </a:lnTo>
                <a:lnTo>
                  <a:pt x="1062307" y="985066"/>
                </a:lnTo>
                <a:lnTo>
                  <a:pt x="124401" y="985066"/>
                </a:lnTo>
                <a:lnTo>
                  <a:pt x="112078" y="984426"/>
                </a:lnTo>
                <a:lnTo>
                  <a:pt x="68013" y="970710"/>
                </a:lnTo>
                <a:lnTo>
                  <a:pt x="33342" y="942150"/>
                </a:lnTo>
                <a:lnTo>
                  <a:pt x="14827" y="910211"/>
                </a:lnTo>
                <a:lnTo>
                  <a:pt x="8617" y="908513"/>
                </a:lnTo>
                <a:lnTo>
                  <a:pt x="0" y="905054"/>
                </a:lnTo>
                <a:close/>
              </a:path>
              <a:path w="1137920" h="997585">
                <a:moveTo>
                  <a:pt x="1045265" y="0"/>
                </a:moveTo>
                <a:lnTo>
                  <a:pt x="1047754" y="5792"/>
                </a:lnTo>
                <a:lnTo>
                  <a:pt x="1050458" y="14811"/>
                </a:lnTo>
                <a:lnTo>
                  <a:pt x="1053782" y="16046"/>
                </a:lnTo>
                <a:lnTo>
                  <a:pt x="1091120" y="41314"/>
                </a:lnTo>
                <a:lnTo>
                  <a:pt x="1116144" y="78804"/>
                </a:lnTo>
                <a:lnTo>
                  <a:pt x="1125288" y="124768"/>
                </a:lnTo>
                <a:lnTo>
                  <a:pt x="1125288" y="867474"/>
                </a:lnTo>
                <a:lnTo>
                  <a:pt x="1115900" y="913560"/>
                </a:lnTo>
                <a:lnTo>
                  <a:pt x="1090754" y="950898"/>
                </a:lnTo>
                <a:lnTo>
                  <a:pt x="1053142" y="975922"/>
                </a:lnTo>
                <a:lnTo>
                  <a:pt x="1007300" y="985066"/>
                </a:lnTo>
                <a:lnTo>
                  <a:pt x="1062307" y="985066"/>
                </a:lnTo>
                <a:lnTo>
                  <a:pt x="1099624" y="959036"/>
                </a:lnTo>
                <a:lnTo>
                  <a:pt x="1127452" y="917766"/>
                </a:lnTo>
                <a:lnTo>
                  <a:pt x="1136840" y="880428"/>
                </a:lnTo>
                <a:lnTo>
                  <a:pt x="1137480" y="867474"/>
                </a:lnTo>
                <a:lnTo>
                  <a:pt x="1137480" y="124006"/>
                </a:lnTo>
                <a:lnTo>
                  <a:pt x="1131628" y="85388"/>
                </a:lnTo>
                <a:lnTo>
                  <a:pt x="1107640" y="41466"/>
                </a:lnTo>
                <a:lnTo>
                  <a:pt x="1069297" y="10072"/>
                </a:lnTo>
                <a:lnTo>
                  <a:pt x="1045918" y="166"/>
                </a:lnTo>
                <a:lnTo>
                  <a:pt x="1045265" y="0"/>
                </a:lnTo>
                <a:close/>
              </a:path>
            </a:pathLst>
          </a:custGeom>
          <a:solidFill>
            <a:srgbClr val="959595"/>
          </a:solidFill>
        </p:spPr>
        <p:txBody>
          <a:bodyPr wrap="square" lIns="0" tIns="0" rIns="0" bIns="0" rtlCol="0"/>
          <a:lstStyle/>
          <a:p>
            <a:endParaRPr/>
          </a:p>
        </p:txBody>
      </p:sp>
      <p:sp>
        <p:nvSpPr>
          <p:cNvPr id="5" name="object 5"/>
          <p:cNvSpPr/>
          <p:nvPr/>
        </p:nvSpPr>
        <p:spPr>
          <a:xfrm>
            <a:off x="3477768" y="1796797"/>
            <a:ext cx="1130807" cy="990599"/>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3477768" y="1796796"/>
            <a:ext cx="1130935" cy="990600"/>
          </a:xfrm>
          <a:custGeom>
            <a:avLst/>
            <a:gdLst/>
            <a:ahLst/>
            <a:cxnLst/>
            <a:rect l="l" t="t" r="r" b="b"/>
            <a:pathLst>
              <a:path w="1130935" h="990600">
                <a:moveTo>
                  <a:pt x="0" y="123809"/>
                </a:moveTo>
                <a:lnTo>
                  <a:pt x="7429" y="81432"/>
                </a:lnTo>
                <a:lnTo>
                  <a:pt x="27973" y="45377"/>
                </a:lnTo>
                <a:lnTo>
                  <a:pt x="59019" y="18261"/>
                </a:lnTo>
                <a:lnTo>
                  <a:pt x="97951" y="2700"/>
                </a:lnTo>
                <a:lnTo>
                  <a:pt x="1006998" y="0"/>
                </a:lnTo>
                <a:lnTo>
                  <a:pt x="1021665" y="857"/>
                </a:lnTo>
                <a:lnTo>
                  <a:pt x="1062228" y="12951"/>
                </a:lnTo>
                <a:lnTo>
                  <a:pt x="1095596" y="37289"/>
                </a:lnTo>
                <a:lnTo>
                  <a:pt x="1119150" y="71254"/>
                </a:lnTo>
                <a:lnTo>
                  <a:pt x="1130274" y="112228"/>
                </a:lnTo>
                <a:lnTo>
                  <a:pt x="1130807" y="866759"/>
                </a:lnTo>
                <a:lnTo>
                  <a:pt x="1129950" y="881431"/>
                </a:lnTo>
                <a:lnTo>
                  <a:pt x="1117859" y="922003"/>
                </a:lnTo>
                <a:lnTo>
                  <a:pt x="1093527" y="955376"/>
                </a:lnTo>
                <a:lnTo>
                  <a:pt x="1059569" y="978934"/>
                </a:lnTo>
                <a:lnTo>
                  <a:pt x="1018602" y="990064"/>
                </a:lnTo>
                <a:lnTo>
                  <a:pt x="123824" y="990599"/>
                </a:lnTo>
                <a:lnTo>
                  <a:pt x="109155" y="989742"/>
                </a:lnTo>
                <a:lnTo>
                  <a:pt x="68591" y="977652"/>
                </a:lnTo>
                <a:lnTo>
                  <a:pt x="35223" y="953319"/>
                </a:lnTo>
                <a:lnTo>
                  <a:pt x="11667" y="919357"/>
                </a:lnTo>
                <a:lnTo>
                  <a:pt x="536" y="878380"/>
                </a:lnTo>
                <a:lnTo>
                  <a:pt x="0" y="123809"/>
                </a:lnTo>
                <a:close/>
              </a:path>
            </a:pathLst>
          </a:custGeom>
          <a:ln w="12191">
            <a:solidFill>
              <a:srgbClr val="28C8C0"/>
            </a:solidFill>
          </a:ln>
        </p:spPr>
        <p:txBody>
          <a:bodyPr wrap="square" lIns="0" tIns="0" rIns="0" bIns="0" rtlCol="0"/>
          <a:lstStyle/>
          <a:p>
            <a:endParaRPr/>
          </a:p>
        </p:txBody>
      </p:sp>
      <p:sp>
        <p:nvSpPr>
          <p:cNvPr id="7" name="object 7"/>
          <p:cNvSpPr/>
          <p:nvPr/>
        </p:nvSpPr>
        <p:spPr>
          <a:xfrm>
            <a:off x="3560872" y="2954339"/>
            <a:ext cx="1123950" cy="984250"/>
          </a:xfrm>
          <a:custGeom>
            <a:avLst/>
            <a:gdLst/>
            <a:ahLst/>
            <a:cxnLst/>
            <a:rect l="l" t="t" r="r" b="b"/>
            <a:pathLst>
              <a:path w="1123950" h="984250">
                <a:moveTo>
                  <a:pt x="0" y="900571"/>
                </a:moveTo>
                <a:lnTo>
                  <a:pt x="19244" y="936016"/>
                </a:lnTo>
                <a:lnTo>
                  <a:pt x="49632" y="963849"/>
                </a:lnTo>
                <a:lnTo>
                  <a:pt x="88089" y="980310"/>
                </a:lnTo>
                <a:lnTo>
                  <a:pt x="116920" y="983676"/>
                </a:lnTo>
                <a:lnTo>
                  <a:pt x="1011686" y="983142"/>
                </a:lnTo>
                <a:lnTo>
                  <a:pt x="1052657" y="972016"/>
                </a:lnTo>
                <a:lnTo>
                  <a:pt x="1086618" y="948461"/>
                </a:lnTo>
                <a:lnTo>
                  <a:pt x="1110953" y="915091"/>
                </a:lnTo>
                <a:lnTo>
                  <a:pt x="1114224" y="907476"/>
                </a:lnTo>
                <a:lnTo>
                  <a:pt x="923894" y="907476"/>
                </a:lnTo>
                <a:lnTo>
                  <a:pt x="29101" y="906940"/>
                </a:lnTo>
                <a:lnTo>
                  <a:pt x="14826" y="904771"/>
                </a:lnTo>
                <a:lnTo>
                  <a:pt x="1136" y="901028"/>
                </a:lnTo>
                <a:lnTo>
                  <a:pt x="0" y="900571"/>
                </a:lnTo>
                <a:close/>
              </a:path>
              <a:path w="1123950" h="984250">
                <a:moveTo>
                  <a:pt x="1040781" y="0"/>
                </a:moveTo>
                <a:lnTo>
                  <a:pt x="1044336" y="11859"/>
                </a:lnTo>
                <a:lnTo>
                  <a:pt x="1046846" y="26018"/>
                </a:lnTo>
                <a:lnTo>
                  <a:pt x="1047703" y="40686"/>
                </a:lnTo>
                <a:lnTo>
                  <a:pt x="1047168" y="795245"/>
                </a:lnTo>
                <a:lnTo>
                  <a:pt x="1036039" y="836226"/>
                </a:lnTo>
                <a:lnTo>
                  <a:pt x="1012483" y="870191"/>
                </a:lnTo>
                <a:lnTo>
                  <a:pt x="979118" y="894527"/>
                </a:lnTo>
                <a:lnTo>
                  <a:pt x="938560" y="906618"/>
                </a:lnTo>
                <a:lnTo>
                  <a:pt x="923894" y="907476"/>
                </a:lnTo>
                <a:lnTo>
                  <a:pt x="1114224" y="907476"/>
                </a:lnTo>
                <a:lnTo>
                  <a:pt x="1116474" y="902239"/>
                </a:lnTo>
                <a:lnTo>
                  <a:pt x="1120537" y="888684"/>
                </a:lnTo>
                <a:lnTo>
                  <a:pt x="1123045" y="874522"/>
                </a:lnTo>
                <a:lnTo>
                  <a:pt x="1123903" y="859851"/>
                </a:lnTo>
                <a:lnTo>
                  <a:pt x="1123370" y="105305"/>
                </a:lnTo>
                <a:lnTo>
                  <a:pt x="1112246" y="64330"/>
                </a:lnTo>
                <a:lnTo>
                  <a:pt x="1088691" y="30366"/>
                </a:lnTo>
                <a:lnTo>
                  <a:pt x="1055324" y="6028"/>
                </a:lnTo>
                <a:lnTo>
                  <a:pt x="1042473" y="507"/>
                </a:lnTo>
                <a:lnTo>
                  <a:pt x="1040781" y="0"/>
                </a:lnTo>
                <a:close/>
              </a:path>
            </a:pathLst>
          </a:custGeom>
          <a:solidFill>
            <a:srgbClr val="959595"/>
          </a:solidFill>
        </p:spPr>
        <p:txBody>
          <a:bodyPr wrap="square" lIns="0" tIns="0" rIns="0" bIns="0" rtlCol="0"/>
          <a:lstStyle/>
          <a:p>
            <a:endParaRPr/>
          </a:p>
        </p:txBody>
      </p:sp>
      <p:sp>
        <p:nvSpPr>
          <p:cNvPr id="8" name="object 8"/>
          <p:cNvSpPr/>
          <p:nvPr/>
        </p:nvSpPr>
        <p:spPr>
          <a:xfrm>
            <a:off x="3553392" y="2946854"/>
            <a:ext cx="1137920" cy="997585"/>
          </a:xfrm>
          <a:custGeom>
            <a:avLst/>
            <a:gdLst/>
            <a:ahLst/>
            <a:cxnLst/>
            <a:rect l="l" t="t" r="r" b="b"/>
            <a:pathLst>
              <a:path w="1137920" h="997585">
                <a:moveTo>
                  <a:pt x="0" y="905055"/>
                </a:moveTo>
                <a:lnTo>
                  <a:pt x="16827" y="940358"/>
                </a:lnTo>
                <a:lnTo>
                  <a:pt x="52010" y="975291"/>
                </a:lnTo>
                <a:lnTo>
                  <a:pt x="98623" y="994722"/>
                </a:lnTo>
                <a:lnTo>
                  <a:pt x="124400" y="997258"/>
                </a:lnTo>
                <a:lnTo>
                  <a:pt x="1007939" y="997258"/>
                </a:lnTo>
                <a:lnTo>
                  <a:pt x="1046557" y="991412"/>
                </a:lnTo>
                <a:lnTo>
                  <a:pt x="1062333" y="985066"/>
                </a:lnTo>
                <a:lnTo>
                  <a:pt x="124400" y="985066"/>
                </a:lnTo>
                <a:lnTo>
                  <a:pt x="112077" y="984435"/>
                </a:lnTo>
                <a:lnTo>
                  <a:pt x="68012" y="970719"/>
                </a:lnTo>
                <a:lnTo>
                  <a:pt x="33341" y="942144"/>
                </a:lnTo>
                <a:lnTo>
                  <a:pt x="14823" y="910211"/>
                </a:lnTo>
                <a:lnTo>
                  <a:pt x="8616" y="908513"/>
                </a:lnTo>
                <a:lnTo>
                  <a:pt x="0" y="905055"/>
                </a:lnTo>
                <a:close/>
              </a:path>
              <a:path w="1137920" h="997585">
                <a:moveTo>
                  <a:pt x="1045264" y="0"/>
                </a:moveTo>
                <a:lnTo>
                  <a:pt x="1047752" y="5792"/>
                </a:lnTo>
                <a:lnTo>
                  <a:pt x="1050457" y="14811"/>
                </a:lnTo>
                <a:lnTo>
                  <a:pt x="1053781" y="16046"/>
                </a:lnTo>
                <a:lnTo>
                  <a:pt x="1091119" y="41314"/>
                </a:lnTo>
                <a:lnTo>
                  <a:pt x="1116143" y="78804"/>
                </a:lnTo>
                <a:lnTo>
                  <a:pt x="1125287" y="124768"/>
                </a:lnTo>
                <a:lnTo>
                  <a:pt x="1125287" y="867468"/>
                </a:lnTo>
                <a:lnTo>
                  <a:pt x="1115899" y="913569"/>
                </a:lnTo>
                <a:lnTo>
                  <a:pt x="1090753" y="950907"/>
                </a:lnTo>
                <a:lnTo>
                  <a:pt x="1053141" y="975922"/>
                </a:lnTo>
                <a:lnTo>
                  <a:pt x="1007299" y="985066"/>
                </a:lnTo>
                <a:lnTo>
                  <a:pt x="1062333" y="985066"/>
                </a:lnTo>
                <a:lnTo>
                  <a:pt x="1099623" y="959027"/>
                </a:lnTo>
                <a:lnTo>
                  <a:pt x="1127451" y="917760"/>
                </a:lnTo>
                <a:lnTo>
                  <a:pt x="1136839" y="880422"/>
                </a:lnTo>
                <a:lnTo>
                  <a:pt x="1137479" y="867468"/>
                </a:lnTo>
                <a:lnTo>
                  <a:pt x="1137479" y="124006"/>
                </a:lnTo>
                <a:lnTo>
                  <a:pt x="1131627" y="85388"/>
                </a:lnTo>
                <a:lnTo>
                  <a:pt x="1107639" y="41466"/>
                </a:lnTo>
                <a:lnTo>
                  <a:pt x="1069295" y="10072"/>
                </a:lnTo>
                <a:lnTo>
                  <a:pt x="1045917" y="166"/>
                </a:lnTo>
                <a:lnTo>
                  <a:pt x="1045264" y="0"/>
                </a:lnTo>
                <a:close/>
              </a:path>
            </a:pathLst>
          </a:custGeom>
          <a:solidFill>
            <a:srgbClr val="959595"/>
          </a:solidFill>
        </p:spPr>
        <p:txBody>
          <a:bodyPr wrap="square" lIns="0" tIns="0" rIns="0" bIns="0" rtlCol="0"/>
          <a:lstStyle/>
          <a:p>
            <a:endParaRPr/>
          </a:p>
        </p:txBody>
      </p:sp>
      <p:sp>
        <p:nvSpPr>
          <p:cNvPr id="9" name="object 9"/>
          <p:cNvSpPr/>
          <p:nvPr/>
        </p:nvSpPr>
        <p:spPr>
          <a:xfrm>
            <a:off x="3477768" y="2871217"/>
            <a:ext cx="1130807" cy="990599"/>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3477768" y="2871216"/>
            <a:ext cx="1130935" cy="990600"/>
          </a:xfrm>
          <a:custGeom>
            <a:avLst/>
            <a:gdLst/>
            <a:ahLst/>
            <a:cxnLst/>
            <a:rect l="l" t="t" r="r" b="b"/>
            <a:pathLst>
              <a:path w="1130935" h="990600">
                <a:moveTo>
                  <a:pt x="0" y="123809"/>
                </a:moveTo>
                <a:lnTo>
                  <a:pt x="7429" y="81432"/>
                </a:lnTo>
                <a:lnTo>
                  <a:pt x="27973" y="45377"/>
                </a:lnTo>
                <a:lnTo>
                  <a:pt x="59019" y="18261"/>
                </a:lnTo>
                <a:lnTo>
                  <a:pt x="97951" y="2700"/>
                </a:lnTo>
                <a:lnTo>
                  <a:pt x="1006998" y="0"/>
                </a:lnTo>
                <a:lnTo>
                  <a:pt x="1021665" y="857"/>
                </a:lnTo>
                <a:lnTo>
                  <a:pt x="1062228" y="12951"/>
                </a:lnTo>
                <a:lnTo>
                  <a:pt x="1095596" y="37289"/>
                </a:lnTo>
                <a:lnTo>
                  <a:pt x="1119150" y="71254"/>
                </a:lnTo>
                <a:lnTo>
                  <a:pt x="1130274" y="112228"/>
                </a:lnTo>
                <a:lnTo>
                  <a:pt x="1130807" y="866759"/>
                </a:lnTo>
                <a:lnTo>
                  <a:pt x="1129950" y="881431"/>
                </a:lnTo>
                <a:lnTo>
                  <a:pt x="1117859" y="922003"/>
                </a:lnTo>
                <a:lnTo>
                  <a:pt x="1093527" y="955376"/>
                </a:lnTo>
                <a:lnTo>
                  <a:pt x="1059569" y="978934"/>
                </a:lnTo>
                <a:lnTo>
                  <a:pt x="1018602" y="990064"/>
                </a:lnTo>
                <a:lnTo>
                  <a:pt x="123824" y="990599"/>
                </a:lnTo>
                <a:lnTo>
                  <a:pt x="109155" y="989742"/>
                </a:lnTo>
                <a:lnTo>
                  <a:pt x="68591" y="977652"/>
                </a:lnTo>
                <a:lnTo>
                  <a:pt x="35223" y="953319"/>
                </a:lnTo>
                <a:lnTo>
                  <a:pt x="11667" y="919357"/>
                </a:lnTo>
                <a:lnTo>
                  <a:pt x="536" y="878380"/>
                </a:lnTo>
                <a:lnTo>
                  <a:pt x="0" y="123809"/>
                </a:lnTo>
                <a:close/>
              </a:path>
            </a:pathLst>
          </a:custGeom>
          <a:ln w="12191">
            <a:solidFill>
              <a:srgbClr val="28C8C0"/>
            </a:solidFill>
          </a:ln>
        </p:spPr>
        <p:txBody>
          <a:bodyPr wrap="square" lIns="0" tIns="0" rIns="0" bIns="0" rtlCol="0"/>
          <a:lstStyle/>
          <a:p>
            <a:endParaRPr/>
          </a:p>
        </p:txBody>
      </p:sp>
      <p:sp>
        <p:nvSpPr>
          <p:cNvPr id="11" name="object 11"/>
          <p:cNvSpPr/>
          <p:nvPr/>
        </p:nvSpPr>
        <p:spPr>
          <a:xfrm>
            <a:off x="3560872" y="4027234"/>
            <a:ext cx="1123950" cy="984250"/>
          </a:xfrm>
          <a:custGeom>
            <a:avLst/>
            <a:gdLst/>
            <a:ahLst/>
            <a:cxnLst/>
            <a:rect l="l" t="t" r="r" b="b"/>
            <a:pathLst>
              <a:path w="1123950" h="984250">
                <a:moveTo>
                  <a:pt x="0" y="900573"/>
                </a:moveTo>
                <a:lnTo>
                  <a:pt x="19244" y="936017"/>
                </a:lnTo>
                <a:lnTo>
                  <a:pt x="49632" y="963850"/>
                </a:lnTo>
                <a:lnTo>
                  <a:pt x="88089" y="980311"/>
                </a:lnTo>
                <a:lnTo>
                  <a:pt x="116920" y="983678"/>
                </a:lnTo>
                <a:lnTo>
                  <a:pt x="1011686" y="983143"/>
                </a:lnTo>
                <a:lnTo>
                  <a:pt x="1052657" y="972017"/>
                </a:lnTo>
                <a:lnTo>
                  <a:pt x="1086618" y="948462"/>
                </a:lnTo>
                <a:lnTo>
                  <a:pt x="1110953" y="915093"/>
                </a:lnTo>
                <a:lnTo>
                  <a:pt x="1114224" y="907477"/>
                </a:lnTo>
                <a:lnTo>
                  <a:pt x="923894" y="907477"/>
                </a:lnTo>
                <a:lnTo>
                  <a:pt x="29112" y="906942"/>
                </a:lnTo>
                <a:lnTo>
                  <a:pt x="14836" y="904774"/>
                </a:lnTo>
                <a:lnTo>
                  <a:pt x="1145" y="901033"/>
                </a:lnTo>
                <a:lnTo>
                  <a:pt x="0" y="900573"/>
                </a:lnTo>
                <a:close/>
              </a:path>
              <a:path w="1123950" h="984250">
                <a:moveTo>
                  <a:pt x="1040779" y="0"/>
                </a:moveTo>
                <a:lnTo>
                  <a:pt x="1044337" y="11870"/>
                </a:lnTo>
                <a:lnTo>
                  <a:pt x="1046845" y="26031"/>
                </a:lnTo>
                <a:lnTo>
                  <a:pt x="1047703" y="40702"/>
                </a:lnTo>
                <a:lnTo>
                  <a:pt x="1047169" y="795249"/>
                </a:lnTo>
                <a:lnTo>
                  <a:pt x="1036042" y="836228"/>
                </a:lnTo>
                <a:lnTo>
                  <a:pt x="1012487" y="870193"/>
                </a:lnTo>
                <a:lnTo>
                  <a:pt x="979121" y="894528"/>
                </a:lnTo>
                <a:lnTo>
                  <a:pt x="938560" y="906620"/>
                </a:lnTo>
                <a:lnTo>
                  <a:pt x="923894" y="907477"/>
                </a:lnTo>
                <a:lnTo>
                  <a:pt x="1114224" y="907477"/>
                </a:lnTo>
                <a:lnTo>
                  <a:pt x="1116473" y="902240"/>
                </a:lnTo>
                <a:lnTo>
                  <a:pt x="1120536" y="888685"/>
                </a:lnTo>
                <a:lnTo>
                  <a:pt x="1123045" y="874524"/>
                </a:lnTo>
                <a:lnTo>
                  <a:pt x="1123903" y="859853"/>
                </a:lnTo>
                <a:lnTo>
                  <a:pt x="1123369" y="105306"/>
                </a:lnTo>
                <a:lnTo>
                  <a:pt x="1112242" y="64327"/>
                </a:lnTo>
                <a:lnTo>
                  <a:pt x="1088687" y="30362"/>
                </a:lnTo>
                <a:lnTo>
                  <a:pt x="1055321" y="6027"/>
                </a:lnTo>
                <a:lnTo>
                  <a:pt x="1042471" y="507"/>
                </a:lnTo>
                <a:lnTo>
                  <a:pt x="1040779" y="0"/>
                </a:lnTo>
                <a:close/>
              </a:path>
            </a:pathLst>
          </a:custGeom>
          <a:solidFill>
            <a:srgbClr val="959595"/>
          </a:solidFill>
        </p:spPr>
        <p:txBody>
          <a:bodyPr wrap="square" lIns="0" tIns="0" rIns="0" bIns="0" rtlCol="0"/>
          <a:lstStyle/>
          <a:p>
            <a:endParaRPr/>
          </a:p>
        </p:txBody>
      </p:sp>
      <p:sp>
        <p:nvSpPr>
          <p:cNvPr id="12" name="object 12"/>
          <p:cNvSpPr/>
          <p:nvPr/>
        </p:nvSpPr>
        <p:spPr>
          <a:xfrm>
            <a:off x="3553392" y="4019766"/>
            <a:ext cx="1137920" cy="997585"/>
          </a:xfrm>
          <a:custGeom>
            <a:avLst/>
            <a:gdLst/>
            <a:ahLst/>
            <a:cxnLst/>
            <a:rect l="l" t="t" r="r" b="b"/>
            <a:pathLst>
              <a:path w="1137920" h="997585">
                <a:moveTo>
                  <a:pt x="0" y="905040"/>
                </a:moveTo>
                <a:lnTo>
                  <a:pt x="16827" y="940342"/>
                </a:lnTo>
                <a:lnTo>
                  <a:pt x="52010" y="975275"/>
                </a:lnTo>
                <a:lnTo>
                  <a:pt x="98623" y="994706"/>
                </a:lnTo>
                <a:lnTo>
                  <a:pt x="124400" y="997242"/>
                </a:lnTo>
                <a:lnTo>
                  <a:pt x="1007939" y="997242"/>
                </a:lnTo>
                <a:lnTo>
                  <a:pt x="1046557" y="991396"/>
                </a:lnTo>
                <a:lnTo>
                  <a:pt x="1062332" y="985050"/>
                </a:lnTo>
                <a:lnTo>
                  <a:pt x="124400" y="985050"/>
                </a:lnTo>
                <a:lnTo>
                  <a:pt x="112077" y="984419"/>
                </a:lnTo>
                <a:lnTo>
                  <a:pt x="68012" y="970703"/>
                </a:lnTo>
                <a:lnTo>
                  <a:pt x="33341" y="942128"/>
                </a:lnTo>
                <a:lnTo>
                  <a:pt x="14823" y="910195"/>
                </a:lnTo>
                <a:lnTo>
                  <a:pt x="8625" y="908501"/>
                </a:lnTo>
                <a:lnTo>
                  <a:pt x="0" y="905040"/>
                </a:lnTo>
                <a:close/>
              </a:path>
              <a:path w="1137920" h="997585">
                <a:moveTo>
                  <a:pt x="1045269" y="0"/>
                </a:moveTo>
                <a:lnTo>
                  <a:pt x="1047753" y="5783"/>
                </a:lnTo>
                <a:lnTo>
                  <a:pt x="1050455" y="14799"/>
                </a:lnTo>
                <a:lnTo>
                  <a:pt x="1053780" y="16036"/>
                </a:lnTo>
                <a:lnTo>
                  <a:pt x="1091118" y="41313"/>
                </a:lnTo>
                <a:lnTo>
                  <a:pt x="1116143" y="78782"/>
                </a:lnTo>
                <a:lnTo>
                  <a:pt x="1125287" y="124752"/>
                </a:lnTo>
                <a:lnTo>
                  <a:pt x="1125287" y="867452"/>
                </a:lnTo>
                <a:lnTo>
                  <a:pt x="1115899" y="913553"/>
                </a:lnTo>
                <a:lnTo>
                  <a:pt x="1090753" y="950891"/>
                </a:lnTo>
                <a:lnTo>
                  <a:pt x="1053140" y="975906"/>
                </a:lnTo>
                <a:lnTo>
                  <a:pt x="1007298" y="985050"/>
                </a:lnTo>
                <a:lnTo>
                  <a:pt x="1062332" y="985050"/>
                </a:lnTo>
                <a:lnTo>
                  <a:pt x="1099622" y="959011"/>
                </a:lnTo>
                <a:lnTo>
                  <a:pt x="1127451" y="917744"/>
                </a:lnTo>
                <a:lnTo>
                  <a:pt x="1136838" y="880406"/>
                </a:lnTo>
                <a:lnTo>
                  <a:pt x="1137479" y="867452"/>
                </a:lnTo>
                <a:lnTo>
                  <a:pt x="1137479" y="123990"/>
                </a:lnTo>
                <a:lnTo>
                  <a:pt x="1131626" y="85378"/>
                </a:lnTo>
                <a:lnTo>
                  <a:pt x="1107639" y="41444"/>
                </a:lnTo>
                <a:lnTo>
                  <a:pt x="1069295" y="10071"/>
                </a:lnTo>
                <a:lnTo>
                  <a:pt x="1045917" y="165"/>
                </a:lnTo>
                <a:lnTo>
                  <a:pt x="1045269" y="0"/>
                </a:lnTo>
                <a:close/>
              </a:path>
            </a:pathLst>
          </a:custGeom>
          <a:solidFill>
            <a:srgbClr val="959595"/>
          </a:solidFill>
        </p:spPr>
        <p:txBody>
          <a:bodyPr wrap="square" lIns="0" tIns="0" rIns="0" bIns="0" rtlCol="0"/>
          <a:lstStyle/>
          <a:p>
            <a:endParaRPr/>
          </a:p>
        </p:txBody>
      </p:sp>
      <p:sp>
        <p:nvSpPr>
          <p:cNvPr id="13" name="object 13"/>
          <p:cNvSpPr/>
          <p:nvPr/>
        </p:nvSpPr>
        <p:spPr>
          <a:xfrm>
            <a:off x="3477768" y="3944112"/>
            <a:ext cx="1130807" cy="990599"/>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3477768" y="3944111"/>
            <a:ext cx="1130935" cy="990600"/>
          </a:xfrm>
          <a:custGeom>
            <a:avLst/>
            <a:gdLst/>
            <a:ahLst/>
            <a:cxnLst/>
            <a:rect l="l" t="t" r="r" b="b"/>
            <a:pathLst>
              <a:path w="1130935" h="990600">
                <a:moveTo>
                  <a:pt x="0" y="123824"/>
                </a:moveTo>
                <a:lnTo>
                  <a:pt x="7428" y="81439"/>
                </a:lnTo>
                <a:lnTo>
                  <a:pt x="27970" y="45381"/>
                </a:lnTo>
                <a:lnTo>
                  <a:pt x="59012" y="18264"/>
                </a:lnTo>
                <a:lnTo>
                  <a:pt x="97940" y="2702"/>
                </a:lnTo>
                <a:lnTo>
                  <a:pt x="1006998" y="0"/>
                </a:lnTo>
                <a:lnTo>
                  <a:pt x="1021664" y="857"/>
                </a:lnTo>
                <a:lnTo>
                  <a:pt x="1062225" y="12949"/>
                </a:lnTo>
                <a:lnTo>
                  <a:pt x="1095591" y="37284"/>
                </a:lnTo>
                <a:lnTo>
                  <a:pt x="1119146" y="71249"/>
                </a:lnTo>
                <a:lnTo>
                  <a:pt x="1130273" y="112228"/>
                </a:lnTo>
                <a:lnTo>
                  <a:pt x="1130807" y="866774"/>
                </a:lnTo>
                <a:lnTo>
                  <a:pt x="1129950" y="881445"/>
                </a:lnTo>
                <a:lnTo>
                  <a:pt x="1117857" y="922014"/>
                </a:lnTo>
                <a:lnTo>
                  <a:pt x="1093522" y="955384"/>
                </a:lnTo>
                <a:lnTo>
                  <a:pt x="1059561" y="978939"/>
                </a:lnTo>
                <a:lnTo>
                  <a:pt x="1018590" y="990065"/>
                </a:lnTo>
                <a:lnTo>
                  <a:pt x="123824" y="990599"/>
                </a:lnTo>
                <a:lnTo>
                  <a:pt x="109154" y="989742"/>
                </a:lnTo>
                <a:lnTo>
                  <a:pt x="68588" y="977652"/>
                </a:lnTo>
                <a:lnTo>
                  <a:pt x="35219" y="953319"/>
                </a:lnTo>
                <a:lnTo>
                  <a:pt x="11664" y="919358"/>
                </a:lnTo>
                <a:lnTo>
                  <a:pt x="535" y="878382"/>
                </a:lnTo>
                <a:lnTo>
                  <a:pt x="0" y="123824"/>
                </a:lnTo>
                <a:close/>
              </a:path>
            </a:pathLst>
          </a:custGeom>
          <a:ln w="12191">
            <a:solidFill>
              <a:srgbClr val="28C8C0"/>
            </a:solidFill>
          </a:ln>
        </p:spPr>
        <p:txBody>
          <a:bodyPr wrap="square" lIns="0" tIns="0" rIns="0" bIns="0" rtlCol="0"/>
          <a:lstStyle/>
          <a:p>
            <a:endParaRPr/>
          </a:p>
        </p:txBody>
      </p:sp>
      <p:sp>
        <p:nvSpPr>
          <p:cNvPr id="15" name="object 15"/>
          <p:cNvSpPr/>
          <p:nvPr/>
        </p:nvSpPr>
        <p:spPr>
          <a:xfrm>
            <a:off x="3560868" y="5101654"/>
            <a:ext cx="1123950" cy="984250"/>
          </a:xfrm>
          <a:custGeom>
            <a:avLst/>
            <a:gdLst/>
            <a:ahLst/>
            <a:cxnLst/>
            <a:rect l="l" t="t" r="r" b="b"/>
            <a:pathLst>
              <a:path w="1123950" h="984250">
                <a:moveTo>
                  <a:pt x="0" y="900565"/>
                </a:moveTo>
                <a:lnTo>
                  <a:pt x="19234" y="935989"/>
                </a:lnTo>
                <a:lnTo>
                  <a:pt x="49624" y="963833"/>
                </a:lnTo>
                <a:lnTo>
                  <a:pt x="88087" y="980308"/>
                </a:lnTo>
                <a:lnTo>
                  <a:pt x="116924" y="983678"/>
                </a:lnTo>
                <a:lnTo>
                  <a:pt x="1011652" y="983146"/>
                </a:lnTo>
                <a:lnTo>
                  <a:pt x="1052635" y="972022"/>
                </a:lnTo>
                <a:lnTo>
                  <a:pt x="1086608" y="948463"/>
                </a:lnTo>
                <a:lnTo>
                  <a:pt x="1110952" y="915098"/>
                </a:lnTo>
                <a:lnTo>
                  <a:pt x="1114228" y="907477"/>
                </a:lnTo>
                <a:lnTo>
                  <a:pt x="923897" y="907477"/>
                </a:lnTo>
                <a:lnTo>
                  <a:pt x="29153" y="906945"/>
                </a:lnTo>
                <a:lnTo>
                  <a:pt x="14873" y="904780"/>
                </a:lnTo>
                <a:lnTo>
                  <a:pt x="1178" y="901038"/>
                </a:lnTo>
                <a:lnTo>
                  <a:pt x="0" y="900565"/>
                </a:lnTo>
                <a:close/>
              </a:path>
              <a:path w="1123950" h="984250">
                <a:moveTo>
                  <a:pt x="1040782" y="0"/>
                </a:moveTo>
                <a:lnTo>
                  <a:pt x="1044340" y="11870"/>
                </a:lnTo>
                <a:lnTo>
                  <a:pt x="1046849" y="26031"/>
                </a:lnTo>
                <a:lnTo>
                  <a:pt x="1047707" y="40702"/>
                </a:lnTo>
                <a:lnTo>
                  <a:pt x="1047176" y="795245"/>
                </a:lnTo>
                <a:lnTo>
                  <a:pt x="1036057" y="836201"/>
                </a:lnTo>
                <a:lnTo>
                  <a:pt x="1012504" y="870167"/>
                </a:lnTo>
                <a:lnTo>
                  <a:pt x="979134" y="894516"/>
                </a:lnTo>
                <a:lnTo>
                  <a:pt x="938567" y="906619"/>
                </a:lnTo>
                <a:lnTo>
                  <a:pt x="923897" y="907477"/>
                </a:lnTo>
                <a:lnTo>
                  <a:pt x="1114228" y="907477"/>
                </a:lnTo>
                <a:lnTo>
                  <a:pt x="1116474" y="902252"/>
                </a:lnTo>
                <a:lnTo>
                  <a:pt x="1120539" y="888706"/>
                </a:lnTo>
                <a:lnTo>
                  <a:pt x="1123048" y="874556"/>
                </a:lnTo>
                <a:lnTo>
                  <a:pt x="1123907" y="859901"/>
                </a:lnTo>
                <a:lnTo>
                  <a:pt x="1123372" y="105306"/>
                </a:lnTo>
                <a:lnTo>
                  <a:pt x="1112245" y="64327"/>
                </a:lnTo>
                <a:lnTo>
                  <a:pt x="1088691" y="30362"/>
                </a:lnTo>
                <a:lnTo>
                  <a:pt x="1055324" y="6027"/>
                </a:lnTo>
                <a:lnTo>
                  <a:pt x="1042474" y="507"/>
                </a:lnTo>
                <a:lnTo>
                  <a:pt x="1040782" y="0"/>
                </a:lnTo>
                <a:close/>
              </a:path>
            </a:pathLst>
          </a:custGeom>
          <a:solidFill>
            <a:srgbClr val="959595"/>
          </a:solidFill>
        </p:spPr>
        <p:txBody>
          <a:bodyPr wrap="square" lIns="0" tIns="0" rIns="0" bIns="0" rtlCol="0"/>
          <a:lstStyle/>
          <a:p>
            <a:endParaRPr/>
          </a:p>
        </p:txBody>
      </p:sp>
      <p:sp>
        <p:nvSpPr>
          <p:cNvPr id="16" name="object 16"/>
          <p:cNvSpPr/>
          <p:nvPr/>
        </p:nvSpPr>
        <p:spPr>
          <a:xfrm>
            <a:off x="3553396" y="5094186"/>
            <a:ext cx="1137920" cy="997585"/>
          </a:xfrm>
          <a:custGeom>
            <a:avLst/>
            <a:gdLst/>
            <a:ahLst/>
            <a:cxnLst/>
            <a:rect l="l" t="t" r="r" b="b"/>
            <a:pathLst>
              <a:path w="1137920" h="997585">
                <a:moveTo>
                  <a:pt x="0" y="905036"/>
                </a:moveTo>
                <a:lnTo>
                  <a:pt x="16823" y="940318"/>
                </a:lnTo>
                <a:lnTo>
                  <a:pt x="52006" y="975205"/>
                </a:lnTo>
                <a:lnTo>
                  <a:pt x="98619" y="994706"/>
                </a:lnTo>
                <a:lnTo>
                  <a:pt x="124396" y="997242"/>
                </a:lnTo>
                <a:lnTo>
                  <a:pt x="1007935" y="997230"/>
                </a:lnTo>
                <a:lnTo>
                  <a:pt x="1046553" y="991347"/>
                </a:lnTo>
                <a:lnTo>
                  <a:pt x="1062288" y="985062"/>
                </a:lnTo>
                <a:lnTo>
                  <a:pt x="124396" y="985050"/>
                </a:lnTo>
                <a:lnTo>
                  <a:pt x="112073" y="984395"/>
                </a:lnTo>
                <a:lnTo>
                  <a:pt x="68008" y="970703"/>
                </a:lnTo>
                <a:lnTo>
                  <a:pt x="33337" y="942067"/>
                </a:lnTo>
                <a:lnTo>
                  <a:pt x="14815" y="910191"/>
                </a:lnTo>
                <a:lnTo>
                  <a:pt x="8650" y="908507"/>
                </a:lnTo>
                <a:lnTo>
                  <a:pt x="0" y="905036"/>
                </a:lnTo>
                <a:close/>
              </a:path>
              <a:path w="1137920" h="997585">
                <a:moveTo>
                  <a:pt x="1045265" y="0"/>
                </a:moveTo>
                <a:lnTo>
                  <a:pt x="1047749" y="5783"/>
                </a:lnTo>
                <a:lnTo>
                  <a:pt x="1050451" y="14799"/>
                </a:lnTo>
                <a:lnTo>
                  <a:pt x="1053777" y="16036"/>
                </a:lnTo>
                <a:lnTo>
                  <a:pt x="1091115" y="41313"/>
                </a:lnTo>
                <a:lnTo>
                  <a:pt x="1116139" y="78782"/>
                </a:lnTo>
                <a:lnTo>
                  <a:pt x="1125283" y="124752"/>
                </a:lnTo>
                <a:lnTo>
                  <a:pt x="1125283" y="867403"/>
                </a:lnTo>
                <a:lnTo>
                  <a:pt x="1115895" y="913504"/>
                </a:lnTo>
                <a:lnTo>
                  <a:pt x="1090749" y="950830"/>
                </a:lnTo>
                <a:lnTo>
                  <a:pt x="1053136" y="975943"/>
                </a:lnTo>
                <a:lnTo>
                  <a:pt x="1007295" y="985062"/>
                </a:lnTo>
                <a:lnTo>
                  <a:pt x="1062288" y="985062"/>
                </a:lnTo>
                <a:lnTo>
                  <a:pt x="1099618" y="959072"/>
                </a:lnTo>
                <a:lnTo>
                  <a:pt x="1127447" y="917720"/>
                </a:lnTo>
                <a:lnTo>
                  <a:pt x="1136835" y="880406"/>
                </a:lnTo>
                <a:lnTo>
                  <a:pt x="1137475" y="867403"/>
                </a:lnTo>
                <a:lnTo>
                  <a:pt x="1137475" y="123990"/>
                </a:lnTo>
                <a:lnTo>
                  <a:pt x="1131622" y="85378"/>
                </a:lnTo>
                <a:lnTo>
                  <a:pt x="1107635" y="41444"/>
                </a:lnTo>
                <a:lnTo>
                  <a:pt x="1069291" y="10071"/>
                </a:lnTo>
                <a:lnTo>
                  <a:pt x="1045913" y="165"/>
                </a:lnTo>
                <a:lnTo>
                  <a:pt x="1045265" y="0"/>
                </a:lnTo>
                <a:close/>
              </a:path>
            </a:pathLst>
          </a:custGeom>
          <a:solidFill>
            <a:srgbClr val="959595"/>
          </a:solidFill>
        </p:spPr>
        <p:txBody>
          <a:bodyPr wrap="square" lIns="0" tIns="0" rIns="0" bIns="0" rtlCol="0"/>
          <a:lstStyle/>
          <a:p>
            <a:endParaRPr/>
          </a:p>
        </p:txBody>
      </p:sp>
      <p:sp>
        <p:nvSpPr>
          <p:cNvPr id="17" name="object 17"/>
          <p:cNvSpPr/>
          <p:nvPr/>
        </p:nvSpPr>
        <p:spPr>
          <a:xfrm>
            <a:off x="3477768" y="5018533"/>
            <a:ext cx="1130807" cy="990599"/>
          </a:xfrm>
          <a:prstGeom prst="rect">
            <a:avLst/>
          </a:prstGeom>
          <a:blipFill>
            <a:blip r:embed="rId7" cstate="print"/>
            <a:stretch>
              <a:fillRect/>
            </a:stretch>
          </a:blipFill>
        </p:spPr>
        <p:txBody>
          <a:bodyPr wrap="square" lIns="0" tIns="0" rIns="0" bIns="0" rtlCol="0"/>
          <a:lstStyle/>
          <a:p>
            <a:endParaRPr/>
          </a:p>
        </p:txBody>
      </p:sp>
      <p:sp>
        <p:nvSpPr>
          <p:cNvPr id="18" name="object 18"/>
          <p:cNvSpPr/>
          <p:nvPr/>
        </p:nvSpPr>
        <p:spPr>
          <a:xfrm>
            <a:off x="3477768" y="5018532"/>
            <a:ext cx="1130935" cy="990600"/>
          </a:xfrm>
          <a:custGeom>
            <a:avLst/>
            <a:gdLst/>
            <a:ahLst/>
            <a:cxnLst/>
            <a:rect l="l" t="t" r="r" b="b"/>
            <a:pathLst>
              <a:path w="1130935" h="990600">
                <a:moveTo>
                  <a:pt x="0" y="123824"/>
                </a:moveTo>
                <a:lnTo>
                  <a:pt x="7428" y="81439"/>
                </a:lnTo>
                <a:lnTo>
                  <a:pt x="27970" y="45381"/>
                </a:lnTo>
                <a:lnTo>
                  <a:pt x="59012" y="18264"/>
                </a:lnTo>
                <a:lnTo>
                  <a:pt x="97940" y="2702"/>
                </a:lnTo>
                <a:lnTo>
                  <a:pt x="1006998" y="0"/>
                </a:lnTo>
                <a:lnTo>
                  <a:pt x="1021664" y="857"/>
                </a:lnTo>
                <a:lnTo>
                  <a:pt x="1062225" y="12949"/>
                </a:lnTo>
                <a:lnTo>
                  <a:pt x="1095591" y="37284"/>
                </a:lnTo>
                <a:lnTo>
                  <a:pt x="1119146" y="71249"/>
                </a:lnTo>
                <a:lnTo>
                  <a:pt x="1130273" y="112228"/>
                </a:lnTo>
                <a:lnTo>
                  <a:pt x="1130807" y="866823"/>
                </a:lnTo>
                <a:lnTo>
                  <a:pt x="1129949" y="881478"/>
                </a:lnTo>
                <a:lnTo>
                  <a:pt x="1117853" y="922020"/>
                </a:lnTo>
                <a:lnTo>
                  <a:pt x="1093509" y="955385"/>
                </a:lnTo>
                <a:lnTo>
                  <a:pt x="1059536" y="978944"/>
                </a:lnTo>
                <a:lnTo>
                  <a:pt x="1018553" y="990068"/>
                </a:lnTo>
                <a:lnTo>
                  <a:pt x="123824" y="990599"/>
                </a:lnTo>
                <a:lnTo>
                  <a:pt x="109152" y="989741"/>
                </a:lnTo>
                <a:lnTo>
                  <a:pt x="68578" y="977639"/>
                </a:lnTo>
                <a:lnTo>
                  <a:pt x="35206" y="953293"/>
                </a:lnTo>
                <a:lnTo>
                  <a:pt x="11652" y="919330"/>
                </a:lnTo>
                <a:lnTo>
                  <a:pt x="532" y="878379"/>
                </a:lnTo>
                <a:lnTo>
                  <a:pt x="0" y="123824"/>
                </a:lnTo>
                <a:close/>
              </a:path>
            </a:pathLst>
          </a:custGeom>
          <a:ln w="12191">
            <a:solidFill>
              <a:srgbClr val="28C8C0"/>
            </a:solidFill>
          </a:ln>
        </p:spPr>
        <p:txBody>
          <a:bodyPr wrap="square" lIns="0" tIns="0" rIns="0" bIns="0" rtlCol="0"/>
          <a:lstStyle/>
          <a:p>
            <a:endParaRPr/>
          </a:p>
        </p:txBody>
      </p:sp>
      <p:sp>
        <p:nvSpPr>
          <p:cNvPr id="19" name="object 19"/>
          <p:cNvSpPr/>
          <p:nvPr/>
        </p:nvSpPr>
        <p:spPr>
          <a:xfrm>
            <a:off x="4752642" y="1879919"/>
            <a:ext cx="1123950" cy="984250"/>
          </a:xfrm>
          <a:custGeom>
            <a:avLst/>
            <a:gdLst/>
            <a:ahLst/>
            <a:cxnLst/>
            <a:rect l="l" t="t" r="r" b="b"/>
            <a:pathLst>
              <a:path w="1123950" h="984250">
                <a:moveTo>
                  <a:pt x="0" y="900569"/>
                </a:moveTo>
                <a:lnTo>
                  <a:pt x="19252" y="936021"/>
                </a:lnTo>
                <a:lnTo>
                  <a:pt x="49643" y="963851"/>
                </a:lnTo>
                <a:lnTo>
                  <a:pt x="88102" y="980311"/>
                </a:lnTo>
                <a:lnTo>
                  <a:pt x="116933" y="983676"/>
                </a:lnTo>
                <a:lnTo>
                  <a:pt x="1011695" y="983141"/>
                </a:lnTo>
                <a:lnTo>
                  <a:pt x="1052662" y="972011"/>
                </a:lnTo>
                <a:lnTo>
                  <a:pt x="1086620" y="948452"/>
                </a:lnTo>
                <a:lnTo>
                  <a:pt x="1110952" y="915080"/>
                </a:lnTo>
                <a:lnTo>
                  <a:pt x="1114217" y="907476"/>
                </a:lnTo>
                <a:lnTo>
                  <a:pt x="923891" y="907476"/>
                </a:lnTo>
                <a:lnTo>
                  <a:pt x="29100" y="906938"/>
                </a:lnTo>
                <a:lnTo>
                  <a:pt x="14825" y="904769"/>
                </a:lnTo>
                <a:lnTo>
                  <a:pt x="1135" y="901025"/>
                </a:lnTo>
                <a:lnTo>
                  <a:pt x="0" y="900569"/>
                </a:lnTo>
                <a:close/>
              </a:path>
              <a:path w="1123950" h="984250">
                <a:moveTo>
                  <a:pt x="1040778" y="0"/>
                </a:moveTo>
                <a:lnTo>
                  <a:pt x="1044334" y="11859"/>
                </a:lnTo>
                <a:lnTo>
                  <a:pt x="1046843" y="26018"/>
                </a:lnTo>
                <a:lnTo>
                  <a:pt x="1047701" y="40686"/>
                </a:lnTo>
                <a:lnTo>
                  <a:pt x="1047165" y="795245"/>
                </a:lnTo>
                <a:lnTo>
                  <a:pt x="1036036" y="836226"/>
                </a:lnTo>
                <a:lnTo>
                  <a:pt x="1012480" y="870191"/>
                </a:lnTo>
                <a:lnTo>
                  <a:pt x="979115" y="894527"/>
                </a:lnTo>
                <a:lnTo>
                  <a:pt x="938557" y="906618"/>
                </a:lnTo>
                <a:lnTo>
                  <a:pt x="923891" y="907476"/>
                </a:lnTo>
                <a:lnTo>
                  <a:pt x="1114217" y="907476"/>
                </a:lnTo>
                <a:lnTo>
                  <a:pt x="1116472" y="902227"/>
                </a:lnTo>
                <a:lnTo>
                  <a:pt x="1120534" y="888671"/>
                </a:lnTo>
                <a:lnTo>
                  <a:pt x="1123043" y="874508"/>
                </a:lnTo>
                <a:lnTo>
                  <a:pt x="1123900" y="859836"/>
                </a:lnTo>
                <a:lnTo>
                  <a:pt x="1123367" y="105305"/>
                </a:lnTo>
                <a:lnTo>
                  <a:pt x="1112243" y="64330"/>
                </a:lnTo>
                <a:lnTo>
                  <a:pt x="1088689" y="30366"/>
                </a:lnTo>
                <a:lnTo>
                  <a:pt x="1055321" y="6028"/>
                </a:lnTo>
                <a:lnTo>
                  <a:pt x="1042471" y="507"/>
                </a:lnTo>
                <a:lnTo>
                  <a:pt x="1040778" y="0"/>
                </a:lnTo>
                <a:close/>
              </a:path>
            </a:pathLst>
          </a:custGeom>
          <a:solidFill>
            <a:srgbClr val="959595"/>
          </a:solidFill>
        </p:spPr>
        <p:txBody>
          <a:bodyPr wrap="square" lIns="0" tIns="0" rIns="0" bIns="0" rtlCol="0"/>
          <a:lstStyle/>
          <a:p>
            <a:endParaRPr/>
          </a:p>
        </p:txBody>
      </p:sp>
      <p:sp>
        <p:nvSpPr>
          <p:cNvPr id="20" name="object 20"/>
          <p:cNvSpPr/>
          <p:nvPr/>
        </p:nvSpPr>
        <p:spPr>
          <a:xfrm>
            <a:off x="4745165" y="1872434"/>
            <a:ext cx="1137920" cy="997585"/>
          </a:xfrm>
          <a:custGeom>
            <a:avLst/>
            <a:gdLst/>
            <a:ahLst/>
            <a:cxnLst/>
            <a:rect l="l" t="t" r="r" b="b"/>
            <a:pathLst>
              <a:path w="1137920" h="997585">
                <a:moveTo>
                  <a:pt x="0" y="905053"/>
                </a:moveTo>
                <a:lnTo>
                  <a:pt x="16815" y="940352"/>
                </a:lnTo>
                <a:lnTo>
                  <a:pt x="52020" y="975282"/>
                </a:lnTo>
                <a:lnTo>
                  <a:pt x="98624" y="994728"/>
                </a:lnTo>
                <a:lnTo>
                  <a:pt x="124410" y="997258"/>
                </a:lnTo>
                <a:lnTo>
                  <a:pt x="1007934" y="997258"/>
                </a:lnTo>
                <a:lnTo>
                  <a:pt x="1046552" y="991406"/>
                </a:lnTo>
                <a:lnTo>
                  <a:pt x="1062301" y="985066"/>
                </a:lnTo>
                <a:lnTo>
                  <a:pt x="124410" y="985066"/>
                </a:lnTo>
                <a:lnTo>
                  <a:pt x="112065" y="984426"/>
                </a:lnTo>
                <a:lnTo>
                  <a:pt x="68022" y="970710"/>
                </a:lnTo>
                <a:lnTo>
                  <a:pt x="33336" y="942150"/>
                </a:lnTo>
                <a:lnTo>
                  <a:pt x="14822" y="910209"/>
                </a:lnTo>
                <a:lnTo>
                  <a:pt x="8612" y="908510"/>
                </a:lnTo>
                <a:lnTo>
                  <a:pt x="0" y="905053"/>
                </a:lnTo>
                <a:close/>
              </a:path>
              <a:path w="1137920" h="997585">
                <a:moveTo>
                  <a:pt x="1045259" y="0"/>
                </a:moveTo>
                <a:lnTo>
                  <a:pt x="1047747" y="5792"/>
                </a:lnTo>
                <a:lnTo>
                  <a:pt x="1050451" y="14811"/>
                </a:lnTo>
                <a:lnTo>
                  <a:pt x="1053775" y="16046"/>
                </a:lnTo>
                <a:lnTo>
                  <a:pt x="1091113" y="41314"/>
                </a:lnTo>
                <a:lnTo>
                  <a:pt x="1116138" y="78804"/>
                </a:lnTo>
                <a:lnTo>
                  <a:pt x="1125282" y="124768"/>
                </a:lnTo>
                <a:lnTo>
                  <a:pt x="1125282" y="867474"/>
                </a:lnTo>
                <a:lnTo>
                  <a:pt x="1115894" y="913560"/>
                </a:lnTo>
                <a:lnTo>
                  <a:pt x="1090748" y="950898"/>
                </a:lnTo>
                <a:lnTo>
                  <a:pt x="1053135" y="975922"/>
                </a:lnTo>
                <a:lnTo>
                  <a:pt x="1007293" y="985066"/>
                </a:lnTo>
                <a:lnTo>
                  <a:pt x="1062301" y="985066"/>
                </a:lnTo>
                <a:lnTo>
                  <a:pt x="1099617" y="959036"/>
                </a:lnTo>
                <a:lnTo>
                  <a:pt x="1127446" y="917766"/>
                </a:lnTo>
                <a:lnTo>
                  <a:pt x="1136833" y="880428"/>
                </a:lnTo>
                <a:lnTo>
                  <a:pt x="1137474" y="867474"/>
                </a:lnTo>
                <a:lnTo>
                  <a:pt x="1137474" y="124006"/>
                </a:lnTo>
                <a:lnTo>
                  <a:pt x="1131621" y="85388"/>
                </a:lnTo>
                <a:lnTo>
                  <a:pt x="1107634" y="41466"/>
                </a:lnTo>
                <a:lnTo>
                  <a:pt x="1069290" y="10072"/>
                </a:lnTo>
                <a:lnTo>
                  <a:pt x="1045912" y="166"/>
                </a:lnTo>
                <a:lnTo>
                  <a:pt x="1045259" y="0"/>
                </a:lnTo>
                <a:close/>
              </a:path>
            </a:pathLst>
          </a:custGeom>
          <a:solidFill>
            <a:srgbClr val="959595"/>
          </a:solidFill>
        </p:spPr>
        <p:txBody>
          <a:bodyPr wrap="square" lIns="0" tIns="0" rIns="0" bIns="0" rtlCol="0"/>
          <a:lstStyle/>
          <a:p>
            <a:endParaRPr/>
          </a:p>
        </p:txBody>
      </p:sp>
      <p:sp>
        <p:nvSpPr>
          <p:cNvPr id="21" name="object 21"/>
          <p:cNvSpPr/>
          <p:nvPr/>
        </p:nvSpPr>
        <p:spPr>
          <a:xfrm>
            <a:off x="4669536" y="1796797"/>
            <a:ext cx="1130807" cy="990599"/>
          </a:xfrm>
          <a:prstGeom prst="rect">
            <a:avLst/>
          </a:prstGeom>
          <a:blipFill>
            <a:blip r:embed="rId8" cstate="print"/>
            <a:stretch>
              <a:fillRect/>
            </a:stretch>
          </a:blipFill>
        </p:spPr>
        <p:txBody>
          <a:bodyPr wrap="square" lIns="0" tIns="0" rIns="0" bIns="0" rtlCol="0"/>
          <a:lstStyle/>
          <a:p>
            <a:endParaRPr/>
          </a:p>
        </p:txBody>
      </p:sp>
      <p:sp>
        <p:nvSpPr>
          <p:cNvPr id="22" name="object 22"/>
          <p:cNvSpPr/>
          <p:nvPr/>
        </p:nvSpPr>
        <p:spPr>
          <a:xfrm>
            <a:off x="4669536" y="1796796"/>
            <a:ext cx="1130935" cy="990600"/>
          </a:xfrm>
          <a:custGeom>
            <a:avLst/>
            <a:gdLst/>
            <a:ahLst/>
            <a:cxnLst/>
            <a:rect l="l" t="t" r="r" b="b"/>
            <a:pathLst>
              <a:path w="1130935" h="990600">
                <a:moveTo>
                  <a:pt x="0" y="123809"/>
                </a:moveTo>
                <a:lnTo>
                  <a:pt x="7429" y="81434"/>
                </a:lnTo>
                <a:lnTo>
                  <a:pt x="27973" y="45381"/>
                </a:lnTo>
                <a:lnTo>
                  <a:pt x="59019" y="18265"/>
                </a:lnTo>
                <a:lnTo>
                  <a:pt x="97952" y="2703"/>
                </a:lnTo>
                <a:lnTo>
                  <a:pt x="1006998" y="0"/>
                </a:lnTo>
                <a:lnTo>
                  <a:pt x="1021665" y="857"/>
                </a:lnTo>
                <a:lnTo>
                  <a:pt x="1062228" y="12951"/>
                </a:lnTo>
                <a:lnTo>
                  <a:pt x="1095596" y="37289"/>
                </a:lnTo>
                <a:lnTo>
                  <a:pt x="1119150" y="71254"/>
                </a:lnTo>
                <a:lnTo>
                  <a:pt x="1130274" y="112228"/>
                </a:lnTo>
                <a:lnTo>
                  <a:pt x="1130807" y="866759"/>
                </a:lnTo>
                <a:lnTo>
                  <a:pt x="1129950" y="881431"/>
                </a:lnTo>
                <a:lnTo>
                  <a:pt x="1117859" y="922003"/>
                </a:lnTo>
                <a:lnTo>
                  <a:pt x="1093527" y="955376"/>
                </a:lnTo>
                <a:lnTo>
                  <a:pt x="1059569" y="978934"/>
                </a:lnTo>
                <a:lnTo>
                  <a:pt x="1018602" y="990064"/>
                </a:lnTo>
                <a:lnTo>
                  <a:pt x="123840" y="990599"/>
                </a:lnTo>
                <a:lnTo>
                  <a:pt x="109169" y="989742"/>
                </a:lnTo>
                <a:lnTo>
                  <a:pt x="68602" y="977653"/>
                </a:lnTo>
                <a:lnTo>
                  <a:pt x="35232" y="953323"/>
                </a:lnTo>
                <a:lnTo>
                  <a:pt x="11672" y="919365"/>
                </a:lnTo>
                <a:lnTo>
                  <a:pt x="537" y="878392"/>
                </a:lnTo>
                <a:lnTo>
                  <a:pt x="0" y="123809"/>
                </a:lnTo>
                <a:close/>
              </a:path>
            </a:pathLst>
          </a:custGeom>
          <a:ln w="12191">
            <a:solidFill>
              <a:srgbClr val="28C8C0"/>
            </a:solidFill>
          </a:ln>
        </p:spPr>
        <p:txBody>
          <a:bodyPr wrap="square" lIns="0" tIns="0" rIns="0" bIns="0" rtlCol="0"/>
          <a:lstStyle/>
          <a:p>
            <a:endParaRPr/>
          </a:p>
        </p:txBody>
      </p:sp>
      <p:sp>
        <p:nvSpPr>
          <p:cNvPr id="23" name="object 23"/>
          <p:cNvSpPr/>
          <p:nvPr/>
        </p:nvSpPr>
        <p:spPr>
          <a:xfrm>
            <a:off x="4752638" y="2954339"/>
            <a:ext cx="1123950" cy="984250"/>
          </a:xfrm>
          <a:custGeom>
            <a:avLst/>
            <a:gdLst/>
            <a:ahLst/>
            <a:cxnLst/>
            <a:rect l="l" t="t" r="r" b="b"/>
            <a:pathLst>
              <a:path w="1123950" h="984250">
                <a:moveTo>
                  <a:pt x="0" y="900567"/>
                </a:moveTo>
                <a:lnTo>
                  <a:pt x="19252" y="936022"/>
                </a:lnTo>
                <a:lnTo>
                  <a:pt x="49643" y="963851"/>
                </a:lnTo>
                <a:lnTo>
                  <a:pt x="88104" y="980311"/>
                </a:lnTo>
                <a:lnTo>
                  <a:pt x="116937" y="983676"/>
                </a:lnTo>
                <a:lnTo>
                  <a:pt x="1011688" y="983142"/>
                </a:lnTo>
                <a:lnTo>
                  <a:pt x="1052658" y="972016"/>
                </a:lnTo>
                <a:lnTo>
                  <a:pt x="1086620" y="948461"/>
                </a:lnTo>
                <a:lnTo>
                  <a:pt x="1110955" y="915091"/>
                </a:lnTo>
                <a:lnTo>
                  <a:pt x="1114225" y="907476"/>
                </a:lnTo>
                <a:lnTo>
                  <a:pt x="923895" y="907476"/>
                </a:lnTo>
                <a:lnTo>
                  <a:pt x="29105" y="906939"/>
                </a:lnTo>
                <a:lnTo>
                  <a:pt x="14829" y="904769"/>
                </a:lnTo>
                <a:lnTo>
                  <a:pt x="1139" y="901025"/>
                </a:lnTo>
                <a:lnTo>
                  <a:pt x="0" y="900567"/>
                </a:lnTo>
                <a:close/>
              </a:path>
              <a:path w="1123950" h="984250">
                <a:moveTo>
                  <a:pt x="1040782" y="0"/>
                </a:moveTo>
                <a:lnTo>
                  <a:pt x="1044338" y="11859"/>
                </a:lnTo>
                <a:lnTo>
                  <a:pt x="1046847" y="26018"/>
                </a:lnTo>
                <a:lnTo>
                  <a:pt x="1047705" y="40686"/>
                </a:lnTo>
                <a:lnTo>
                  <a:pt x="1047169" y="795245"/>
                </a:lnTo>
                <a:lnTo>
                  <a:pt x="1036040" y="836226"/>
                </a:lnTo>
                <a:lnTo>
                  <a:pt x="1012485" y="870191"/>
                </a:lnTo>
                <a:lnTo>
                  <a:pt x="979120" y="894527"/>
                </a:lnTo>
                <a:lnTo>
                  <a:pt x="938561" y="906618"/>
                </a:lnTo>
                <a:lnTo>
                  <a:pt x="923895" y="907476"/>
                </a:lnTo>
                <a:lnTo>
                  <a:pt x="1114225" y="907476"/>
                </a:lnTo>
                <a:lnTo>
                  <a:pt x="1116475" y="902239"/>
                </a:lnTo>
                <a:lnTo>
                  <a:pt x="1120538" y="888684"/>
                </a:lnTo>
                <a:lnTo>
                  <a:pt x="1123047" y="874522"/>
                </a:lnTo>
                <a:lnTo>
                  <a:pt x="1123905" y="859851"/>
                </a:lnTo>
                <a:lnTo>
                  <a:pt x="1123371" y="105305"/>
                </a:lnTo>
                <a:lnTo>
                  <a:pt x="1112247" y="64330"/>
                </a:lnTo>
                <a:lnTo>
                  <a:pt x="1088693" y="30366"/>
                </a:lnTo>
                <a:lnTo>
                  <a:pt x="1055325" y="6028"/>
                </a:lnTo>
                <a:lnTo>
                  <a:pt x="1042475" y="507"/>
                </a:lnTo>
                <a:lnTo>
                  <a:pt x="1040782" y="0"/>
                </a:lnTo>
                <a:close/>
              </a:path>
            </a:pathLst>
          </a:custGeom>
          <a:solidFill>
            <a:srgbClr val="959595"/>
          </a:solidFill>
        </p:spPr>
        <p:txBody>
          <a:bodyPr wrap="square" lIns="0" tIns="0" rIns="0" bIns="0" rtlCol="0"/>
          <a:lstStyle/>
          <a:p>
            <a:endParaRPr/>
          </a:p>
        </p:txBody>
      </p:sp>
      <p:sp>
        <p:nvSpPr>
          <p:cNvPr id="24" name="object 24"/>
          <p:cNvSpPr/>
          <p:nvPr/>
        </p:nvSpPr>
        <p:spPr>
          <a:xfrm>
            <a:off x="4745167" y="2946854"/>
            <a:ext cx="1137920" cy="997585"/>
          </a:xfrm>
          <a:custGeom>
            <a:avLst/>
            <a:gdLst/>
            <a:ahLst/>
            <a:cxnLst/>
            <a:rect l="l" t="t" r="r" b="b"/>
            <a:pathLst>
              <a:path w="1137920" h="997585">
                <a:moveTo>
                  <a:pt x="0" y="905054"/>
                </a:moveTo>
                <a:lnTo>
                  <a:pt x="16814" y="940358"/>
                </a:lnTo>
                <a:lnTo>
                  <a:pt x="52018" y="975291"/>
                </a:lnTo>
                <a:lnTo>
                  <a:pt x="98622" y="994722"/>
                </a:lnTo>
                <a:lnTo>
                  <a:pt x="124408" y="997258"/>
                </a:lnTo>
                <a:lnTo>
                  <a:pt x="1007932" y="997258"/>
                </a:lnTo>
                <a:lnTo>
                  <a:pt x="1046550" y="991412"/>
                </a:lnTo>
                <a:lnTo>
                  <a:pt x="1062326" y="985066"/>
                </a:lnTo>
                <a:lnTo>
                  <a:pt x="124408" y="985066"/>
                </a:lnTo>
                <a:lnTo>
                  <a:pt x="112064" y="984435"/>
                </a:lnTo>
                <a:lnTo>
                  <a:pt x="68020" y="970719"/>
                </a:lnTo>
                <a:lnTo>
                  <a:pt x="33334" y="942144"/>
                </a:lnTo>
                <a:lnTo>
                  <a:pt x="14817" y="910208"/>
                </a:lnTo>
                <a:lnTo>
                  <a:pt x="8610" y="908510"/>
                </a:lnTo>
                <a:lnTo>
                  <a:pt x="0" y="905054"/>
                </a:lnTo>
                <a:close/>
              </a:path>
              <a:path w="1137920" h="997585">
                <a:moveTo>
                  <a:pt x="1045257" y="0"/>
                </a:moveTo>
                <a:lnTo>
                  <a:pt x="1047746" y="5792"/>
                </a:lnTo>
                <a:lnTo>
                  <a:pt x="1050450" y="14811"/>
                </a:lnTo>
                <a:lnTo>
                  <a:pt x="1053774" y="16046"/>
                </a:lnTo>
                <a:lnTo>
                  <a:pt x="1091112" y="41314"/>
                </a:lnTo>
                <a:lnTo>
                  <a:pt x="1116136" y="78804"/>
                </a:lnTo>
                <a:lnTo>
                  <a:pt x="1125280" y="124768"/>
                </a:lnTo>
                <a:lnTo>
                  <a:pt x="1125280" y="867468"/>
                </a:lnTo>
                <a:lnTo>
                  <a:pt x="1115892" y="913569"/>
                </a:lnTo>
                <a:lnTo>
                  <a:pt x="1090746" y="950907"/>
                </a:lnTo>
                <a:lnTo>
                  <a:pt x="1053134" y="975922"/>
                </a:lnTo>
                <a:lnTo>
                  <a:pt x="1007292" y="985066"/>
                </a:lnTo>
                <a:lnTo>
                  <a:pt x="1062326" y="985066"/>
                </a:lnTo>
                <a:lnTo>
                  <a:pt x="1099616" y="959027"/>
                </a:lnTo>
                <a:lnTo>
                  <a:pt x="1127444" y="917760"/>
                </a:lnTo>
                <a:lnTo>
                  <a:pt x="1136832" y="880422"/>
                </a:lnTo>
                <a:lnTo>
                  <a:pt x="1137472" y="867468"/>
                </a:lnTo>
                <a:lnTo>
                  <a:pt x="1137472" y="124006"/>
                </a:lnTo>
                <a:lnTo>
                  <a:pt x="1131620" y="85388"/>
                </a:lnTo>
                <a:lnTo>
                  <a:pt x="1107632" y="41466"/>
                </a:lnTo>
                <a:lnTo>
                  <a:pt x="1069288" y="10072"/>
                </a:lnTo>
                <a:lnTo>
                  <a:pt x="1045910" y="166"/>
                </a:lnTo>
                <a:lnTo>
                  <a:pt x="1045257" y="0"/>
                </a:lnTo>
                <a:close/>
              </a:path>
            </a:pathLst>
          </a:custGeom>
          <a:solidFill>
            <a:srgbClr val="959595"/>
          </a:solidFill>
        </p:spPr>
        <p:txBody>
          <a:bodyPr wrap="square" lIns="0" tIns="0" rIns="0" bIns="0" rtlCol="0"/>
          <a:lstStyle/>
          <a:p>
            <a:endParaRPr/>
          </a:p>
        </p:txBody>
      </p:sp>
      <p:sp>
        <p:nvSpPr>
          <p:cNvPr id="25" name="object 25"/>
          <p:cNvSpPr/>
          <p:nvPr/>
        </p:nvSpPr>
        <p:spPr>
          <a:xfrm>
            <a:off x="4669536" y="2871217"/>
            <a:ext cx="1130807" cy="990599"/>
          </a:xfrm>
          <a:prstGeom prst="rect">
            <a:avLst/>
          </a:prstGeom>
          <a:blipFill>
            <a:blip r:embed="rId9" cstate="print"/>
            <a:stretch>
              <a:fillRect/>
            </a:stretch>
          </a:blipFill>
        </p:spPr>
        <p:txBody>
          <a:bodyPr wrap="square" lIns="0" tIns="0" rIns="0" bIns="0" rtlCol="0"/>
          <a:lstStyle/>
          <a:p>
            <a:endParaRPr/>
          </a:p>
        </p:txBody>
      </p:sp>
      <p:sp>
        <p:nvSpPr>
          <p:cNvPr id="26" name="object 26"/>
          <p:cNvSpPr/>
          <p:nvPr/>
        </p:nvSpPr>
        <p:spPr>
          <a:xfrm>
            <a:off x="4669536" y="2871216"/>
            <a:ext cx="1130935" cy="990600"/>
          </a:xfrm>
          <a:custGeom>
            <a:avLst/>
            <a:gdLst/>
            <a:ahLst/>
            <a:cxnLst/>
            <a:rect l="l" t="t" r="r" b="b"/>
            <a:pathLst>
              <a:path w="1130935" h="990600">
                <a:moveTo>
                  <a:pt x="0" y="123809"/>
                </a:moveTo>
                <a:lnTo>
                  <a:pt x="7429" y="81434"/>
                </a:lnTo>
                <a:lnTo>
                  <a:pt x="27973" y="45381"/>
                </a:lnTo>
                <a:lnTo>
                  <a:pt x="59019" y="18265"/>
                </a:lnTo>
                <a:lnTo>
                  <a:pt x="97952" y="2703"/>
                </a:lnTo>
                <a:lnTo>
                  <a:pt x="1006998" y="0"/>
                </a:lnTo>
                <a:lnTo>
                  <a:pt x="1021665" y="857"/>
                </a:lnTo>
                <a:lnTo>
                  <a:pt x="1062228" y="12951"/>
                </a:lnTo>
                <a:lnTo>
                  <a:pt x="1095596" y="37289"/>
                </a:lnTo>
                <a:lnTo>
                  <a:pt x="1119150" y="71254"/>
                </a:lnTo>
                <a:lnTo>
                  <a:pt x="1130274" y="112228"/>
                </a:lnTo>
                <a:lnTo>
                  <a:pt x="1130807" y="866759"/>
                </a:lnTo>
                <a:lnTo>
                  <a:pt x="1129950" y="881431"/>
                </a:lnTo>
                <a:lnTo>
                  <a:pt x="1117859" y="922003"/>
                </a:lnTo>
                <a:lnTo>
                  <a:pt x="1093527" y="955376"/>
                </a:lnTo>
                <a:lnTo>
                  <a:pt x="1059569" y="978934"/>
                </a:lnTo>
                <a:lnTo>
                  <a:pt x="1018602" y="990064"/>
                </a:lnTo>
                <a:lnTo>
                  <a:pt x="123840" y="990599"/>
                </a:lnTo>
                <a:lnTo>
                  <a:pt x="109169" y="989742"/>
                </a:lnTo>
                <a:lnTo>
                  <a:pt x="68602" y="977653"/>
                </a:lnTo>
                <a:lnTo>
                  <a:pt x="35232" y="953323"/>
                </a:lnTo>
                <a:lnTo>
                  <a:pt x="11672" y="919365"/>
                </a:lnTo>
                <a:lnTo>
                  <a:pt x="537" y="878392"/>
                </a:lnTo>
                <a:lnTo>
                  <a:pt x="0" y="123809"/>
                </a:lnTo>
                <a:close/>
              </a:path>
            </a:pathLst>
          </a:custGeom>
          <a:ln w="12191">
            <a:solidFill>
              <a:srgbClr val="28C8C0"/>
            </a:solidFill>
          </a:ln>
        </p:spPr>
        <p:txBody>
          <a:bodyPr wrap="square" lIns="0" tIns="0" rIns="0" bIns="0" rtlCol="0"/>
          <a:lstStyle/>
          <a:p>
            <a:endParaRPr/>
          </a:p>
        </p:txBody>
      </p:sp>
      <p:sp>
        <p:nvSpPr>
          <p:cNvPr id="27" name="object 27"/>
          <p:cNvSpPr/>
          <p:nvPr/>
        </p:nvSpPr>
        <p:spPr>
          <a:xfrm>
            <a:off x="4752638" y="4027234"/>
            <a:ext cx="1123950" cy="984250"/>
          </a:xfrm>
          <a:custGeom>
            <a:avLst/>
            <a:gdLst/>
            <a:ahLst/>
            <a:cxnLst/>
            <a:rect l="l" t="t" r="r" b="b"/>
            <a:pathLst>
              <a:path w="1123950" h="984250">
                <a:moveTo>
                  <a:pt x="0" y="900569"/>
                </a:moveTo>
                <a:lnTo>
                  <a:pt x="19252" y="936023"/>
                </a:lnTo>
                <a:lnTo>
                  <a:pt x="49643" y="963852"/>
                </a:lnTo>
                <a:lnTo>
                  <a:pt x="88104" y="980312"/>
                </a:lnTo>
                <a:lnTo>
                  <a:pt x="116937" y="983678"/>
                </a:lnTo>
                <a:lnTo>
                  <a:pt x="1011687" y="983143"/>
                </a:lnTo>
                <a:lnTo>
                  <a:pt x="1052658" y="972017"/>
                </a:lnTo>
                <a:lnTo>
                  <a:pt x="1086619" y="948462"/>
                </a:lnTo>
                <a:lnTo>
                  <a:pt x="1110954" y="915092"/>
                </a:lnTo>
                <a:lnTo>
                  <a:pt x="1114225" y="907477"/>
                </a:lnTo>
                <a:lnTo>
                  <a:pt x="923895" y="907477"/>
                </a:lnTo>
                <a:lnTo>
                  <a:pt x="29116" y="906941"/>
                </a:lnTo>
                <a:lnTo>
                  <a:pt x="14839" y="904772"/>
                </a:lnTo>
                <a:lnTo>
                  <a:pt x="1148" y="901030"/>
                </a:lnTo>
                <a:lnTo>
                  <a:pt x="0" y="900569"/>
                </a:lnTo>
                <a:close/>
              </a:path>
              <a:path w="1123950" h="984250">
                <a:moveTo>
                  <a:pt x="1040780" y="0"/>
                </a:moveTo>
                <a:lnTo>
                  <a:pt x="1044338" y="11870"/>
                </a:lnTo>
                <a:lnTo>
                  <a:pt x="1046847" y="26031"/>
                </a:lnTo>
                <a:lnTo>
                  <a:pt x="1047705" y="40702"/>
                </a:lnTo>
                <a:lnTo>
                  <a:pt x="1047170" y="795249"/>
                </a:lnTo>
                <a:lnTo>
                  <a:pt x="1036043" y="836228"/>
                </a:lnTo>
                <a:lnTo>
                  <a:pt x="1012489" y="870193"/>
                </a:lnTo>
                <a:lnTo>
                  <a:pt x="979122" y="894528"/>
                </a:lnTo>
                <a:lnTo>
                  <a:pt x="938562" y="906620"/>
                </a:lnTo>
                <a:lnTo>
                  <a:pt x="923895" y="907477"/>
                </a:lnTo>
                <a:lnTo>
                  <a:pt x="1114225" y="907477"/>
                </a:lnTo>
                <a:lnTo>
                  <a:pt x="1116475" y="902240"/>
                </a:lnTo>
                <a:lnTo>
                  <a:pt x="1120538" y="888685"/>
                </a:lnTo>
                <a:lnTo>
                  <a:pt x="1123047" y="874524"/>
                </a:lnTo>
                <a:lnTo>
                  <a:pt x="1123904" y="859853"/>
                </a:lnTo>
                <a:lnTo>
                  <a:pt x="1123370" y="105306"/>
                </a:lnTo>
                <a:lnTo>
                  <a:pt x="1112243" y="64327"/>
                </a:lnTo>
                <a:lnTo>
                  <a:pt x="1088688" y="30362"/>
                </a:lnTo>
                <a:lnTo>
                  <a:pt x="1055322" y="6027"/>
                </a:lnTo>
                <a:lnTo>
                  <a:pt x="1042472" y="507"/>
                </a:lnTo>
                <a:lnTo>
                  <a:pt x="1040780" y="0"/>
                </a:lnTo>
                <a:close/>
              </a:path>
            </a:pathLst>
          </a:custGeom>
          <a:solidFill>
            <a:srgbClr val="959595"/>
          </a:solidFill>
        </p:spPr>
        <p:txBody>
          <a:bodyPr wrap="square" lIns="0" tIns="0" rIns="0" bIns="0" rtlCol="0"/>
          <a:lstStyle/>
          <a:p>
            <a:endParaRPr/>
          </a:p>
        </p:txBody>
      </p:sp>
      <p:sp>
        <p:nvSpPr>
          <p:cNvPr id="28" name="object 28"/>
          <p:cNvSpPr/>
          <p:nvPr/>
        </p:nvSpPr>
        <p:spPr>
          <a:xfrm>
            <a:off x="4745167" y="4019766"/>
            <a:ext cx="1137920" cy="997585"/>
          </a:xfrm>
          <a:custGeom>
            <a:avLst/>
            <a:gdLst/>
            <a:ahLst/>
            <a:cxnLst/>
            <a:rect l="l" t="t" r="r" b="b"/>
            <a:pathLst>
              <a:path w="1137920" h="997585">
                <a:moveTo>
                  <a:pt x="0" y="905039"/>
                </a:moveTo>
                <a:lnTo>
                  <a:pt x="16814" y="940342"/>
                </a:lnTo>
                <a:lnTo>
                  <a:pt x="52018" y="975275"/>
                </a:lnTo>
                <a:lnTo>
                  <a:pt x="98622" y="994706"/>
                </a:lnTo>
                <a:lnTo>
                  <a:pt x="124408" y="997242"/>
                </a:lnTo>
                <a:lnTo>
                  <a:pt x="1007932" y="997242"/>
                </a:lnTo>
                <a:lnTo>
                  <a:pt x="1046550" y="991396"/>
                </a:lnTo>
                <a:lnTo>
                  <a:pt x="1062325" y="985050"/>
                </a:lnTo>
                <a:lnTo>
                  <a:pt x="124408" y="985050"/>
                </a:lnTo>
                <a:lnTo>
                  <a:pt x="112064" y="984419"/>
                </a:lnTo>
                <a:lnTo>
                  <a:pt x="68020" y="970703"/>
                </a:lnTo>
                <a:lnTo>
                  <a:pt x="33334" y="942128"/>
                </a:lnTo>
                <a:lnTo>
                  <a:pt x="14817" y="910193"/>
                </a:lnTo>
                <a:lnTo>
                  <a:pt x="8619" y="908498"/>
                </a:lnTo>
                <a:lnTo>
                  <a:pt x="0" y="905039"/>
                </a:lnTo>
                <a:close/>
              </a:path>
              <a:path w="1137920" h="997585">
                <a:moveTo>
                  <a:pt x="1045262" y="0"/>
                </a:moveTo>
                <a:lnTo>
                  <a:pt x="1047746" y="5783"/>
                </a:lnTo>
                <a:lnTo>
                  <a:pt x="1050449" y="14799"/>
                </a:lnTo>
                <a:lnTo>
                  <a:pt x="1053774" y="16036"/>
                </a:lnTo>
                <a:lnTo>
                  <a:pt x="1091112" y="41313"/>
                </a:lnTo>
                <a:lnTo>
                  <a:pt x="1116136" y="78782"/>
                </a:lnTo>
                <a:lnTo>
                  <a:pt x="1125280" y="124752"/>
                </a:lnTo>
                <a:lnTo>
                  <a:pt x="1125280" y="867452"/>
                </a:lnTo>
                <a:lnTo>
                  <a:pt x="1115892" y="913553"/>
                </a:lnTo>
                <a:lnTo>
                  <a:pt x="1090746" y="950891"/>
                </a:lnTo>
                <a:lnTo>
                  <a:pt x="1053134" y="975906"/>
                </a:lnTo>
                <a:lnTo>
                  <a:pt x="1007292" y="985050"/>
                </a:lnTo>
                <a:lnTo>
                  <a:pt x="1062325" y="985050"/>
                </a:lnTo>
                <a:lnTo>
                  <a:pt x="1099616" y="959011"/>
                </a:lnTo>
                <a:lnTo>
                  <a:pt x="1127444" y="917744"/>
                </a:lnTo>
                <a:lnTo>
                  <a:pt x="1136832" y="880406"/>
                </a:lnTo>
                <a:lnTo>
                  <a:pt x="1137472" y="867452"/>
                </a:lnTo>
                <a:lnTo>
                  <a:pt x="1137472" y="123990"/>
                </a:lnTo>
                <a:lnTo>
                  <a:pt x="1131620" y="85378"/>
                </a:lnTo>
                <a:lnTo>
                  <a:pt x="1107632" y="41444"/>
                </a:lnTo>
                <a:lnTo>
                  <a:pt x="1069288" y="10071"/>
                </a:lnTo>
                <a:lnTo>
                  <a:pt x="1045910" y="165"/>
                </a:lnTo>
                <a:lnTo>
                  <a:pt x="1045262" y="0"/>
                </a:lnTo>
                <a:close/>
              </a:path>
            </a:pathLst>
          </a:custGeom>
          <a:solidFill>
            <a:srgbClr val="959595"/>
          </a:solidFill>
        </p:spPr>
        <p:txBody>
          <a:bodyPr wrap="square" lIns="0" tIns="0" rIns="0" bIns="0" rtlCol="0"/>
          <a:lstStyle/>
          <a:p>
            <a:endParaRPr/>
          </a:p>
        </p:txBody>
      </p:sp>
      <p:sp>
        <p:nvSpPr>
          <p:cNvPr id="29" name="object 29"/>
          <p:cNvSpPr/>
          <p:nvPr/>
        </p:nvSpPr>
        <p:spPr>
          <a:xfrm>
            <a:off x="4669536" y="3944112"/>
            <a:ext cx="1130807" cy="990599"/>
          </a:xfrm>
          <a:prstGeom prst="rect">
            <a:avLst/>
          </a:prstGeom>
          <a:blipFill>
            <a:blip r:embed="rId10" cstate="print"/>
            <a:stretch>
              <a:fillRect/>
            </a:stretch>
          </a:blipFill>
        </p:spPr>
        <p:txBody>
          <a:bodyPr wrap="square" lIns="0" tIns="0" rIns="0" bIns="0" rtlCol="0"/>
          <a:lstStyle/>
          <a:p>
            <a:endParaRPr/>
          </a:p>
        </p:txBody>
      </p:sp>
      <p:sp>
        <p:nvSpPr>
          <p:cNvPr id="30" name="object 30"/>
          <p:cNvSpPr/>
          <p:nvPr/>
        </p:nvSpPr>
        <p:spPr>
          <a:xfrm>
            <a:off x="4669536" y="3944111"/>
            <a:ext cx="1130935" cy="990600"/>
          </a:xfrm>
          <a:custGeom>
            <a:avLst/>
            <a:gdLst/>
            <a:ahLst/>
            <a:cxnLst/>
            <a:rect l="l" t="t" r="r" b="b"/>
            <a:pathLst>
              <a:path w="1130935" h="990600">
                <a:moveTo>
                  <a:pt x="0" y="123824"/>
                </a:moveTo>
                <a:lnTo>
                  <a:pt x="7428" y="81442"/>
                </a:lnTo>
                <a:lnTo>
                  <a:pt x="27970" y="45385"/>
                </a:lnTo>
                <a:lnTo>
                  <a:pt x="59013" y="18268"/>
                </a:lnTo>
                <a:lnTo>
                  <a:pt x="97942" y="2705"/>
                </a:lnTo>
                <a:lnTo>
                  <a:pt x="1006998" y="0"/>
                </a:lnTo>
                <a:lnTo>
                  <a:pt x="1021664" y="857"/>
                </a:lnTo>
                <a:lnTo>
                  <a:pt x="1062225" y="12949"/>
                </a:lnTo>
                <a:lnTo>
                  <a:pt x="1095591" y="37284"/>
                </a:lnTo>
                <a:lnTo>
                  <a:pt x="1119146" y="71249"/>
                </a:lnTo>
                <a:lnTo>
                  <a:pt x="1130273" y="112228"/>
                </a:lnTo>
                <a:lnTo>
                  <a:pt x="1130807" y="866774"/>
                </a:lnTo>
                <a:lnTo>
                  <a:pt x="1129950" y="881445"/>
                </a:lnTo>
                <a:lnTo>
                  <a:pt x="1117857" y="922014"/>
                </a:lnTo>
                <a:lnTo>
                  <a:pt x="1093522" y="955384"/>
                </a:lnTo>
                <a:lnTo>
                  <a:pt x="1059561" y="978939"/>
                </a:lnTo>
                <a:lnTo>
                  <a:pt x="1018590" y="990065"/>
                </a:lnTo>
                <a:lnTo>
                  <a:pt x="123840" y="990599"/>
                </a:lnTo>
                <a:lnTo>
                  <a:pt x="109169" y="989742"/>
                </a:lnTo>
                <a:lnTo>
                  <a:pt x="68599" y="977653"/>
                </a:lnTo>
                <a:lnTo>
                  <a:pt x="35228" y="953323"/>
                </a:lnTo>
                <a:lnTo>
                  <a:pt x="11669" y="919366"/>
                </a:lnTo>
                <a:lnTo>
                  <a:pt x="536" y="878394"/>
                </a:lnTo>
                <a:lnTo>
                  <a:pt x="0" y="123824"/>
                </a:lnTo>
                <a:close/>
              </a:path>
            </a:pathLst>
          </a:custGeom>
          <a:ln w="12191">
            <a:solidFill>
              <a:srgbClr val="28C8C0"/>
            </a:solidFill>
          </a:ln>
        </p:spPr>
        <p:txBody>
          <a:bodyPr wrap="square" lIns="0" tIns="0" rIns="0" bIns="0" rtlCol="0"/>
          <a:lstStyle/>
          <a:p>
            <a:endParaRPr/>
          </a:p>
        </p:txBody>
      </p:sp>
      <p:sp>
        <p:nvSpPr>
          <p:cNvPr id="31" name="object 31"/>
          <p:cNvSpPr/>
          <p:nvPr/>
        </p:nvSpPr>
        <p:spPr>
          <a:xfrm>
            <a:off x="4752635" y="5101654"/>
            <a:ext cx="1123950" cy="984250"/>
          </a:xfrm>
          <a:custGeom>
            <a:avLst/>
            <a:gdLst/>
            <a:ahLst/>
            <a:cxnLst/>
            <a:rect l="l" t="t" r="r" b="b"/>
            <a:pathLst>
              <a:path w="1123950" h="984250">
                <a:moveTo>
                  <a:pt x="0" y="900561"/>
                </a:moveTo>
                <a:lnTo>
                  <a:pt x="19242" y="935994"/>
                </a:lnTo>
                <a:lnTo>
                  <a:pt x="49635" y="963835"/>
                </a:lnTo>
                <a:lnTo>
                  <a:pt x="88102" y="980308"/>
                </a:lnTo>
                <a:lnTo>
                  <a:pt x="116940" y="983678"/>
                </a:lnTo>
                <a:lnTo>
                  <a:pt x="1011654" y="983146"/>
                </a:lnTo>
                <a:lnTo>
                  <a:pt x="1052637" y="972022"/>
                </a:lnTo>
                <a:lnTo>
                  <a:pt x="1086609" y="948463"/>
                </a:lnTo>
                <a:lnTo>
                  <a:pt x="1110953" y="915098"/>
                </a:lnTo>
                <a:lnTo>
                  <a:pt x="1114229" y="907477"/>
                </a:lnTo>
                <a:lnTo>
                  <a:pt x="923899" y="907477"/>
                </a:lnTo>
                <a:lnTo>
                  <a:pt x="29157" y="906944"/>
                </a:lnTo>
                <a:lnTo>
                  <a:pt x="14876" y="904777"/>
                </a:lnTo>
                <a:lnTo>
                  <a:pt x="1180" y="901035"/>
                </a:lnTo>
                <a:lnTo>
                  <a:pt x="0" y="900561"/>
                </a:lnTo>
                <a:close/>
              </a:path>
              <a:path w="1123950" h="984250">
                <a:moveTo>
                  <a:pt x="1040784" y="0"/>
                </a:moveTo>
                <a:lnTo>
                  <a:pt x="1044342" y="11870"/>
                </a:lnTo>
                <a:lnTo>
                  <a:pt x="1046850" y="26031"/>
                </a:lnTo>
                <a:lnTo>
                  <a:pt x="1047708" y="40702"/>
                </a:lnTo>
                <a:lnTo>
                  <a:pt x="1047177" y="795245"/>
                </a:lnTo>
                <a:lnTo>
                  <a:pt x="1036059" y="836201"/>
                </a:lnTo>
                <a:lnTo>
                  <a:pt x="1012505" y="870167"/>
                </a:lnTo>
                <a:lnTo>
                  <a:pt x="979136" y="894516"/>
                </a:lnTo>
                <a:lnTo>
                  <a:pt x="938568" y="906619"/>
                </a:lnTo>
                <a:lnTo>
                  <a:pt x="923899" y="907477"/>
                </a:lnTo>
                <a:lnTo>
                  <a:pt x="1114229" y="907477"/>
                </a:lnTo>
                <a:lnTo>
                  <a:pt x="1116475" y="902252"/>
                </a:lnTo>
                <a:lnTo>
                  <a:pt x="1120540" y="888705"/>
                </a:lnTo>
                <a:lnTo>
                  <a:pt x="1123050" y="874556"/>
                </a:lnTo>
                <a:lnTo>
                  <a:pt x="1123908" y="859901"/>
                </a:lnTo>
                <a:lnTo>
                  <a:pt x="1123374" y="105306"/>
                </a:lnTo>
                <a:lnTo>
                  <a:pt x="1112247" y="64327"/>
                </a:lnTo>
                <a:lnTo>
                  <a:pt x="1088692" y="30362"/>
                </a:lnTo>
                <a:lnTo>
                  <a:pt x="1055326" y="6027"/>
                </a:lnTo>
                <a:lnTo>
                  <a:pt x="1042476" y="507"/>
                </a:lnTo>
                <a:lnTo>
                  <a:pt x="1040784" y="0"/>
                </a:lnTo>
                <a:close/>
              </a:path>
            </a:pathLst>
          </a:custGeom>
          <a:solidFill>
            <a:srgbClr val="959595"/>
          </a:solidFill>
        </p:spPr>
        <p:txBody>
          <a:bodyPr wrap="square" lIns="0" tIns="0" rIns="0" bIns="0" rtlCol="0"/>
          <a:lstStyle/>
          <a:p>
            <a:endParaRPr/>
          </a:p>
        </p:txBody>
      </p:sp>
      <p:sp>
        <p:nvSpPr>
          <p:cNvPr id="32" name="object 32"/>
          <p:cNvSpPr/>
          <p:nvPr/>
        </p:nvSpPr>
        <p:spPr>
          <a:xfrm>
            <a:off x="4745171" y="5094186"/>
            <a:ext cx="1137920" cy="997585"/>
          </a:xfrm>
          <a:custGeom>
            <a:avLst/>
            <a:gdLst/>
            <a:ahLst/>
            <a:cxnLst/>
            <a:rect l="l" t="t" r="r" b="b"/>
            <a:pathLst>
              <a:path w="1137920" h="997585">
                <a:moveTo>
                  <a:pt x="0" y="905035"/>
                </a:moveTo>
                <a:lnTo>
                  <a:pt x="16810" y="940318"/>
                </a:lnTo>
                <a:lnTo>
                  <a:pt x="52014" y="975205"/>
                </a:lnTo>
                <a:lnTo>
                  <a:pt x="98618" y="994706"/>
                </a:lnTo>
                <a:lnTo>
                  <a:pt x="124404" y="997242"/>
                </a:lnTo>
                <a:lnTo>
                  <a:pt x="1007928" y="997230"/>
                </a:lnTo>
                <a:lnTo>
                  <a:pt x="1046546" y="991347"/>
                </a:lnTo>
                <a:lnTo>
                  <a:pt x="1062281" y="985062"/>
                </a:lnTo>
                <a:lnTo>
                  <a:pt x="124404" y="985050"/>
                </a:lnTo>
                <a:lnTo>
                  <a:pt x="112060" y="984395"/>
                </a:lnTo>
                <a:lnTo>
                  <a:pt x="68016" y="970703"/>
                </a:lnTo>
                <a:lnTo>
                  <a:pt x="33330" y="942067"/>
                </a:lnTo>
                <a:lnTo>
                  <a:pt x="14810" y="910188"/>
                </a:lnTo>
                <a:lnTo>
                  <a:pt x="8644" y="908504"/>
                </a:lnTo>
                <a:lnTo>
                  <a:pt x="0" y="905035"/>
                </a:lnTo>
                <a:close/>
              </a:path>
              <a:path w="1137920" h="997585">
                <a:moveTo>
                  <a:pt x="1045258" y="0"/>
                </a:moveTo>
                <a:lnTo>
                  <a:pt x="1047742" y="5783"/>
                </a:lnTo>
                <a:lnTo>
                  <a:pt x="1050445" y="14799"/>
                </a:lnTo>
                <a:lnTo>
                  <a:pt x="1053770" y="16036"/>
                </a:lnTo>
                <a:lnTo>
                  <a:pt x="1091108" y="41313"/>
                </a:lnTo>
                <a:lnTo>
                  <a:pt x="1116132" y="78782"/>
                </a:lnTo>
                <a:lnTo>
                  <a:pt x="1125276" y="124752"/>
                </a:lnTo>
                <a:lnTo>
                  <a:pt x="1125276" y="867403"/>
                </a:lnTo>
                <a:lnTo>
                  <a:pt x="1115888" y="913504"/>
                </a:lnTo>
                <a:lnTo>
                  <a:pt x="1090742" y="950830"/>
                </a:lnTo>
                <a:lnTo>
                  <a:pt x="1053130" y="975943"/>
                </a:lnTo>
                <a:lnTo>
                  <a:pt x="1007288" y="985062"/>
                </a:lnTo>
                <a:lnTo>
                  <a:pt x="1062281" y="985062"/>
                </a:lnTo>
                <a:lnTo>
                  <a:pt x="1099612" y="959072"/>
                </a:lnTo>
                <a:lnTo>
                  <a:pt x="1127440" y="917720"/>
                </a:lnTo>
                <a:lnTo>
                  <a:pt x="1136828" y="880406"/>
                </a:lnTo>
                <a:lnTo>
                  <a:pt x="1137468" y="867403"/>
                </a:lnTo>
                <a:lnTo>
                  <a:pt x="1137468" y="123990"/>
                </a:lnTo>
                <a:lnTo>
                  <a:pt x="1131616" y="85378"/>
                </a:lnTo>
                <a:lnTo>
                  <a:pt x="1107628" y="41444"/>
                </a:lnTo>
                <a:lnTo>
                  <a:pt x="1069284" y="10071"/>
                </a:lnTo>
                <a:lnTo>
                  <a:pt x="1045906" y="165"/>
                </a:lnTo>
                <a:lnTo>
                  <a:pt x="1045258" y="0"/>
                </a:lnTo>
                <a:close/>
              </a:path>
            </a:pathLst>
          </a:custGeom>
          <a:solidFill>
            <a:srgbClr val="959595"/>
          </a:solidFill>
        </p:spPr>
        <p:txBody>
          <a:bodyPr wrap="square" lIns="0" tIns="0" rIns="0" bIns="0" rtlCol="0"/>
          <a:lstStyle/>
          <a:p>
            <a:endParaRPr/>
          </a:p>
        </p:txBody>
      </p:sp>
      <p:sp>
        <p:nvSpPr>
          <p:cNvPr id="33" name="object 33"/>
          <p:cNvSpPr/>
          <p:nvPr/>
        </p:nvSpPr>
        <p:spPr>
          <a:xfrm>
            <a:off x="4669536" y="5018533"/>
            <a:ext cx="1130807" cy="990599"/>
          </a:xfrm>
          <a:prstGeom prst="rect">
            <a:avLst/>
          </a:prstGeom>
          <a:blipFill>
            <a:blip r:embed="rId11" cstate="print"/>
            <a:stretch>
              <a:fillRect/>
            </a:stretch>
          </a:blipFill>
        </p:spPr>
        <p:txBody>
          <a:bodyPr wrap="square" lIns="0" tIns="0" rIns="0" bIns="0" rtlCol="0"/>
          <a:lstStyle/>
          <a:p>
            <a:endParaRPr/>
          </a:p>
        </p:txBody>
      </p:sp>
      <p:sp>
        <p:nvSpPr>
          <p:cNvPr id="34" name="object 34"/>
          <p:cNvSpPr/>
          <p:nvPr/>
        </p:nvSpPr>
        <p:spPr>
          <a:xfrm>
            <a:off x="4669536" y="5018532"/>
            <a:ext cx="1130935" cy="990600"/>
          </a:xfrm>
          <a:custGeom>
            <a:avLst/>
            <a:gdLst/>
            <a:ahLst/>
            <a:cxnLst/>
            <a:rect l="l" t="t" r="r" b="b"/>
            <a:pathLst>
              <a:path w="1130935" h="990600">
                <a:moveTo>
                  <a:pt x="0" y="123824"/>
                </a:moveTo>
                <a:lnTo>
                  <a:pt x="7428" y="81442"/>
                </a:lnTo>
                <a:lnTo>
                  <a:pt x="27970" y="45385"/>
                </a:lnTo>
                <a:lnTo>
                  <a:pt x="59013" y="18268"/>
                </a:lnTo>
                <a:lnTo>
                  <a:pt x="97942" y="2705"/>
                </a:lnTo>
                <a:lnTo>
                  <a:pt x="1006998" y="0"/>
                </a:lnTo>
                <a:lnTo>
                  <a:pt x="1021664" y="857"/>
                </a:lnTo>
                <a:lnTo>
                  <a:pt x="1062225" y="12949"/>
                </a:lnTo>
                <a:lnTo>
                  <a:pt x="1095591" y="37284"/>
                </a:lnTo>
                <a:lnTo>
                  <a:pt x="1119146" y="71249"/>
                </a:lnTo>
                <a:lnTo>
                  <a:pt x="1130273" y="112228"/>
                </a:lnTo>
                <a:lnTo>
                  <a:pt x="1130807" y="866823"/>
                </a:lnTo>
                <a:lnTo>
                  <a:pt x="1129949" y="881478"/>
                </a:lnTo>
                <a:lnTo>
                  <a:pt x="1117853" y="922020"/>
                </a:lnTo>
                <a:lnTo>
                  <a:pt x="1093509" y="955385"/>
                </a:lnTo>
                <a:lnTo>
                  <a:pt x="1059536" y="978944"/>
                </a:lnTo>
                <a:lnTo>
                  <a:pt x="1018553" y="990068"/>
                </a:lnTo>
                <a:lnTo>
                  <a:pt x="123840" y="990599"/>
                </a:lnTo>
                <a:lnTo>
                  <a:pt x="109166" y="989741"/>
                </a:lnTo>
                <a:lnTo>
                  <a:pt x="68589" y="977641"/>
                </a:lnTo>
                <a:lnTo>
                  <a:pt x="35214" y="953297"/>
                </a:lnTo>
                <a:lnTo>
                  <a:pt x="11657" y="919338"/>
                </a:lnTo>
                <a:lnTo>
                  <a:pt x="533" y="878390"/>
                </a:lnTo>
                <a:lnTo>
                  <a:pt x="0" y="123824"/>
                </a:lnTo>
                <a:close/>
              </a:path>
            </a:pathLst>
          </a:custGeom>
          <a:ln w="12191">
            <a:solidFill>
              <a:srgbClr val="28C8C0"/>
            </a:solidFill>
          </a:ln>
        </p:spPr>
        <p:txBody>
          <a:bodyPr wrap="square" lIns="0" tIns="0" rIns="0" bIns="0" rtlCol="0"/>
          <a:lstStyle/>
          <a:p>
            <a:endParaRPr/>
          </a:p>
        </p:txBody>
      </p:sp>
      <p:sp>
        <p:nvSpPr>
          <p:cNvPr id="35" name="object 35"/>
          <p:cNvSpPr/>
          <p:nvPr/>
        </p:nvSpPr>
        <p:spPr>
          <a:xfrm>
            <a:off x="5942886" y="1879919"/>
            <a:ext cx="1123950" cy="984250"/>
          </a:xfrm>
          <a:custGeom>
            <a:avLst/>
            <a:gdLst/>
            <a:ahLst/>
            <a:cxnLst/>
            <a:rect l="l" t="t" r="r" b="b"/>
            <a:pathLst>
              <a:path w="1123950" h="984250">
                <a:moveTo>
                  <a:pt x="0" y="900569"/>
                </a:moveTo>
                <a:lnTo>
                  <a:pt x="19252" y="936021"/>
                </a:lnTo>
                <a:lnTo>
                  <a:pt x="49643" y="963851"/>
                </a:lnTo>
                <a:lnTo>
                  <a:pt x="88102" y="980311"/>
                </a:lnTo>
                <a:lnTo>
                  <a:pt x="116933" y="983676"/>
                </a:lnTo>
                <a:lnTo>
                  <a:pt x="1011695" y="983141"/>
                </a:lnTo>
                <a:lnTo>
                  <a:pt x="1052662" y="972011"/>
                </a:lnTo>
                <a:lnTo>
                  <a:pt x="1086620" y="948452"/>
                </a:lnTo>
                <a:lnTo>
                  <a:pt x="1110952" y="915080"/>
                </a:lnTo>
                <a:lnTo>
                  <a:pt x="1114217" y="907476"/>
                </a:lnTo>
                <a:lnTo>
                  <a:pt x="923891" y="907476"/>
                </a:lnTo>
                <a:lnTo>
                  <a:pt x="29100" y="906938"/>
                </a:lnTo>
                <a:lnTo>
                  <a:pt x="14825" y="904768"/>
                </a:lnTo>
                <a:lnTo>
                  <a:pt x="1135" y="901024"/>
                </a:lnTo>
                <a:lnTo>
                  <a:pt x="0" y="900569"/>
                </a:lnTo>
                <a:close/>
              </a:path>
              <a:path w="1123950" h="984250">
                <a:moveTo>
                  <a:pt x="1040778" y="0"/>
                </a:moveTo>
                <a:lnTo>
                  <a:pt x="1044334" y="11859"/>
                </a:lnTo>
                <a:lnTo>
                  <a:pt x="1046843" y="26018"/>
                </a:lnTo>
                <a:lnTo>
                  <a:pt x="1047701" y="40686"/>
                </a:lnTo>
                <a:lnTo>
                  <a:pt x="1047165" y="795245"/>
                </a:lnTo>
                <a:lnTo>
                  <a:pt x="1036036" y="836226"/>
                </a:lnTo>
                <a:lnTo>
                  <a:pt x="1012481" y="870191"/>
                </a:lnTo>
                <a:lnTo>
                  <a:pt x="979115" y="894527"/>
                </a:lnTo>
                <a:lnTo>
                  <a:pt x="938557" y="906618"/>
                </a:lnTo>
                <a:lnTo>
                  <a:pt x="923891" y="907476"/>
                </a:lnTo>
                <a:lnTo>
                  <a:pt x="1114217" y="907476"/>
                </a:lnTo>
                <a:lnTo>
                  <a:pt x="1116472" y="902227"/>
                </a:lnTo>
                <a:lnTo>
                  <a:pt x="1120534" y="888671"/>
                </a:lnTo>
                <a:lnTo>
                  <a:pt x="1123043" y="874508"/>
                </a:lnTo>
                <a:lnTo>
                  <a:pt x="1123901" y="859836"/>
                </a:lnTo>
                <a:lnTo>
                  <a:pt x="1123367" y="105305"/>
                </a:lnTo>
                <a:lnTo>
                  <a:pt x="1112243" y="64330"/>
                </a:lnTo>
                <a:lnTo>
                  <a:pt x="1088689" y="30366"/>
                </a:lnTo>
                <a:lnTo>
                  <a:pt x="1055321" y="6028"/>
                </a:lnTo>
                <a:lnTo>
                  <a:pt x="1042471" y="507"/>
                </a:lnTo>
                <a:lnTo>
                  <a:pt x="1040778" y="0"/>
                </a:lnTo>
                <a:close/>
              </a:path>
            </a:pathLst>
          </a:custGeom>
          <a:solidFill>
            <a:srgbClr val="959595"/>
          </a:solidFill>
        </p:spPr>
        <p:txBody>
          <a:bodyPr wrap="square" lIns="0" tIns="0" rIns="0" bIns="0" rtlCol="0"/>
          <a:lstStyle/>
          <a:p>
            <a:endParaRPr/>
          </a:p>
        </p:txBody>
      </p:sp>
      <p:sp>
        <p:nvSpPr>
          <p:cNvPr id="36" name="object 36"/>
          <p:cNvSpPr/>
          <p:nvPr/>
        </p:nvSpPr>
        <p:spPr>
          <a:xfrm>
            <a:off x="5935409" y="1872434"/>
            <a:ext cx="1137920" cy="997585"/>
          </a:xfrm>
          <a:custGeom>
            <a:avLst/>
            <a:gdLst/>
            <a:ahLst/>
            <a:cxnLst/>
            <a:rect l="l" t="t" r="r" b="b"/>
            <a:pathLst>
              <a:path w="1137920" h="997585">
                <a:moveTo>
                  <a:pt x="0" y="905053"/>
                </a:moveTo>
                <a:lnTo>
                  <a:pt x="16815" y="940352"/>
                </a:lnTo>
                <a:lnTo>
                  <a:pt x="52020" y="975282"/>
                </a:lnTo>
                <a:lnTo>
                  <a:pt x="98624" y="994728"/>
                </a:lnTo>
                <a:lnTo>
                  <a:pt x="124410" y="997258"/>
                </a:lnTo>
                <a:lnTo>
                  <a:pt x="1007934" y="997258"/>
                </a:lnTo>
                <a:lnTo>
                  <a:pt x="1046552" y="991406"/>
                </a:lnTo>
                <a:lnTo>
                  <a:pt x="1062301" y="985066"/>
                </a:lnTo>
                <a:lnTo>
                  <a:pt x="124410" y="985066"/>
                </a:lnTo>
                <a:lnTo>
                  <a:pt x="112065" y="984426"/>
                </a:lnTo>
                <a:lnTo>
                  <a:pt x="68022" y="970710"/>
                </a:lnTo>
                <a:lnTo>
                  <a:pt x="33336" y="942150"/>
                </a:lnTo>
                <a:lnTo>
                  <a:pt x="14822" y="910209"/>
                </a:lnTo>
                <a:lnTo>
                  <a:pt x="8612" y="908510"/>
                </a:lnTo>
                <a:lnTo>
                  <a:pt x="0" y="905053"/>
                </a:lnTo>
                <a:close/>
              </a:path>
              <a:path w="1137920" h="997585">
                <a:moveTo>
                  <a:pt x="1045259" y="0"/>
                </a:moveTo>
                <a:lnTo>
                  <a:pt x="1047747" y="5792"/>
                </a:lnTo>
                <a:lnTo>
                  <a:pt x="1050451" y="14811"/>
                </a:lnTo>
                <a:lnTo>
                  <a:pt x="1053775" y="16046"/>
                </a:lnTo>
                <a:lnTo>
                  <a:pt x="1091113" y="41314"/>
                </a:lnTo>
                <a:lnTo>
                  <a:pt x="1116138" y="78804"/>
                </a:lnTo>
                <a:lnTo>
                  <a:pt x="1125282" y="124768"/>
                </a:lnTo>
                <a:lnTo>
                  <a:pt x="1125282" y="867474"/>
                </a:lnTo>
                <a:lnTo>
                  <a:pt x="1115894" y="913560"/>
                </a:lnTo>
                <a:lnTo>
                  <a:pt x="1090748" y="950898"/>
                </a:lnTo>
                <a:lnTo>
                  <a:pt x="1053135" y="975922"/>
                </a:lnTo>
                <a:lnTo>
                  <a:pt x="1007293" y="985066"/>
                </a:lnTo>
                <a:lnTo>
                  <a:pt x="1062301" y="985066"/>
                </a:lnTo>
                <a:lnTo>
                  <a:pt x="1099617" y="959036"/>
                </a:lnTo>
                <a:lnTo>
                  <a:pt x="1127446" y="917766"/>
                </a:lnTo>
                <a:lnTo>
                  <a:pt x="1136833" y="880428"/>
                </a:lnTo>
                <a:lnTo>
                  <a:pt x="1137474" y="867474"/>
                </a:lnTo>
                <a:lnTo>
                  <a:pt x="1137474" y="124006"/>
                </a:lnTo>
                <a:lnTo>
                  <a:pt x="1131621" y="85388"/>
                </a:lnTo>
                <a:lnTo>
                  <a:pt x="1107634" y="41466"/>
                </a:lnTo>
                <a:lnTo>
                  <a:pt x="1069290" y="10072"/>
                </a:lnTo>
                <a:lnTo>
                  <a:pt x="1045912" y="166"/>
                </a:lnTo>
                <a:lnTo>
                  <a:pt x="1045259" y="0"/>
                </a:lnTo>
                <a:close/>
              </a:path>
            </a:pathLst>
          </a:custGeom>
          <a:solidFill>
            <a:srgbClr val="959595"/>
          </a:solidFill>
        </p:spPr>
        <p:txBody>
          <a:bodyPr wrap="square" lIns="0" tIns="0" rIns="0" bIns="0" rtlCol="0"/>
          <a:lstStyle/>
          <a:p>
            <a:endParaRPr/>
          </a:p>
        </p:txBody>
      </p:sp>
      <p:sp>
        <p:nvSpPr>
          <p:cNvPr id="37" name="object 37"/>
          <p:cNvSpPr/>
          <p:nvPr/>
        </p:nvSpPr>
        <p:spPr>
          <a:xfrm>
            <a:off x="5859780" y="1796797"/>
            <a:ext cx="1130807" cy="990599"/>
          </a:xfrm>
          <a:prstGeom prst="rect">
            <a:avLst/>
          </a:prstGeom>
          <a:blipFill>
            <a:blip r:embed="rId12" cstate="print"/>
            <a:stretch>
              <a:fillRect/>
            </a:stretch>
          </a:blipFill>
        </p:spPr>
        <p:txBody>
          <a:bodyPr wrap="square" lIns="0" tIns="0" rIns="0" bIns="0" rtlCol="0"/>
          <a:lstStyle/>
          <a:p>
            <a:endParaRPr/>
          </a:p>
        </p:txBody>
      </p:sp>
      <p:sp>
        <p:nvSpPr>
          <p:cNvPr id="38" name="object 38"/>
          <p:cNvSpPr/>
          <p:nvPr/>
        </p:nvSpPr>
        <p:spPr>
          <a:xfrm>
            <a:off x="5859780" y="1796796"/>
            <a:ext cx="1130935" cy="990600"/>
          </a:xfrm>
          <a:custGeom>
            <a:avLst/>
            <a:gdLst/>
            <a:ahLst/>
            <a:cxnLst/>
            <a:rect l="l" t="t" r="r" b="b"/>
            <a:pathLst>
              <a:path w="1130935" h="990600">
                <a:moveTo>
                  <a:pt x="0" y="123809"/>
                </a:moveTo>
                <a:lnTo>
                  <a:pt x="7429" y="81434"/>
                </a:lnTo>
                <a:lnTo>
                  <a:pt x="27973" y="45381"/>
                </a:lnTo>
                <a:lnTo>
                  <a:pt x="59019" y="18265"/>
                </a:lnTo>
                <a:lnTo>
                  <a:pt x="97952" y="2703"/>
                </a:lnTo>
                <a:lnTo>
                  <a:pt x="1006998" y="0"/>
                </a:lnTo>
                <a:lnTo>
                  <a:pt x="1021665" y="857"/>
                </a:lnTo>
                <a:lnTo>
                  <a:pt x="1062228" y="12951"/>
                </a:lnTo>
                <a:lnTo>
                  <a:pt x="1095596" y="37289"/>
                </a:lnTo>
                <a:lnTo>
                  <a:pt x="1119150" y="71254"/>
                </a:lnTo>
                <a:lnTo>
                  <a:pt x="1130274" y="112228"/>
                </a:lnTo>
                <a:lnTo>
                  <a:pt x="1130807" y="866759"/>
                </a:lnTo>
                <a:lnTo>
                  <a:pt x="1129950" y="881431"/>
                </a:lnTo>
                <a:lnTo>
                  <a:pt x="1117859" y="922003"/>
                </a:lnTo>
                <a:lnTo>
                  <a:pt x="1093527" y="955376"/>
                </a:lnTo>
                <a:lnTo>
                  <a:pt x="1059569" y="978934"/>
                </a:lnTo>
                <a:lnTo>
                  <a:pt x="1018602" y="990064"/>
                </a:lnTo>
                <a:lnTo>
                  <a:pt x="123840" y="990599"/>
                </a:lnTo>
                <a:lnTo>
                  <a:pt x="109169" y="989742"/>
                </a:lnTo>
                <a:lnTo>
                  <a:pt x="68602" y="977653"/>
                </a:lnTo>
                <a:lnTo>
                  <a:pt x="35232" y="953323"/>
                </a:lnTo>
                <a:lnTo>
                  <a:pt x="11672" y="919365"/>
                </a:lnTo>
                <a:lnTo>
                  <a:pt x="537" y="878392"/>
                </a:lnTo>
                <a:lnTo>
                  <a:pt x="0" y="123809"/>
                </a:lnTo>
                <a:close/>
              </a:path>
            </a:pathLst>
          </a:custGeom>
          <a:ln w="12191">
            <a:solidFill>
              <a:srgbClr val="28C8C0"/>
            </a:solidFill>
          </a:ln>
        </p:spPr>
        <p:txBody>
          <a:bodyPr wrap="square" lIns="0" tIns="0" rIns="0" bIns="0" rtlCol="0"/>
          <a:lstStyle/>
          <a:p>
            <a:endParaRPr/>
          </a:p>
        </p:txBody>
      </p:sp>
      <p:sp>
        <p:nvSpPr>
          <p:cNvPr id="39" name="object 39"/>
          <p:cNvSpPr/>
          <p:nvPr/>
        </p:nvSpPr>
        <p:spPr>
          <a:xfrm>
            <a:off x="5942882" y="2954339"/>
            <a:ext cx="1123950" cy="984250"/>
          </a:xfrm>
          <a:custGeom>
            <a:avLst/>
            <a:gdLst/>
            <a:ahLst/>
            <a:cxnLst/>
            <a:rect l="l" t="t" r="r" b="b"/>
            <a:pathLst>
              <a:path w="1123950" h="984250">
                <a:moveTo>
                  <a:pt x="0" y="900567"/>
                </a:moveTo>
                <a:lnTo>
                  <a:pt x="19252" y="936021"/>
                </a:lnTo>
                <a:lnTo>
                  <a:pt x="49643" y="963851"/>
                </a:lnTo>
                <a:lnTo>
                  <a:pt x="88104" y="980311"/>
                </a:lnTo>
                <a:lnTo>
                  <a:pt x="116937" y="983676"/>
                </a:lnTo>
                <a:lnTo>
                  <a:pt x="1011688" y="983142"/>
                </a:lnTo>
                <a:lnTo>
                  <a:pt x="1052658" y="972016"/>
                </a:lnTo>
                <a:lnTo>
                  <a:pt x="1086620" y="948461"/>
                </a:lnTo>
                <a:lnTo>
                  <a:pt x="1110955" y="915091"/>
                </a:lnTo>
                <a:lnTo>
                  <a:pt x="1114225" y="907476"/>
                </a:lnTo>
                <a:lnTo>
                  <a:pt x="923895" y="907476"/>
                </a:lnTo>
                <a:lnTo>
                  <a:pt x="29105" y="906938"/>
                </a:lnTo>
                <a:lnTo>
                  <a:pt x="14829" y="904769"/>
                </a:lnTo>
                <a:lnTo>
                  <a:pt x="1139" y="901025"/>
                </a:lnTo>
                <a:lnTo>
                  <a:pt x="0" y="900567"/>
                </a:lnTo>
                <a:close/>
              </a:path>
              <a:path w="1123950" h="984250">
                <a:moveTo>
                  <a:pt x="1040782" y="0"/>
                </a:moveTo>
                <a:lnTo>
                  <a:pt x="1044338" y="11859"/>
                </a:lnTo>
                <a:lnTo>
                  <a:pt x="1046847" y="26018"/>
                </a:lnTo>
                <a:lnTo>
                  <a:pt x="1047705" y="40686"/>
                </a:lnTo>
                <a:lnTo>
                  <a:pt x="1047169" y="795245"/>
                </a:lnTo>
                <a:lnTo>
                  <a:pt x="1036040" y="836226"/>
                </a:lnTo>
                <a:lnTo>
                  <a:pt x="1012485" y="870191"/>
                </a:lnTo>
                <a:lnTo>
                  <a:pt x="979120" y="894527"/>
                </a:lnTo>
                <a:lnTo>
                  <a:pt x="938561" y="906618"/>
                </a:lnTo>
                <a:lnTo>
                  <a:pt x="923895" y="907476"/>
                </a:lnTo>
                <a:lnTo>
                  <a:pt x="1114225" y="907476"/>
                </a:lnTo>
                <a:lnTo>
                  <a:pt x="1116475" y="902239"/>
                </a:lnTo>
                <a:lnTo>
                  <a:pt x="1120538" y="888684"/>
                </a:lnTo>
                <a:lnTo>
                  <a:pt x="1123047" y="874522"/>
                </a:lnTo>
                <a:lnTo>
                  <a:pt x="1123905" y="859851"/>
                </a:lnTo>
                <a:lnTo>
                  <a:pt x="1123371" y="105305"/>
                </a:lnTo>
                <a:lnTo>
                  <a:pt x="1112247" y="64330"/>
                </a:lnTo>
                <a:lnTo>
                  <a:pt x="1088693" y="30366"/>
                </a:lnTo>
                <a:lnTo>
                  <a:pt x="1055325" y="6028"/>
                </a:lnTo>
                <a:lnTo>
                  <a:pt x="1042475" y="507"/>
                </a:lnTo>
                <a:lnTo>
                  <a:pt x="1040782" y="0"/>
                </a:lnTo>
                <a:close/>
              </a:path>
            </a:pathLst>
          </a:custGeom>
          <a:solidFill>
            <a:srgbClr val="959595"/>
          </a:solidFill>
        </p:spPr>
        <p:txBody>
          <a:bodyPr wrap="square" lIns="0" tIns="0" rIns="0" bIns="0" rtlCol="0"/>
          <a:lstStyle/>
          <a:p>
            <a:endParaRPr/>
          </a:p>
        </p:txBody>
      </p:sp>
      <p:sp>
        <p:nvSpPr>
          <p:cNvPr id="40" name="object 40"/>
          <p:cNvSpPr/>
          <p:nvPr/>
        </p:nvSpPr>
        <p:spPr>
          <a:xfrm>
            <a:off x="5935411" y="2946854"/>
            <a:ext cx="1137920" cy="997585"/>
          </a:xfrm>
          <a:custGeom>
            <a:avLst/>
            <a:gdLst/>
            <a:ahLst/>
            <a:cxnLst/>
            <a:rect l="l" t="t" r="r" b="b"/>
            <a:pathLst>
              <a:path w="1137920" h="997585">
                <a:moveTo>
                  <a:pt x="0" y="905054"/>
                </a:moveTo>
                <a:lnTo>
                  <a:pt x="16814" y="940358"/>
                </a:lnTo>
                <a:lnTo>
                  <a:pt x="52018" y="975291"/>
                </a:lnTo>
                <a:lnTo>
                  <a:pt x="98622" y="994722"/>
                </a:lnTo>
                <a:lnTo>
                  <a:pt x="124408" y="997258"/>
                </a:lnTo>
                <a:lnTo>
                  <a:pt x="1007932" y="997258"/>
                </a:lnTo>
                <a:lnTo>
                  <a:pt x="1046550" y="991412"/>
                </a:lnTo>
                <a:lnTo>
                  <a:pt x="1062326" y="985066"/>
                </a:lnTo>
                <a:lnTo>
                  <a:pt x="124408" y="985066"/>
                </a:lnTo>
                <a:lnTo>
                  <a:pt x="112064" y="984435"/>
                </a:lnTo>
                <a:lnTo>
                  <a:pt x="68020" y="970719"/>
                </a:lnTo>
                <a:lnTo>
                  <a:pt x="33334" y="942144"/>
                </a:lnTo>
                <a:lnTo>
                  <a:pt x="14817" y="910208"/>
                </a:lnTo>
                <a:lnTo>
                  <a:pt x="8610" y="908510"/>
                </a:lnTo>
                <a:lnTo>
                  <a:pt x="0" y="905054"/>
                </a:lnTo>
                <a:close/>
              </a:path>
              <a:path w="1137920" h="997585">
                <a:moveTo>
                  <a:pt x="1045257" y="0"/>
                </a:moveTo>
                <a:lnTo>
                  <a:pt x="1047746" y="5792"/>
                </a:lnTo>
                <a:lnTo>
                  <a:pt x="1050450" y="14811"/>
                </a:lnTo>
                <a:lnTo>
                  <a:pt x="1053774" y="16046"/>
                </a:lnTo>
                <a:lnTo>
                  <a:pt x="1091112" y="41314"/>
                </a:lnTo>
                <a:lnTo>
                  <a:pt x="1116136" y="78804"/>
                </a:lnTo>
                <a:lnTo>
                  <a:pt x="1125280" y="124768"/>
                </a:lnTo>
                <a:lnTo>
                  <a:pt x="1125280" y="867468"/>
                </a:lnTo>
                <a:lnTo>
                  <a:pt x="1115892" y="913569"/>
                </a:lnTo>
                <a:lnTo>
                  <a:pt x="1090746" y="950907"/>
                </a:lnTo>
                <a:lnTo>
                  <a:pt x="1053134" y="975922"/>
                </a:lnTo>
                <a:lnTo>
                  <a:pt x="1007292" y="985066"/>
                </a:lnTo>
                <a:lnTo>
                  <a:pt x="1062326" y="985066"/>
                </a:lnTo>
                <a:lnTo>
                  <a:pt x="1099616" y="959027"/>
                </a:lnTo>
                <a:lnTo>
                  <a:pt x="1127444" y="917760"/>
                </a:lnTo>
                <a:lnTo>
                  <a:pt x="1136832" y="880422"/>
                </a:lnTo>
                <a:lnTo>
                  <a:pt x="1137472" y="867468"/>
                </a:lnTo>
                <a:lnTo>
                  <a:pt x="1137472" y="124006"/>
                </a:lnTo>
                <a:lnTo>
                  <a:pt x="1131620" y="85388"/>
                </a:lnTo>
                <a:lnTo>
                  <a:pt x="1107632" y="41466"/>
                </a:lnTo>
                <a:lnTo>
                  <a:pt x="1069288" y="10072"/>
                </a:lnTo>
                <a:lnTo>
                  <a:pt x="1045910" y="166"/>
                </a:lnTo>
                <a:lnTo>
                  <a:pt x="1045257" y="0"/>
                </a:lnTo>
                <a:close/>
              </a:path>
            </a:pathLst>
          </a:custGeom>
          <a:solidFill>
            <a:srgbClr val="959595"/>
          </a:solidFill>
        </p:spPr>
        <p:txBody>
          <a:bodyPr wrap="square" lIns="0" tIns="0" rIns="0" bIns="0" rtlCol="0"/>
          <a:lstStyle/>
          <a:p>
            <a:endParaRPr/>
          </a:p>
        </p:txBody>
      </p:sp>
      <p:sp>
        <p:nvSpPr>
          <p:cNvPr id="41" name="object 41"/>
          <p:cNvSpPr/>
          <p:nvPr/>
        </p:nvSpPr>
        <p:spPr>
          <a:xfrm>
            <a:off x="5859780" y="2871217"/>
            <a:ext cx="1130807" cy="990599"/>
          </a:xfrm>
          <a:prstGeom prst="rect">
            <a:avLst/>
          </a:prstGeom>
          <a:blipFill>
            <a:blip r:embed="rId13" cstate="print"/>
            <a:stretch>
              <a:fillRect/>
            </a:stretch>
          </a:blipFill>
        </p:spPr>
        <p:txBody>
          <a:bodyPr wrap="square" lIns="0" tIns="0" rIns="0" bIns="0" rtlCol="0"/>
          <a:lstStyle/>
          <a:p>
            <a:endParaRPr/>
          </a:p>
        </p:txBody>
      </p:sp>
      <p:sp>
        <p:nvSpPr>
          <p:cNvPr id="42" name="object 42"/>
          <p:cNvSpPr/>
          <p:nvPr/>
        </p:nvSpPr>
        <p:spPr>
          <a:xfrm>
            <a:off x="5859780" y="2871216"/>
            <a:ext cx="1130935" cy="990600"/>
          </a:xfrm>
          <a:custGeom>
            <a:avLst/>
            <a:gdLst/>
            <a:ahLst/>
            <a:cxnLst/>
            <a:rect l="l" t="t" r="r" b="b"/>
            <a:pathLst>
              <a:path w="1130935" h="990600">
                <a:moveTo>
                  <a:pt x="0" y="123809"/>
                </a:moveTo>
                <a:lnTo>
                  <a:pt x="7429" y="81434"/>
                </a:lnTo>
                <a:lnTo>
                  <a:pt x="27973" y="45381"/>
                </a:lnTo>
                <a:lnTo>
                  <a:pt x="59019" y="18265"/>
                </a:lnTo>
                <a:lnTo>
                  <a:pt x="97952" y="2703"/>
                </a:lnTo>
                <a:lnTo>
                  <a:pt x="1006998" y="0"/>
                </a:lnTo>
                <a:lnTo>
                  <a:pt x="1021665" y="857"/>
                </a:lnTo>
                <a:lnTo>
                  <a:pt x="1062228" y="12951"/>
                </a:lnTo>
                <a:lnTo>
                  <a:pt x="1095596" y="37289"/>
                </a:lnTo>
                <a:lnTo>
                  <a:pt x="1119150" y="71254"/>
                </a:lnTo>
                <a:lnTo>
                  <a:pt x="1130274" y="112228"/>
                </a:lnTo>
                <a:lnTo>
                  <a:pt x="1130807" y="866759"/>
                </a:lnTo>
                <a:lnTo>
                  <a:pt x="1129950" y="881431"/>
                </a:lnTo>
                <a:lnTo>
                  <a:pt x="1117859" y="922003"/>
                </a:lnTo>
                <a:lnTo>
                  <a:pt x="1093527" y="955376"/>
                </a:lnTo>
                <a:lnTo>
                  <a:pt x="1059569" y="978934"/>
                </a:lnTo>
                <a:lnTo>
                  <a:pt x="1018602" y="990064"/>
                </a:lnTo>
                <a:lnTo>
                  <a:pt x="123840" y="990599"/>
                </a:lnTo>
                <a:lnTo>
                  <a:pt x="109169" y="989742"/>
                </a:lnTo>
                <a:lnTo>
                  <a:pt x="68602" y="977653"/>
                </a:lnTo>
                <a:lnTo>
                  <a:pt x="35232" y="953323"/>
                </a:lnTo>
                <a:lnTo>
                  <a:pt x="11672" y="919365"/>
                </a:lnTo>
                <a:lnTo>
                  <a:pt x="537" y="878392"/>
                </a:lnTo>
                <a:lnTo>
                  <a:pt x="0" y="123809"/>
                </a:lnTo>
                <a:close/>
              </a:path>
            </a:pathLst>
          </a:custGeom>
          <a:ln w="12191">
            <a:solidFill>
              <a:srgbClr val="28C8C0"/>
            </a:solidFill>
          </a:ln>
        </p:spPr>
        <p:txBody>
          <a:bodyPr wrap="square" lIns="0" tIns="0" rIns="0" bIns="0" rtlCol="0"/>
          <a:lstStyle/>
          <a:p>
            <a:endParaRPr/>
          </a:p>
        </p:txBody>
      </p:sp>
      <p:sp>
        <p:nvSpPr>
          <p:cNvPr id="43" name="object 43"/>
          <p:cNvSpPr/>
          <p:nvPr/>
        </p:nvSpPr>
        <p:spPr>
          <a:xfrm>
            <a:off x="5942882" y="4027234"/>
            <a:ext cx="1123950" cy="984250"/>
          </a:xfrm>
          <a:custGeom>
            <a:avLst/>
            <a:gdLst/>
            <a:ahLst/>
            <a:cxnLst/>
            <a:rect l="l" t="t" r="r" b="b"/>
            <a:pathLst>
              <a:path w="1123950" h="984250">
                <a:moveTo>
                  <a:pt x="0" y="900569"/>
                </a:moveTo>
                <a:lnTo>
                  <a:pt x="19252" y="936023"/>
                </a:lnTo>
                <a:lnTo>
                  <a:pt x="49643" y="963852"/>
                </a:lnTo>
                <a:lnTo>
                  <a:pt x="88104" y="980312"/>
                </a:lnTo>
                <a:lnTo>
                  <a:pt x="116937" y="983677"/>
                </a:lnTo>
                <a:lnTo>
                  <a:pt x="1011687" y="983143"/>
                </a:lnTo>
                <a:lnTo>
                  <a:pt x="1052658" y="972017"/>
                </a:lnTo>
                <a:lnTo>
                  <a:pt x="1086619" y="948462"/>
                </a:lnTo>
                <a:lnTo>
                  <a:pt x="1110954" y="915092"/>
                </a:lnTo>
                <a:lnTo>
                  <a:pt x="1114225" y="907477"/>
                </a:lnTo>
                <a:lnTo>
                  <a:pt x="923895" y="907477"/>
                </a:lnTo>
                <a:lnTo>
                  <a:pt x="29116" y="906941"/>
                </a:lnTo>
                <a:lnTo>
                  <a:pt x="14839" y="904772"/>
                </a:lnTo>
                <a:lnTo>
                  <a:pt x="1148" y="901030"/>
                </a:lnTo>
                <a:lnTo>
                  <a:pt x="0" y="900569"/>
                </a:lnTo>
                <a:close/>
              </a:path>
              <a:path w="1123950" h="984250">
                <a:moveTo>
                  <a:pt x="1040780" y="0"/>
                </a:moveTo>
                <a:lnTo>
                  <a:pt x="1044338" y="11870"/>
                </a:lnTo>
                <a:lnTo>
                  <a:pt x="1046847" y="26031"/>
                </a:lnTo>
                <a:lnTo>
                  <a:pt x="1047705" y="40702"/>
                </a:lnTo>
                <a:lnTo>
                  <a:pt x="1047170" y="795249"/>
                </a:lnTo>
                <a:lnTo>
                  <a:pt x="1036044" y="836228"/>
                </a:lnTo>
                <a:lnTo>
                  <a:pt x="1012489" y="870193"/>
                </a:lnTo>
                <a:lnTo>
                  <a:pt x="979123" y="894528"/>
                </a:lnTo>
                <a:lnTo>
                  <a:pt x="938562" y="906620"/>
                </a:lnTo>
                <a:lnTo>
                  <a:pt x="923895" y="907477"/>
                </a:lnTo>
                <a:lnTo>
                  <a:pt x="1114225" y="907477"/>
                </a:lnTo>
                <a:lnTo>
                  <a:pt x="1116475" y="902240"/>
                </a:lnTo>
                <a:lnTo>
                  <a:pt x="1120538" y="888685"/>
                </a:lnTo>
                <a:lnTo>
                  <a:pt x="1123047" y="874523"/>
                </a:lnTo>
                <a:lnTo>
                  <a:pt x="1123904" y="859852"/>
                </a:lnTo>
                <a:lnTo>
                  <a:pt x="1123370" y="105306"/>
                </a:lnTo>
                <a:lnTo>
                  <a:pt x="1112243" y="64327"/>
                </a:lnTo>
                <a:lnTo>
                  <a:pt x="1088688" y="30362"/>
                </a:lnTo>
                <a:lnTo>
                  <a:pt x="1055322" y="6027"/>
                </a:lnTo>
                <a:lnTo>
                  <a:pt x="1042472" y="507"/>
                </a:lnTo>
                <a:lnTo>
                  <a:pt x="1040780" y="0"/>
                </a:lnTo>
                <a:close/>
              </a:path>
            </a:pathLst>
          </a:custGeom>
          <a:solidFill>
            <a:srgbClr val="959595"/>
          </a:solidFill>
        </p:spPr>
        <p:txBody>
          <a:bodyPr wrap="square" lIns="0" tIns="0" rIns="0" bIns="0" rtlCol="0"/>
          <a:lstStyle/>
          <a:p>
            <a:endParaRPr/>
          </a:p>
        </p:txBody>
      </p:sp>
      <p:sp>
        <p:nvSpPr>
          <p:cNvPr id="44" name="object 44"/>
          <p:cNvSpPr/>
          <p:nvPr/>
        </p:nvSpPr>
        <p:spPr>
          <a:xfrm>
            <a:off x="5935411" y="4019766"/>
            <a:ext cx="1137920" cy="997585"/>
          </a:xfrm>
          <a:custGeom>
            <a:avLst/>
            <a:gdLst/>
            <a:ahLst/>
            <a:cxnLst/>
            <a:rect l="l" t="t" r="r" b="b"/>
            <a:pathLst>
              <a:path w="1137920" h="997585">
                <a:moveTo>
                  <a:pt x="0" y="905039"/>
                </a:moveTo>
                <a:lnTo>
                  <a:pt x="16814" y="940342"/>
                </a:lnTo>
                <a:lnTo>
                  <a:pt x="52018" y="975275"/>
                </a:lnTo>
                <a:lnTo>
                  <a:pt x="98622" y="994706"/>
                </a:lnTo>
                <a:lnTo>
                  <a:pt x="124408" y="997242"/>
                </a:lnTo>
                <a:lnTo>
                  <a:pt x="1007932" y="997242"/>
                </a:lnTo>
                <a:lnTo>
                  <a:pt x="1046550" y="991396"/>
                </a:lnTo>
                <a:lnTo>
                  <a:pt x="1062325" y="985050"/>
                </a:lnTo>
                <a:lnTo>
                  <a:pt x="124408" y="985050"/>
                </a:lnTo>
                <a:lnTo>
                  <a:pt x="112064" y="984419"/>
                </a:lnTo>
                <a:lnTo>
                  <a:pt x="68020" y="970703"/>
                </a:lnTo>
                <a:lnTo>
                  <a:pt x="33334" y="942128"/>
                </a:lnTo>
                <a:lnTo>
                  <a:pt x="14817" y="910192"/>
                </a:lnTo>
                <a:lnTo>
                  <a:pt x="8619" y="908498"/>
                </a:lnTo>
                <a:lnTo>
                  <a:pt x="0" y="905039"/>
                </a:lnTo>
                <a:close/>
              </a:path>
              <a:path w="1137920" h="997585">
                <a:moveTo>
                  <a:pt x="1045262" y="0"/>
                </a:moveTo>
                <a:lnTo>
                  <a:pt x="1047746" y="5783"/>
                </a:lnTo>
                <a:lnTo>
                  <a:pt x="1050449" y="14799"/>
                </a:lnTo>
                <a:lnTo>
                  <a:pt x="1053774" y="16036"/>
                </a:lnTo>
                <a:lnTo>
                  <a:pt x="1091112" y="41313"/>
                </a:lnTo>
                <a:lnTo>
                  <a:pt x="1116136" y="78782"/>
                </a:lnTo>
                <a:lnTo>
                  <a:pt x="1125280" y="124752"/>
                </a:lnTo>
                <a:lnTo>
                  <a:pt x="1125280" y="867452"/>
                </a:lnTo>
                <a:lnTo>
                  <a:pt x="1115892" y="913553"/>
                </a:lnTo>
                <a:lnTo>
                  <a:pt x="1090746" y="950891"/>
                </a:lnTo>
                <a:lnTo>
                  <a:pt x="1053134" y="975906"/>
                </a:lnTo>
                <a:lnTo>
                  <a:pt x="1007292" y="985050"/>
                </a:lnTo>
                <a:lnTo>
                  <a:pt x="1062325" y="985050"/>
                </a:lnTo>
                <a:lnTo>
                  <a:pt x="1099616" y="959011"/>
                </a:lnTo>
                <a:lnTo>
                  <a:pt x="1127444" y="917744"/>
                </a:lnTo>
                <a:lnTo>
                  <a:pt x="1136832" y="880406"/>
                </a:lnTo>
                <a:lnTo>
                  <a:pt x="1137472" y="867452"/>
                </a:lnTo>
                <a:lnTo>
                  <a:pt x="1137472" y="123990"/>
                </a:lnTo>
                <a:lnTo>
                  <a:pt x="1131620" y="85378"/>
                </a:lnTo>
                <a:lnTo>
                  <a:pt x="1107632" y="41444"/>
                </a:lnTo>
                <a:lnTo>
                  <a:pt x="1069288" y="10071"/>
                </a:lnTo>
                <a:lnTo>
                  <a:pt x="1045910" y="165"/>
                </a:lnTo>
                <a:lnTo>
                  <a:pt x="1045262" y="0"/>
                </a:lnTo>
                <a:close/>
              </a:path>
            </a:pathLst>
          </a:custGeom>
          <a:solidFill>
            <a:srgbClr val="959595"/>
          </a:solidFill>
        </p:spPr>
        <p:txBody>
          <a:bodyPr wrap="square" lIns="0" tIns="0" rIns="0" bIns="0" rtlCol="0"/>
          <a:lstStyle/>
          <a:p>
            <a:endParaRPr/>
          </a:p>
        </p:txBody>
      </p:sp>
      <p:sp>
        <p:nvSpPr>
          <p:cNvPr id="45" name="object 45"/>
          <p:cNvSpPr/>
          <p:nvPr/>
        </p:nvSpPr>
        <p:spPr>
          <a:xfrm>
            <a:off x="5859780" y="3944112"/>
            <a:ext cx="1130807" cy="990599"/>
          </a:xfrm>
          <a:prstGeom prst="rect">
            <a:avLst/>
          </a:prstGeom>
          <a:blipFill>
            <a:blip r:embed="rId14" cstate="print"/>
            <a:stretch>
              <a:fillRect/>
            </a:stretch>
          </a:blipFill>
        </p:spPr>
        <p:txBody>
          <a:bodyPr wrap="square" lIns="0" tIns="0" rIns="0" bIns="0" rtlCol="0"/>
          <a:lstStyle/>
          <a:p>
            <a:endParaRPr/>
          </a:p>
        </p:txBody>
      </p:sp>
      <p:sp>
        <p:nvSpPr>
          <p:cNvPr id="46" name="object 46"/>
          <p:cNvSpPr/>
          <p:nvPr/>
        </p:nvSpPr>
        <p:spPr>
          <a:xfrm>
            <a:off x="5859780" y="3944111"/>
            <a:ext cx="1130935" cy="990600"/>
          </a:xfrm>
          <a:custGeom>
            <a:avLst/>
            <a:gdLst/>
            <a:ahLst/>
            <a:cxnLst/>
            <a:rect l="l" t="t" r="r" b="b"/>
            <a:pathLst>
              <a:path w="1130935" h="990600">
                <a:moveTo>
                  <a:pt x="0" y="123824"/>
                </a:moveTo>
                <a:lnTo>
                  <a:pt x="7428" y="81442"/>
                </a:lnTo>
                <a:lnTo>
                  <a:pt x="27970" y="45385"/>
                </a:lnTo>
                <a:lnTo>
                  <a:pt x="59013" y="18268"/>
                </a:lnTo>
                <a:lnTo>
                  <a:pt x="97942" y="2705"/>
                </a:lnTo>
                <a:lnTo>
                  <a:pt x="1006998" y="0"/>
                </a:lnTo>
                <a:lnTo>
                  <a:pt x="1021664" y="857"/>
                </a:lnTo>
                <a:lnTo>
                  <a:pt x="1062225" y="12949"/>
                </a:lnTo>
                <a:lnTo>
                  <a:pt x="1095591" y="37284"/>
                </a:lnTo>
                <a:lnTo>
                  <a:pt x="1119146" y="71249"/>
                </a:lnTo>
                <a:lnTo>
                  <a:pt x="1130273" y="112228"/>
                </a:lnTo>
                <a:lnTo>
                  <a:pt x="1130807" y="866774"/>
                </a:lnTo>
                <a:lnTo>
                  <a:pt x="1129950" y="881445"/>
                </a:lnTo>
                <a:lnTo>
                  <a:pt x="1117857" y="922014"/>
                </a:lnTo>
                <a:lnTo>
                  <a:pt x="1093522" y="955384"/>
                </a:lnTo>
                <a:lnTo>
                  <a:pt x="1059561" y="978939"/>
                </a:lnTo>
                <a:lnTo>
                  <a:pt x="1018590" y="990065"/>
                </a:lnTo>
                <a:lnTo>
                  <a:pt x="123840" y="990599"/>
                </a:lnTo>
                <a:lnTo>
                  <a:pt x="109169" y="989742"/>
                </a:lnTo>
                <a:lnTo>
                  <a:pt x="68599" y="977653"/>
                </a:lnTo>
                <a:lnTo>
                  <a:pt x="35228" y="953323"/>
                </a:lnTo>
                <a:lnTo>
                  <a:pt x="11669" y="919366"/>
                </a:lnTo>
                <a:lnTo>
                  <a:pt x="536" y="878394"/>
                </a:lnTo>
                <a:lnTo>
                  <a:pt x="0" y="123824"/>
                </a:lnTo>
                <a:close/>
              </a:path>
            </a:pathLst>
          </a:custGeom>
          <a:ln w="12191">
            <a:solidFill>
              <a:srgbClr val="28C8C0"/>
            </a:solidFill>
          </a:ln>
        </p:spPr>
        <p:txBody>
          <a:bodyPr wrap="square" lIns="0" tIns="0" rIns="0" bIns="0" rtlCol="0"/>
          <a:lstStyle/>
          <a:p>
            <a:endParaRPr/>
          </a:p>
        </p:txBody>
      </p:sp>
      <p:sp>
        <p:nvSpPr>
          <p:cNvPr id="47" name="object 47"/>
          <p:cNvSpPr/>
          <p:nvPr/>
        </p:nvSpPr>
        <p:spPr>
          <a:xfrm>
            <a:off x="5942879" y="5101654"/>
            <a:ext cx="1123950" cy="984250"/>
          </a:xfrm>
          <a:custGeom>
            <a:avLst/>
            <a:gdLst/>
            <a:ahLst/>
            <a:cxnLst/>
            <a:rect l="l" t="t" r="r" b="b"/>
            <a:pathLst>
              <a:path w="1123950" h="984250">
                <a:moveTo>
                  <a:pt x="0" y="900561"/>
                </a:moveTo>
                <a:lnTo>
                  <a:pt x="19242" y="935994"/>
                </a:lnTo>
                <a:lnTo>
                  <a:pt x="49635" y="963835"/>
                </a:lnTo>
                <a:lnTo>
                  <a:pt x="88102" y="980308"/>
                </a:lnTo>
                <a:lnTo>
                  <a:pt x="116940" y="983677"/>
                </a:lnTo>
                <a:lnTo>
                  <a:pt x="1011654" y="983146"/>
                </a:lnTo>
                <a:lnTo>
                  <a:pt x="1052637" y="972022"/>
                </a:lnTo>
                <a:lnTo>
                  <a:pt x="1086609" y="948463"/>
                </a:lnTo>
                <a:lnTo>
                  <a:pt x="1110953" y="915098"/>
                </a:lnTo>
                <a:lnTo>
                  <a:pt x="1114229" y="907477"/>
                </a:lnTo>
                <a:lnTo>
                  <a:pt x="923899" y="907477"/>
                </a:lnTo>
                <a:lnTo>
                  <a:pt x="29157" y="906944"/>
                </a:lnTo>
                <a:lnTo>
                  <a:pt x="14876" y="904777"/>
                </a:lnTo>
                <a:lnTo>
                  <a:pt x="1180" y="901035"/>
                </a:lnTo>
                <a:lnTo>
                  <a:pt x="0" y="900561"/>
                </a:lnTo>
                <a:close/>
              </a:path>
              <a:path w="1123950" h="984250">
                <a:moveTo>
                  <a:pt x="1040784" y="0"/>
                </a:moveTo>
                <a:lnTo>
                  <a:pt x="1044342" y="11870"/>
                </a:lnTo>
                <a:lnTo>
                  <a:pt x="1046851" y="26031"/>
                </a:lnTo>
                <a:lnTo>
                  <a:pt x="1047708" y="40702"/>
                </a:lnTo>
                <a:lnTo>
                  <a:pt x="1047177" y="795245"/>
                </a:lnTo>
                <a:lnTo>
                  <a:pt x="1036059" y="836201"/>
                </a:lnTo>
                <a:lnTo>
                  <a:pt x="1012506" y="870167"/>
                </a:lnTo>
                <a:lnTo>
                  <a:pt x="979136" y="894516"/>
                </a:lnTo>
                <a:lnTo>
                  <a:pt x="938568" y="906619"/>
                </a:lnTo>
                <a:lnTo>
                  <a:pt x="923899" y="907477"/>
                </a:lnTo>
                <a:lnTo>
                  <a:pt x="1114229" y="907477"/>
                </a:lnTo>
                <a:lnTo>
                  <a:pt x="1116475" y="902252"/>
                </a:lnTo>
                <a:lnTo>
                  <a:pt x="1120540" y="888705"/>
                </a:lnTo>
                <a:lnTo>
                  <a:pt x="1123050" y="874556"/>
                </a:lnTo>
                <a:lnTo>
                  <a:pt x="1123908" y="859901"/>
                </a:lnTo>
                <a:lnTo>
                  <a:pt x="1123374" y="105306"/>
                </a:lnTo>
                <a:lnTo>
                  <a:pt x="1112247" y="64327"/>
                </a:lnTo>
                <a:lnTo>
                  <a:pt x="1088692" y="30362"/>
                </a:lnTo>
                <a:lnTo>
                  <a:pt x="1055326" y="6027"/>
                </a:lnTo>
                <a:lnTo>
                  <a:pt x="1042476" y="507"/>
                </a:lnTo>
                <a:lnTo>
                  <a:pt x="1040784" y="0"/>
                </a:lnTo>
                <a:close/>
              </a:path>
            </a:pathLst>
          </a:custGeom>
          <a:solidFill>
            <a:srgbClr val="959595"/>
          </a:solidFill>
        </p:spPr>
        <p:txBody>
          <a:bodyPr wrap="square" lIns="0" tIns="0" rIns="0" bIns="0" rtlCol="0"/>
          <a:lstStyle/>
          <a:p>
            <a:endParaRPr/>
          </a:p>
        </p:txBody>
      </p:sp>
      <p:sp>
        <p:nvSpPr>
          <p:cNvPr id="48" name="object 48"/>
          <p:cNvSpPr/>
          <p:nvPr/>
        </p:nvSpPr>
        <p:spPr>
          <a:xfrm>
            <a:off x="5935415" y="5094186"/>
            <a:ext cx="1137920" cy="997585"/>
          </a:xfrm>
          <a:custGeom>
            <a:avLst/>
            <a:gdLst/>
            <a:ahLst/>
            <a:cxnLst/>
            <a:rect l="l" t="t" r="r" b="b"/>
            <a:pathLst>
              <a:path w="1137920" h="997585">
                <a:moveTo>
                  <a:pt x="0" y="905035"/>
                </a:moveTo>
                <a:lnTo>
                  <a:pt x="16810" y="940318"/>
                </a:lnTo>
                <a:lnTo>
                  <a:pt x="52014" y="975205"/>
                </a:lnTo>
                <a:lnTo>
                  <a:pt x="98618" y="994706"/>
                </a:lnTo>
                <a:lnTo>
                  <a:pt x="124404" y="997242"/>
                </a:lnTo>
                <a:lnTo>
                  <a:pt x="1007928" y="997230"/>
                </a:lnTo>
                <a:lnTo>
                  <a:pt x="1046546" y="991347"/>
                </a:lnTo>
                <a:lnTo>
                  <a:pt x="1062281" y="985062"/>
                </a:lnTo>
                <a:lnTo>
                  <a:pt x="124404" y="985050"/>
                </a:lnTo>
                <a:lnTo>
                  <a:pt x="112060" y="984395"/>
                </a:lnTo>
                <a:lnTo>
                  <a:pt x="68016" y="970703"/>
                </a:lnTo>
                <a:lnTo>
                  <a:pt x="33330" y="942067"/>
                </a:lnTo>
                <a:lnTo>
                  <a:pt x="14810" y="910188"/>
                </a:lnTo>
                <a:lnTo>
                  <a:pt x="8644" y="908504"/>
                </a:lnTo>
                <a:lnTo>
                  <a:pt x="0" y="905035"/>
                </a:lnTo>
                <a:close/>
              </a:path>
              <a:path w="1137920" h="997585">
                <a:moveTo>
                  <a:pt x="1045258" y="0"/>
                </a:moveTo>
                <a:lnTo>
                  <a:pt x="1047742" y="5783"/>
                </a:lnTo>
                <a:lnTo>
                  <a:pt x="1050445" y="14799"/>
                </a:lnTo>
                <a:lnTo>
                  <a:pt x="1053770" y="16036"/>
                </a:lnTo>
                <a:lnTo>
                  <a:pt x="1091108" y="41313"/>
                </a:lnTo>
                <a:lnTo>
                  <a:pt x="1116132" y="78782"/>
                </a:lnTo>
                <a:lnTo>
                  <a:pt x="1125276" y="124752"/>
                </a:lnTo>
                <a:lnTo>
                  <a:pt x="1125276" y="867403"/>
                </a:lnTo>
                <a:lnTo>
                  <a:pt x="1115888" y="913504"/>
                </a:lnTo>
                <a:lnTo>
                  <a:pt x="1090742" y="950830"/>
                </a:lnTo>
                <a:lnTo>
                  <a:pt x="1053130" y="975943"/>
                </a:lnTo>
                <a:lnTo>
                  <a:pt x="1007288" y="985062"/>
                </a:lnTo>
                <a:lnTo>
                  <a:pt x="1062281" y="985062"/>
                </a:lnTo>
                <a:lnTo>
                  <a:pt x="1099612" y="959072"/>
                </a:lnTo>
                <a:lnTo>
                  <a:pt x="1127440" y="917720"/>
                </a:lnTo>
                <a:lnTo>
                  <a:pt x="1136828" y="880406"/>
                </a:lnTo>
                <a:lnTo>
                  <a:pt x="1137468" y="867403"/>
                </a:lnTo>
                <a:lnTo>
                  <a:pt x="1137468" y="123990"/>
                </a:lnTo>
                <a:lnTo>
                  <a:pt x="1131616" y="85378"/>
                </a:lnTo>
                <a:lnTo>
                  <a:pt x="1107628" y="41444"/>
                </a:lnTo>
                <a:lnTo>
                  <a:pt x="1069284" y="10071"/>
                </a:lnTo>
                <a:lnTo>
                  <a:pt x="1045906" y="165"/>
                </a:lnTo>
                <a:lnTo>
                  <a:pt x="1045258" y="0"/>
                </a:lnTo>
                <a:close/>
              </a:path>
            </a:pathLst>
          </a:custGeom>
          <a:solidFill>
            <a:srgbClr val="959595"/>
          </a:solidFill>
        </p:spPr>
        <p:txBody>
          <a:bodyPr wrap="square" lIns="0" tIns="0" rIns="0" bIns="0" rtlCol="0"/>
          <a:lstStyle/>
          <a:p>
            <a:endParaRPr/>
          </a:p>
        </p:txBody>
      </p:sp>
      <p:sp>
        <p:nvSpPr>
          <p:cNvPr id="49" name="object 49"/>
          <p:cNvSpPr/>
          <p:nvPr/>
        </p:nvSpPr>
        <p:spPr>
          <a:xfrm>
            <a:off x="5859780" y="5018533"/>
            <a:ext cx="1130807" cy="990599"/>
          </a:xfrm>
          <a:prstGeom prst="rect">
            <a:avLst/>
          </a:prstGeom>
          <a:blipFill>
            <a:blip r:embed="rId15" cstate="print"/>
            <a:stretch>
              <a:fillRect/>
            </a:stretch>
          </a:blipFill>
        </p:spPr>
        <p:txBody>
          <a:bodyPr wrap="square" lIns="0" tIns="0" rIns="0" bIns="0" rtlCol="0"/>
          <a:lstStyle/>
          <a:p>
            <a:endParaRPr/>
          </a:p>
        </p:txBody>
      </p:sp>
      <p:sp>
        <p:nvSpPr>
          <p:cNvPr id="50" name="object 50"/>
          <p:cNvSpPr/>
          <p:nvPr/>
        </p:nvSpPr>
        <p:spPr>
          <a:xfrm>
            <a:off x="5859780" y="5018532"/>
            <a:ext cx="1130935" cy="990600"/>
          </a:xfrm>
          <a:custGeom>
            <a:avLst/>
            <a:gdLst/>
            <a:ahLst/>
            <a:cxnLst/>
            <a:rect l="l" t="t" r="r" b="b"/>
            <a:pathLst>
              <a:path w="1130935" h="990600">
                <a:moveTo>
                  <a:pt x="0" y="123824"/>
                </a:moveTo>
                <a:lnTo>
                  <a:pt x="7428" y="81442"/>
                </a:lnTo>
                <a:lnTo>
                  <a:pt x="27970" y="45385"/>
                </a:lnTo>
                <a:lnTo>
                  <a:pt x="59013" y="18268"/>
                </a:lnTo>
                <a:lnTo>
                  <a:pt x="97942" y="2705"/>
                </a:lnTo>
                <a:lnTo>
                  <a:pt x="1006998" y="0"/>
                </a:lnTo>
                <a:lnTo>
                  <a:pt x="1021664" y="857"/>
                </a:lnTo>
                <a:lnTo>
                  <a:pt x="1062225" y="12949"/>
                </a:lnTo>
                <a:lnTo>
                  <a:pt x="1095591" y="37284"/>
                </a:lnTo>
                <a:lnTo>
                  <a:pt x="1119146" y="71249"/>
                </a:lnTo>
                <a:lnTo>
                  <a:pt x="1130273" y="112228"/>
                </a:lnTo>
                <a:lnTo>
                  <a:pt x="1130807" y="866823"/>
                </a:lnTo>
                <a:lnTo>
                  <a:pt x="1129949" y="881478"/>
                </a:lnTo>
                <a:lnTo>
                  <a:pt x="1117853" y="922020"/>
                </a:lnTo>
                <a:lnTo>
                  <a:pt x="1093509" y="955385"/>
                </a:lnTo>
                <a:lnTo>
                  <a:pt x="1059536" y="978944"/>
                </a:lnTo>
                <a:lnTo>
                  <a:pt x="1018553" y="990068"/>
                </a:lnTo>
                <a:lnTo>
                  <a:pt x="123840" y="990599"/>
                </a:lnTo>
                <a:lnTo>
                  <a:pt x="109166" y="989741"/>
                </a:lnTo>
                <a:lnTo>
                  <a:pt x="68589" y="977641"/>
                </a:lnTo>
                <a:lnTo>
                  <a:pt x="35214" y="953297"/>
                </a:lnTo>
                <a:lnTo>
                  <a:pt x="11657" y="919338"/>
                </a:lnTo>
                <a:lnTo>
                  <a:pt x="533" y="878390"/>
                </a:lnTo>
                <a:lnTo>
                  <a:pt x="0" y="123824"/>
                </a:lnTo>
                <a:close/>
              </a:path>
            </a:pathLst>
          </a:custGeom>
          <a:ln w="12191">
            <a:solidFill>
              <a:srgbClr val="28C8C0"/>
            </a:solidFill>
          </a:ln>
        </p:spPr>
        <p:txBody>
          <a:bodyPr wrap="square" lIns="0" tIns="0" rIns="0" bIns="0" rtlCol="0"/>
          <a:lstStyle/>
          <a:p>
            <a:endParaRPr/>
          </a:p>
        </p:txBody>
      </p:sp>
      <p:sp>
        <p:nvSpPr>
          <p:cNvPr id="51" name="object 51"/>
          <p:cNvSpPr/>
          <p:nvPr/>
        </p:nvSpPr>
        <p:spPr>
          <a:xfrm>
            <a:off x="7134654" y="1879919"/>
            <a:ext cx="1123950" cy="984250"/>
          </a:xfrm>
          <a:custGeom>
            <a:avLst/>
            <a:gdLst/>
            <a:ahLst/>
            <a:cxnLst/>
            <a:rect l="l" t="t" r="r" b="b"/>
            <a:pathLst>
              <a:path w="1123950" h="984250">
                <a:moveTo>
                  <a:pt x="0" y="900569"/>
                </a:moveTo>
                <a:lnTo>
                  <a:pt x="19252" y="936021"/>
                </a:lnTo>
                <a:lnTo>
                  <a:pt x="49643" y="963851"/>
                </a:lnTo>
                <a:lnTo>
                  <a:pt x="88102" y="980311"/>
                </a:lnTo>
                <a:lnTo>
                  <a:pt x="116933" y="983676"/>
                </a:lnTo>
                <a:lnTo>
                  <a:pt x="1011695" y="983141"/>
                </a:lnTo>
                <a:lnTo>
                  <a:pt x="1052662" y="972011"/>
                </a:lnTo>
                <a:lnTo>
                  <a:pt x="1086620" y="948452"/>
                </a:lnTo>
                <a:lnTo>
                  <a:pt x="1110952" y="915080"/>
                </a:lnTo>
                <a:lnTo>
                  <a:pt x="1114217" y="907476"/>
                </a:lnTo>
                <a:lnTo>
                  <a:pt x="923891" y="907476"/>
                </a:lnTo>
                <a:lnTo>
                  <a:pt x="29101" y="906938"/>
                </a:lnTo>
                <a:lnTo>
                  <a:pt x="14825" y="904768"/>
                </a:lnTo>
                <a:lnTo>
                  <a:pt x="1135" y="901024"/>
                </a:lnTo>
                <a:lnTo>
                  <a:pt x="0" y="900569"/>
                </a:lnTo>
                <a:close/>
              </a:path>
              <a:path w="1123950" h="984250">
                <a:moveTo>
                  <a:pt x="1040778" y="0"/>
                </a:moveTo>
                <a:lnTo>
                  <a:pt x="1044334" y="11859"/>
                </a:lnTo>
                <a:lnTo>
                  <a:pt x="1046843" y="26018"/>
                </a:lnTo>
                <a:lnTo>
                  <a:pt x="1047701" y="40686"/>
                </a:lnTo>
                <a:lnTo>
                  <a:pt x="1047165" y="795245"/>
                </a:lnTo>
                <a:lnTo>
                  <a:pt x="1036036" y="836226"/>
                </a:lnTo>
                <a:lnTo>
                  <a:pt x="1012481" y="870191"/>
                </a:lnTo>
                <a:lnTo>
                  <a:pt x="979116" y="894527"/>
                </a:lnTo>
                <a:lnTo>
                  <a:pt x="938557" y="906618"/>
                </a:lnTo>
                <a:lnTo>
                  <a:pt x="923891" y="907476"/>
                </a:lnTo>
                <a:lnTo>
                  <a:pt x="1114217" y="907476"/>
                </a:lnTo>
                <a:lnTo>
                  <a:pt x="1116472" y="902227"/>
                </a:lnTo>
                <a:lnTo>
                  <a:pt x="1120534" y="888671"/>
                </a:lnTo>
                <a:lnTo>
                  <a:pt x="1123043" y="874508"/>
                </a:lnTo>
                <a:lnTo>
                  <a:pt x="1123901" y="859836"/>
                </a:lnTo>
                <a:lnTo>
                  <a:pt x="1123367" y="105305"/>
                </a:lnTo>
                <a:lnTo>
                  <a:pt x="1112243" y="64330"/>
                </a:lnTo>
                <a:lnTo>
                  <a:pt x="1088689" y="30366"/>
                </a:lnTo>
                <a:lnTo>
                  <a:pt x="1055321" y="6028"/>
                </a:lnTo>
                <a:lnTo>
                  <a:pt x="1042471" y="507"/>
                </a:lnTo>
                <a:lnTo>
                  <a:pt x="1040778" y="0"/>
                </a:lnTo>
                <a:close/>
              </a:path>
            </a:pathLst>
          </a:custGeom>
          <a:solidFill>
            <a:srgbClr val="959595"/>
          </a:solidFill>
        </p:spPr>
        <p:txBody>
          <a:bodyPr wrap="square" lIns="0" tIns="0" rIns="0" bIns="0" rtlCol="0"/>
          <a:lstStyle/>
          <a:p>
            <a:endParaRPr/>
          </a:p>
        </p:txBody>
      </p:sp>
      <p:sp>
        <p:nvSpPr>
          <p:cNvPr id="52" name="object 52"/>
          <p:cNvSpPr/>
          <p:nvPr/>
        </p:nvSpPr>
        <p:spPr>
          <a:xfrm>
            <a:off x="7127177" y="1872434"/>
            <a:ext cx="1137920" cy="997585"/>
          </a:xfrm>
          <a:custGeom>
            <a:avLst/>
            <a:gdLst/>
            <a:ahLst/>
            <a:cxnLst/>
            <a:rect l="l" t="t" r="r" b="b"/>
            <a:pathLst>
              <a:path w="1137920" h="997585">
                <a:moveTo>
                  <a:pt x="0" y="905053"/>
                </a:moveTo>
                <a:lnTo>
                  <a:pt x="16815" y="940352"/>
                </a:lnTo>
                <a:lnTo>
                  <a:pt x="52020" y="975282"/>
                </a:lnTo>
                <a:lnTo>
                  <a:pt x="98624" y="994728"/>
                </a:lnTo>
                <a:lnTo>
                  <a:pt x="124410" y="997258"/>
                </a:lnTo>
                <a:lnTo>
                  <a:pt x="1007934" y="997258"/>
                </a:lnTo>
                <a:lnTo>
                  <a:pt x="1046552" y="991406"/>
                </a:lnTo>
                <a:lnTo>
                  <a:pt x="1062301" y="985066"/>
                </a:lnTo>
                <a:lnTo>
                  <a:pt x="124410" y="985066"/>
                </a:lnTo>
                <a:lnTo>
                  <a:pt x="112065" y="984426"/>
                </a:lnTo>
                <a:lnTo>
                  <a:pt x="68022" y="970710"/>
                </a:lnTo>
                <a:lnTo>
                  <a:pt x="33336" y="942150"/>
                </a:lnTo>
                <a:lnTo>
                  <a:pt x="14822" y="910209"/>
                </a:lnTo>
                <a:lnTo>
                  <a:pt x="8612" y="908510"/>
                </a:lnTo>
                <a:lnTo>
                  <a:pt x="0" y="905053"/>
                </a:lnTo>
                <a:close/>
              </a:path>
              <a:path w="1137920" h="997585">
                <a:moveTo>
                  <a:pt x="1045259" y="0"/>
                </a:moveTo>
                <a:lnTo>
                  <a:pt x="1047747" y="5792"/>
                </a:lnTo>
                <a:lnTo>
                  <a:pt x="1050451" y="14811"/>
                </a:lnTo>
                <a:lnTo>
                  <a:pt x="1053775" y="16046"/>
                </a:lnTo>
                <a:lnTo>
                  <a:pt x="1091113" y="41314"/>
                </a:lnTo>
                <a:lnTo>
                  <a:pt x="1116138" y="78804"/>
                </a:lnTo>
                <a:lnTo>
                  <a:pt x="1125282" y="124768"/>
                </a:lnTo>
                <a:lnTo>
                  <a:pt x="1125282" y="867474"/>
                </a:lnTo>
                <a:lnTo>
                  <a:pt x="1115894" y="913560"/>
                </a:lnTo>
                <a:lnTo>
                  <a:pt x="1090748" y="950898"/>
                </a:lnTo>
                <a:lnTo>
                  <a:pt x="1053135" y="975922"/>
                </a:lnTo>
                <a:lnTo>
                  <a:pt x="1007293" y="985066"/>
                </a:lnTo>
                <a:lnTo>
                  <a:pt x="1062301" y="985066"/>
                </a:lnTo>
                <a:lnTo>
                  <a:pt x="1099617" y="959036"/>
                </a:lnTo>
                <a:lnTo>
                  <a:pt x="1127446" y="917766"/>
                </a:lnTo>
                <a:lnTo>
                  <a:pt x="1136833" y="880428"/>
                </a:lnTo>
                <a:lnTo>
                  <a:pt x="1137474" y="867474"/>
                </a:lnTo>
                <a:lnTo>
                  <a:pt x="1137474" y="124006"/>
                </a:lnTo>
                <a:lnTo>
                  <a:pt x="1131621" y="85388"/>
                </a:lnTo>
                <a:lnTo>
                  <a:pt x="1107634" y="41466"/>
                </a:lnTo>
                <a:lnTo>
                  <a:pt x="1069290" y="10072"/>
                </a:lnTo>
                <a:lnTo>
                  <a:pt x="1045912" y="166"/>
                </a:lnTo>
                <a:lnTo>
                  <a:pt x="1045259" y="0"/>
                </a:lnTo>
                <a:close/>
              </a:path>
            </a:pathLst>
          </a:custGeom>
          <a:solidFill>
            <a:srgbClr val="959595"/>
          </a:solidFill>
        </p:spPr>
        <p:txBody>
          <a:bodyPr wrap="square" lIns="0" tIns="0" rIns="0" bIns="0" rtlCol="0"/>
          <a:lstStyle/>
          <a:p>
            <a:endParaRPr/>
          </a:p>
        </p:txBody>
      </p:sp>
      <p:sp>
        <p:nvSpPr>
          <p:cNvPr id="53" name="object 53"/>
          <p:cNvSpPr/>
          <p:nvPr/>
        </p:nvSpPr>
        <p:spPr>
          <a:xfrm>
            <a:off x="7051548" y="1796797"/>
            <a:ext cx="1130807" cy="990599"/>
          </a:xfrm>
          <a:prstGeom prst="rect">
            <a:avLst/>
          </a:prstGeom>
          <a:blipFill>
            <a:blip r:embed="rId16" cstate="print"/>
            <a:stretch>
              <a:fillRect/>
            </a:stretch>
          </a:blipFill>
        </p:spPr>
        <p:txBody>
          <a:bodyPr wrap="square" lIns="0" tIns="0" rIns="0" bIns="0" rtlCol="0"/>
          <a:lstStyle/>
          <a:p>
            <a:endParaRPr/>
          </a:p>
        </p:txBody>
      </p:sp>
      <p:sp>
        <p:nvSpPr>
          <p:cNvPr id="54" name="object 54"/>
          <p:cNvSpPr/>
          <p:nvPr/>
        </p:nvSpPr>
        <p:spPr>
          <a:xfrm>
            <a:off x="7051548" y="1796796"/>
            <a:ext cx="1130935" cy="990600"/>
          </a:xfrm>
          <a:custGeom>
            <a:avLst/>
            <a:gdLst/>
            <a:ahLst/>
            <a:cxnLst/>
            <a:rect l="l" t="t" r="r" b="b"/>
            <a:pathLst>
              <a:path w="1130934" h="990600">
                <a:moveTo>
                  <a:pt x="0" y="123809"/>
                </a:moveTo>
                <a:lnTo>
                  <a:pt x="7429" y="81434"/>
                </a:lnTo>
                <a:lnTo>
                  <a:pt x="27973" y="45381"/>
                </a:lnTo>
                <a:lnTo>
                  <a:pt x="59019" y="18265"/>
                </a:lnTo>
                <a:lnTo>
                  <a:pt x="97952" y="2703"/>
                </a:lnTo>
                <a:lnTo>
                  <a:pt x="1006998" y="0"/>
                </a:lnTo>
                <a:lnTo>
                  <a:pt x="1021665" y="857"/>
                </a:lnTo>
                <a:lnTo>
                  <a:pt x="1062228" y="12951"/>
                </a:lnTo>
                <a:lnTo>
                  <a:pt x="1095596" y="37289"/>
                </a:lnTo>
                <a:lnTo>
                  <a:pt x="1119150" y="71254"/>
                </a:lnTo>
                <a:lnTo>
                  <a:pt x="1130274" y="112228"/>
                </a:lnTo>
                <a:lnTo>
                  <a:pt x="1130807" y="866759"/>
                </a:lnTo>
                <a:lnTo>
                  <a:pt x="1129950" y="881431"/>
                </a:lnTo>
                <a:lnTo>
                  <a:pt x="1117859" y="922003"/>
                </a:lnTo>
                <a:lnTo>
                  <a:pt x="1093527" y="955376"/>
                </a:lnTo>
                <a:lnTo>
                  <a:pt x="1059569" y="978934"/>
                </a:lnTo>
                <a:lnTo>
                  <a:pt x="1018602" y="990064"/>
                </a:lnTo>
                <a:lnTo>
                  <a:pt x="123840" y="990599"/>
                </a:lnTo>
                <a:lnTo>
                  <a:pt x="109169" y="989742"/>
                </a:lnTo>
                <a:lnTo>
                  <a:pt x="68602" y="977653"/>
                </a:lnTo>
                <a:lnTo>
                  <a:pt x="35232" y="953323"/>
                </a:lnTo>
                <a:lnTo>
                  <a:pt x="11672" y="919365"/>
                </a:lnTo>
                <a:lnTo>
                  <a:pt x="537" y="878392"/>
                </a:lnTo>
                <a:lnTo>
                  <a:pt x="0" y="123809"/>
                </a:lnTo>
                <a:close/>
              </a:path>
            </a:pathLst>
          </a:custGeom>
          <a:ln w="12191">
            <a:solidFill>
              <a:srgbClr val="28C8C0"/>
            </a:solidFill>
          </a:ln>
        </p:spPr>
        <p:txBody>
          <a:bodyPr wrap="square" lIns="0" tIns="0" rIns="0" bIns="0" rtlCol="0"/>
          <a:lstStyle/>
          <a:p>
            <a:endParaRPr/>
          </a:p>
        </p:txBody>
      </p:sp>
      <p:sp>
        <p:nvSpPr>
          <p:cNvPr id="55" name="object 55"/>
          <p:cNvSpPr/>
          <p:nvPr/>
        </p:nvSpPr>
        <p:spPr>
          <a:xfrm>
            <a:off x="7134650" y="2954339"/>
            <a:ext cx="1123950" cy="984250"/>
          </a:xfrm>
          <a:custGeom>
            <a:avLst/>
            <a:gdLst/>
            <a:ahLst/>
            <a:cxnLst/>
            <a:rect l="l" t="t" r="r" b="b"/>
            <a:pathLst>
              <a:path w="1123950" h="984250">
                <a:moveTo>
                  <a:pt x="0" y="900567"/>
                </a:moveTo>
                <a:lnTo>
                  <a:pt x="19252" y="936021"/>
                </a:lnTo>
                <a:lnTo>
                  <a:pt x="49643" y="963851"/>
                </a:lnTo>
                <a:lnTo>
                  <a:pt x="88104" y="980311"/>
                </a:lnTo>
                <a:lnTo>
                  <a:pt x="116937" y="983676"/>
                </a:lnTo>
                <a:lnTo>
                  <a:pt x="1011688" y="983142"/>
                </a:lnTo>
                <a:lnTo>
                  <a:pt x="1052658" y="972016"/>
                </a:lnTo>
                <a:lnTo>
                  <a:pt x="1086620" y="948461"/>
                </a:lnTo>
                <a:lnTo>
                  <a:pt x="1110955" y="915091"/>
                </a:lnTo>
                <a:lnTo>
                  <a:pt x="1114225" y="907476"/>
                </a:lnTo>
                <a:lnTo>
                  <a:pt x="923895" y="907476"/>
                </a:lnTo>
                <a:lnTo>
                  <a:pt x="29105" y="906938"/>
                </a:lnTo>
                <a:lnTo>
                  <a:pt x="14829" y="904769"/>
                </a:lnTo>
                <a:lnTo>
                  <a:pt x="1139" y="901025"/>
                </a:lnTo>
                <a:lnTo>
                  <a:pt x="0" y="900567"/>
                </a:lnTo>
                <a:close/>
              </a:path>
              <a:path w="1123950" h="984250">
                <a:moveTo>
                  <a:pt x="1040782" y="0"/>
                </a:moveTo>
                <a:lnTo>
                  <a:pt x="1044338" y="11859"/>
                </a:lnTo>
                <a:lnTo>
                  <a:pt x="1046847" y="26018"/>
                </a:lnTo>
                <a:lnTo>
                  <a:pt x="1047705" y="40686"/>
                </a:lnTo>
                <a:lnTo>
                  <a:pt x="1047170" y="795245"/>
                </a:lnTo>
                <a:lnTo>
                  <a:pt x="1036040" y="836226"/>
                </a:lnTo>
                <a:lnTo>
                  <a:pt x="1012485" y="870191"/>
                </a:lnTo>
                <a:lnTo>
                  <a:pt x="979120" y="894527"/>
                </a:lnTo>
                <a:lnTo>
                  <a:pt x="938561" y="906618"/>
                </a:lnTo>
                <a:lnTo>
                  <a:pt x="923895" y="907476"/>
                </a:lnTo>
                <a:lnTo>
                  <a:pt x="1114225" y="907476"/>
                </a:lnTo>
                <a:lnTo>
                  <a:pt x="1116475" y="902239"/>
                </a:lnTo>
                <a:lnTo>
                  <a:pt x="1120538" y="888684"/>
                </a:lnTo>
                <a:lnTo>
                  <a:pt x="1123047" y="874522"/>
                </a:lnTo>
                <a:lnTo>
                  <a:pt x="1123905" y="859851"/>
                </a:lnTo>
                <a:lnTo>
                  <a:pt x="1123371" y="105305"/>
                </a:lnTo>
                <a:lnTo>
                  <a:pt x="1112247" y="64330"/>
                </a:lnTo>
                <a:lnTo>
                  <a:pt x="1088693" y="30366"/>
                </a:lnTo>
                <a:lnTo>
                  <a:pt x="1055325" y="6028"/>
                </a:lnTo>
                <a:lnTo>
                  <a:pt x="1042475" y="507"/>
                </a:lnTo>
                <a:lnTo>
                  <a:pt x="1040782" y="0"/>
                </a:lnTo>
                <a:close/>
              </a:path>
            </a:pathLst>
          </a:custGeom>
          <a:solidFill>
            <a:srgbClr val="959595"/>
          </a:solidFill>
        </p:spPr>
        <p:txBody>
          <a:bodyPr wrap="square" lIns="0" tIns="0" rIns="0" bIns="0" rtlCol="0"/>
          <a:lstStyle/>
          <a:p>
            <a:endParaRPr/>
          </a:p>
        </p:txBody>
      </p:sp>
      <p:sp>
        <p:nvSpPr>
          <p:cNvPr id="56" name="object 56"/>
          <p:cNvSpPr/>
          <p:nvPr/>
        </p:nvSpPr>
        <p:spPr>
          <a:xfrm>
            <a:off x="7127179" y="2946854"/>
            <a:ext cx="1137920" cy="997585"/>
          </a:xfrm>
          <a:custGeom>
            <a:avLst/>
            <a:gdLst/>
            <a:ahLst/>
            <a:cxnLst/>
            <a:rect l="l" t="t" r="r" b="b"/>
            <a:pathLst>
              <a:path w="1137920" h="997585">
                <a:moveTo>
                  <a:pt x="0" y="905054"/>
                </a:moveTo>
                <a:lnTo>
                  <a:pt x="16814" y="940358"/>
                </a:lnTo>
                <a:lnTo>
                  <a:pt x="52018" y="975291"/>
                </a:lnTo>
                <a:lnTo>
                  <a:pt x="98622" y="994722"/>
                </a:lnTo>
                <a:lnTo>
                  <a:pt x="124408" y="997258"/>
                </a:lnTo>
                <a:lnTo>
                  <a:pt x="1007932" y="997258"/>
                </a:lnTo>
                <a:lnTo>
                  <a:pt x="1046550" y="991412"/>
                </a:lnTo>
                <a:lnTo>
                  <a:pt x="1062326" y="985066"/>
                </a:lnTo>
                <a:lnTo>
                  <a:pt x="124408" y="985066"/>
                </a:lnTo>
                <a:lnTo>
                  <a:pt x="112064" y="984435"/>
                </a:lnTo>
                <a:lnTo>
                  <a:pt x="68020" y="970719"/>
                </a:lnTo>
                <a:lnTo>
                  <a:pt x="33334" y="942144"/>
                </a:lnTo>
                <a:lnTo>
                  <a:pt x="14817" y="910208"/>
                </a:lnTo>
                <a:lnTo>
                  <a:pt x="8610" y="908510"/>
                </a:lnTo>
                <a:lnTo>
                  <a:pt x="0" y="905054"/>
                </a:lnTo>
                <a:close/>
              </a:path>
              <a:path w="1137920" h="997585">
                <a:moveTo>
                  <a:pt x="1045257" y="0"/>
                </a:moveTo>
                <a:lnTo>
                  <a:pt x="1047746" y="5792"/>
                </a:lnTo>
                <a:lnTo>
                  <a:pt x="1050450" y="14811"/>
                </a:lnTo>
                <a:lnTo>
                  <a:pt x="1053774" y="16046"/>
                </a:lnTo>
                <a:lnTo>
                  <a:pt x="1091112" y="41314"/>
                </a:lnTo>
                <a:lnTo>
                  <a:pt x="1116136" y="78804"/>
                </a:lnTo>
                <a:lnTo>
                  <a:pt x="1125280" y="124768"/>
                </a:lnTo>
                <a:lnTo>
                  <a:pt x="1125280" y="867468"/>
                </a:lnTo>
                <a:lnTo>
                  <a:pt x="1115892" y="913569"/>
                </a:lnTo>
                <a:lnTo>
                  <a:pt x="1090746" y="950907"/>
                </a:lnTo>
                <a:lnTo>
                  <a:pt x="1053134" y="975922"/>
                </a:lnTo>
                <a:lnTo>
                  <a:pt x="1007292" y="985066"/>
                </a:lnTo>
                <a:lnTo>
                  <a:pt x="1062326" y="985066"/>
                </a:lnTo>
                <a:lnTo>
                  <a:pt x="1099616" y="959027"/>
                </a:lnTo>
                <a:lnTo>
                  <a:pt x="1127444" y="917760"/>
                </a:lnTo>
                <a:lnTo>
                  <a:pt x="1136832" y="880422"/>
                </a:lnTo>
                <a:lnTo>
                  <a:pt x="1137472" y="867468"/>
                </a:lnTo>
                <a:lnTo>
                  <a:pt x="1137472" y="124006"/>
                </a:lnTo>
                <a:lnTo>
                  <a:pt x="1131620" y="85388"/>
                </a:lnTo>
                <a:lnTo>
                  <a:pt x="1107632" y="41466"/>
                </a:lnTo>
                <a:lnTo>
                  <a:pt x="1069288" y="10072"/>
                </a:lnTo>
                <a:lnTo>
                  <a:pt x="1045910" y="166"/>
                </a:lnTo>
                <a:lnTo>
                  <a:pt x="1045257" y="0"/>
                </a:lnTo>
                <a:close/>
              </a:path>
            </a:pathLst>
          </a:custGeom>
          <a:solidFill>
            <a:srgbClr val="959595"/>
          </a:solidFill>
        </p:spPr>
        <p:txBody>
          <a:bodyPr wrap="square" lIns="0" tIns="0" rIns="0" bIns="0" rtlCol="0"/>
          <a:lstStyle/>
          <a:p>
            <a:endParaRPr/>
          </a:p>
        </p:txBody>
      </p:sp>
      <p:sp>
        <p:nvSpPr>
          <p:cNvPr id="57" name="object 57"/>
          <p:cNvSpPr/>
          <p:nvPr/>
        </p:nvSpPr>
        <p:spPr>
          <a:xfrm>
            <a:off x="7051548" y="2871217"/>
            <a:ext cx="1130807" cy="990599"/>
          </a:xfrm>
          <a:prstGeom prst="rect">
            <a:avLst/>
          </a:prstGeom>
          <a:blipFill>
            <a:blip r:embed="rId17" cstate="print"/>
            <a:stretch>
              <a:fillRect/>
            </a:stretch>
          </a:blipFill>
        </p:spPr>
        <p:txBody>
          <a:bodyPr wrap="square" lIns="0" tIns="0" rIns="0" bIns="0" rtlCol="0"/>
          <a:lstStyle/>
          <a:p>
            <a:endParaRPr/>
          </a:p>
        </p:txBody>
      </p:sp>
      <p:sp>
        <p:nvSpPr>
          <p:cNvPr id="58" name="object 58"/>
          <p:cNvSpPr/>
          <p:nvPr/>
        </p:nvSpPr>
        <p:spPr>
          <a:xfrm>
            <a:off x="7051548" y="2871216"/>
            <a:ext cx="1130935" cy="990600"/>
          </a:xfrm>
          <a:custGeom>
            <a:avLst/>
            <a:gdLst/>
            <a:ahLst/>
            <a:cxnLst/>
            <a:rect l="l" t="t" r="r" b="b"/>
            <a:pathLst>
              <a:path w="1130934" h="990600">
                <a:moveTo>
                  <a:pt x="0" y="123809"/>
                </a:moveTo>
                <a:lnTo>
                  <a:pt x="7429" y="81434"/>
                </a:lnTo>
                <a:lnTo>
                  <a:pt x="27973" y="45381"/>
                </a:lnTo>
                <a:lnTo>
                  <a:pt x="59019" y="18265"/>
                </a:lnTo>
                <a:lnTo>
                  <a:pt x="97952" y="2703"/>
                </a:lnTo>
                <a:lnTo>
                  <a:pt x="1006998" y="0"/>
                </a:lnTo>
                <a:lnTo>
                  <a:pt x="1021665" y="857"/>
                </a:lnTo>
                <a:lnTo>
                  <a:pt x="1062228" y="12951"/>
                </a:lnTo>
                <a:lnTo>
                  <a:pt x="1095596" y="37289"/>
                </a:lnTo>
                <a:lnTo>
                  <a:pt x="1119150" y="71254"/>
                </a:lnTo>
                <a:lnTo>
                  <a:pt x="1130274" y="112228"/>
                </a:lnTo>
                <a:lnTo>
                  <a:pt x="1130807" y="866759"/>
                </a:lnTo>
                <a:lnTo>
                  <a:pt x="1129950" y="881431"/>
                </a:lnTo>
                <a:lnTo>
                  <a:pt x="1117859" y="922003"/>
                </a:lnTo>
                <a:lnTo>
                  <a:pt x="1093527" y="955376"/>
                </a:lnTo>
                <a:lnTo>
                  <a:pt x="1059569" y="978934"/>
                </a:lnTo>
                <a:lnTo>
                  <a:pt x="1018602" y="990064"/>
                </a:lnTo>
                <a:lnTo>
                  <a:pt x="123840" y="990599"/>
                </a:lnTo>
                <a:lnTo>
                  <a:pt x="109169" y="989742"/>
                </a:lnTo>
                <a:lnTo>
                  <a:pt x="68602" y="977653"/>
                </a:lnTo>
                <a:lnTo>
                  <a:pt x="35232" y="953323"/>
                </a:lnTo>
                <a:lnTo>
                  <a:pt x="11672" y="919365"/>
                </a:lnTo>
                <a:lnTo>
                  <a:pt x="537" y="878392"/>
                </a:lnTo>
                <a:lnTo>
                  <a:pt x="0" y="123809"/>
                </a:lnTo>
                <a:close/>
              </a:path>
            </a:pathLst>
          </a:custGeom>
          <a:ln w="12191">
            <a:solidFill>
              <a:srgbClr val="28C8C0"/>
            </a:solidFill>
          </a:ln>
        </p:spPr>
        <p:txBody>
          <a:bodyPr wrap="square" lIns="0" tIns="0" rIns="0" bIns="0" rtlCol="0"/>
          <a:lstStyle/>
          <a:p>
            <a:endParaRPr/>
          </a:p>
        </p:txBody>
      </p:sp>
      <p:sp>
        <p:nvSpPr>
          <p:cNvPr id="59" name="object 59"/>
          <p:cNvSpPr/>
          <p:nvPr/>
        </p:nvSpPr>
        <p:spPr>
          <a:xfrm>
            <a:off x="7134650" y="4027234"/>
            <a:ext cx="1123950" cy="984250"/>
          </a:xfrm>
          <a:custGeom>
            <a:avLst/>
            <a:gdLst/>
            <a:ahLst/>
            <a:cxnLst/>
            <a:rect l="l" t="t" r="r" b="b"/>
            <a:pathLst>
              <a:path w="1123950" h="984250">
                <a:moveTo>
                  <a:pt x="0" y="900569"/>
                </a:moveTo>
                <a:lnTo>
                  <a:pt x="19252" y="936023"/>
                </a:lnTo>
                <a:lnTo>
                  <a:pt x="49643" y="963852"/>
                </a:lnTo>
                <a:lnTo>
                  <a:pt x="88104" y="980312"/>
                </a:lnTo>
                <a:lnTo>
                  <a:pt x="116937" y="983677"/>
                </a:lnTo>
                <a:lnTo>
                  <a:pt x="1011688" y="983143"/>
                </a:lnTo>
                <a:lnTo>
                  <a:pt x="1052658" y="972017"/>
                </a:lnTo>
                <a:lnTo>
                  <a:pt x="1086619" y="948462"/>
                </a:lnTo>
                <a:lnTo>
                  <a:pt x="1110954" y="915092"/>
                </a:lnTo>
                <a:lnTo>
                  <a:pt x="1114225" y="907477"/>
                </a:lnTo>
                <a:lnTo>
                  <a:pt x="923895" y="907477"/>
                </a:lnTo>
                <a:lnTo>
                  <a:pt x="29116" y="906941"/>
                </a:lnTo>
                <a:lnTo>
                  <a:pt x="14839" y="904772"/>
                </a:lnTo>
                <a:lnTo>
                  <a:pt x="1148" y="901030"/>
                </a:lnTo>
                <a:lnTo>
                  <a:pt x="0" y="900569"/>
                </a:lnTo>
                <a:close/>
              </a:path>
              <a:path w="1123950" h="984250">
                <a:moveTo>
                  <a:pt x="1040780" y="0"/>
                </a:moveTo>
                <a:lnTo>
                  <a:pt x="1044338" y="11870"/>
                </a:lnTo>
                <a:lnTo>
                  <a:pt x="1046847" y="26031"/>
                </a:lnTo>
                <a:lnTo>
                  <a:pt x="1047705" y="40702"/>
                </a:lnTo>
                <a:lnTo>
                  <a:pt x="1047170" y="795249"/>
                </a:lnTo>
                <a:lnTo>
                  <a:pt x="1036044" y="836228"/>
                </a:lnTo>
                <a:lnTo>
                  <a:pt x="1012489" y="870193"/>
                </a:lnTo>
                <a:lnTo>
                  <a:pt x="979123" y="894528"/>
                </a:lnTo>
                <a:lnTo>
                  <a:pt x="938562" y="906620"/>
                </a:lnTo>
                <a:lnTo>
                  <a:pt x="923895" y="907477"/>
                </a:lnTo>
                <a:lnTo>
                  <a:pt x="1114225" y="907477"/>
                </a:lnTo>
                <a:lnTo>
                  <a:pt x="1116475" y="902240"/>
                </a:lnTo>
                <a:lnTo>
                  <a:pt x="1120538" y="888685"/>
                </a:lnTo>
                <a:lnTo>
                  <a:pt x="1123047" y="874523"/>
                </a:lnTo>
                <a:lnTo>
                  <a:pt x="1123904" y="859852"/>
                </a:lnTo>
                <a:lnTo>
                  <a:pt x="1123370" y="105306"/>
                </a:lnTo>
                <a:lnTo>
                  <a:pt x="1112243" y="64327"/>
                </a:lnTo>
                <a:lnTo>
                  <a:pt x="1088688" y="30362"/>
                </a:lnTo>
                <a:lnTo>
                  <a:pt x="1055322" y="6027"/>
                </a:lnTo>
                <a:lnTo>
                  <a:pt x="1042472" y="507"/>
                </a:lnTo>
                <a:lnTo>
                  <a:pt x="1040780" y="0"/>
                </a:lnTo>
                <a:close/>
              </a:path>
            </a:pathLst>
          </a:custGeom>
          <a:solidFill>
            <a:srgbClr val="959595"/>
          </a:solidFill>
        </p:spPr>
        <p:txBody>
          <a:bodyPr wrap="square" lIns="0" tIns="0" rIns="0" bIns="0" rtlCol="0"/>
          <a:lstStyle/>
          <a:p>
            <a:endParaRPr/>
          </a:p>
        </p:txBody>
      </p:sp>
      <p:sp>
        <p:nvSpPr>
          <p:cNvPr id="60" name="object 60"/>
          <p:cNvSpPr/>
          <p:nvPr/>
        </p:nvSpPr>
        <p:spPr>
          <a:xfrm>
            <a:off x="7127179" y="4019766"/>
            <a:ext cx="1137920" cy="997585"/>
          </a:xfrm>
          <a:custGeom>
            <a:avLst/>
            <a:gdLst/>
            <a:ahLst/>
            <a:cxnLst/>
            <a:rect l="l" t="t" r="r" b="b"/>
            <a:pathLst>
              <a:path w="1137920" h="997585">
                <a:moveTo>
                  <a:pt x="0" y="905039"/>
                </a:moveTo>
                <a:lnTo>
                  <a:pt x="16814" y="940342"/>
                </a:lnTo>
                <a:lnTo>
                  <a:pt x="52018" y="975275"/>
                </a:lnTo>
                <a:lnTo>
                  <a:pt x="98622" y="994706"/>
                </a:lnTo>
                <a:lnTo>
                  <a:pt x="124408" y="997242"/>
                </a:lnTo>
                <a:lnTo>
                  <a:pt x="1007932" y="997242"/>
                </a:lnTo>
                <a:lnTo>
                  <a:pt x="1046550" y="991396"/>
                </a:lnTo>
                <a:lnTo>
                  <a:pt x="1062325" y="985050"/>
                </a:lnTo>
                <a:lnTo>
                  <a:pt x="124408" y="985050"/>
                </a:lnTo>
                <a:lnTo>
                  <a:pt x="112064" y="984419"/>
                </a:lnTo>
                <a:lnTo>
                  <a:pt x="68020" y="970703"/>
                </a:lnTo>
                <a:lnTo>
                  <a:pt x="33334" y="942128"/>
                </a:lnTo>
                <a:lnTo>
                  <a:pt x="14817" y="910192"/>
                </a:lnTo>
                <a:lnTo>
                  <a:pt x="8619" y="908498"/>
                </a:lnTo>
                <a:lnTo>
                  <a:pt x="0" y="905039"/>
                </a:lnTo>
                <a:close/>
              </a:path>
              <a:path w="1137920" h="997585">
                <a:moveTo>
                  <a:pt x="1045262" y="0"/>
                </a:moveTo>
                <a:lnTo>
                  <a:pt x="1047746" y="5783"/>
                </a:lnTo>
                <a:lnTo>
                  <a:pt x="1050449" y="14799"/>
                </a:lnTo>
                <a:lnTo>
                  <a:pt x="1053774" y="16036"/>
                </a:lnTo>
                <a:lnTo>
                  <a:pt x="1091112" y="41313"/>
                </a:lnTo>
                <a:lnTo>
                  <a:pt x="1116136" y="78782"/>
                </a:lnTo>
                <a:lnTo>
                  <a:pt x="1125280" y="124752"/>
                </a:lnTo>
                <a:lnTo>
                  <a:pt x="1125280" y="867452"/>
                </a:lnTo>
                <a:lnTo>
                  <a:pt x="1115892" y="913553"/>
                </a:lnTo>
                <a:lnTo>
                  <a:pt x="1090746" y="950891"/>
                </a:lnTo>
                <a:lnTo>
                  <a:pt x="1053134" y="975906"/>
                </a:lnTo>
                <a:lnTo>
                  <a:pt x="1007292" y="985050"/>
                </a:lnTo>
                <a:lnTo>
                  <a:pt x="1062325" y="985050"/>
                </a:lnTo>
                <a:lnTo>
                  <a:pt x="1099616" y="959011"/>
                </a:lnTo>
                <a:lnTo>
                  <a:pt x="1127444" y="917744"/>
                </a:lnTo>
                <a:lnTo>
                  <a:pt x="1136832" y="880406"/>
                </a:lnTo>
                <a:lnTo>
                  <a:pt x="1137472" y="867452"/>
                </a:lnTo>
                <a:lnTo>
                  <a:pt x="1137472" y="123990"/>
                </a:lnTo>
                <a:lnTo>
                  <a:pt x="1131620" y="85378"/>
                </a:lnTo>
                <a:lnTo>
                  <a:pt x="1107632" y="41444"/>
                </a:lnTo>
                <a:lnTo>
                  <a:pt x="1069288" y="10071"/>
                </a:lnTo>
                <a:lnTo>
                  <a:pt x="1045910" y="165"/>
                </a:lnTo>
                <a:lnTo>
                  <a:pt x="1045262" y="0"/>
                </a:lnTo>
                <a:close/>
              </a:path>
            </a:pathLst>
          </a:custGeom>
          <a:solidFill>
            <a:srgbClr val="959595"/>
          </a:solidFill>
        </p:spPr>
        <p:txBody>
          <a:bodyPr wrap="square" lIns="0" tIns="0" rIns="0" bIns="0" rtlCol="0"/>
          <a:lstStyle/>
          <a:p>
            <a:endParaRPr/>
          </a:p>
        </p:txBody>
      </p:sp>
      <p:sp>
        <p:nvSpPr>
          <p:cNvPr id="61" name="object 61"/>
          <p:cNvSpPr/>
          <p:nvPr/>
        </p:nvSpPr>
        <p:spPr>
          <a:xfrm>
            <a:off x="7051548" y="3944112"/>
            <a:ext cx="1130807" cy="990599"/>
          </a:xfrm>
          <a:prstGeom prst="rect">
            <a:avLst/>
          </a:prstGeom>
          <a:blipFill>
            <a:blip r:embed="rId18" cstate="print"/>
            <a:stretch>
              <a:fillRect/>
            </a:stretch>
          </a:blipFill>
        </p:spPr>
        <p:txBody>
          <a:bodyPr wrap="square" lIns="0" tIns="0" rIns="0" bIns="0" rtlCol="0"/>
          <a:lstStyle/>
          <a:p>
            <a:endParaRPr/>
          </a:p>
        </p:txBody>
      </p:sp>
      <p:sp>
        <p:nvSpPr>
          <p:cNvPr id="62" name="object 62"/>
          <p:cNvSpPr/>
          <p:nvPr/>
        </p:nvSpPr>
        <p:spPr>
          <a:xfrm>
            <a:off x="7051548" y="3944111"/>
            <a:ext cx="1130935" cy="990600"/>
          </a:xfrm>
          <a:custGeom>
            <a:avLst/>
            <a:gdLst/>
            <a:ahLst/>
            <a:cxnLst/>
            <a:rect l="l" t="t" r="r" b="b"/>
            <a:pathLst>
              <a:path w="1130934" h="990600">
                <a:moveTo>
                  <a:pt x="0" y="123824"/>
                </a:moveTo>
                <a:lnTo>
                  <a:pt x="7428" y="81442"/>
                </a:lnTo>
                <a:lnTo>
                  <a:pt x="27970" y="45385"/>
                </a:lnTo>
                <a:lnTo>
                  <a:pt x="59013" y="18268"/>
                </a:lnTo>
                <a:lnTo>
                  <a:pt x="97942" y="2705"/>
                </a:lnTo>
                <a:lnTo>
                  <a:pt x="1006998" y="0"/>
                </a:lnTo>
                <a:lnTo>
                  <a:pt x="1021664" y="857"/>
                </a:lnTo>
                <a:lnTo>
                  <a:pt x="1062225" y="12949"/>
                </a:lnTo>
                <a:lnTo>
                  <a:pt x="1095591" y="37284"/>
                </a:lnTo>
                <a:lnTo>
                  <a:pt x="1119146" y="71249"/>
                </a:lnTo>
                <a:lnTo>
                  <a:pt x="1130273" y="112228"/>
                </a:lnTo>
                <a:lnTo>
                  <a:pt x="1130807" y="866774"/>
                </a:lnTo>
                <a:lnTo>
                  <a:pt x="1129950" y="881445"/>
                </a:lnTo>
                <a:lnTo>
                  <a:pt x="1117857" y="922014"/>
                </a:lnTo>
                <a:lnTo>
                  <a:pt x="1093522" y="955384"/>
                </a:lnTo>
                <a:lnTo>
                  <a:pt x="1059561" y="978939"/>
                </a:lnTo>
                <a:lnTo>
                  <a:pt x="1018590" y="990065"/>
                </a:lnTo>
                <a:lnTo>
                  <a:pt x="123840" y="990599"/>
                </a:lnTo>
                <a:lnTo>
                  <a:pt x="109169" y="989742"/>
                </a:lnTo>
                <a:lnTo>
                  <a:pt x="68599" y="977653"/>
                </a:lnTo>
                <a:lnTo>
                  <a:pt x="35228" y="953323"/>
                </a:lnTo>
                <a:lnTo>
                  <a:pt x="11669" y="919366"/>
                </a:lnTo>
                <a:lnTo>
                  <a:pt x="536" y="878394"/>
                </a:lnTo>
                <a:lnTo>
                  <a:pt x="0" y="123824"/>
                </a:lnTo>
                <a:close/>
              </a:path>
            </a:pathLst>
          </a:custGeom>
          <a:ln w="12191">
            <a:solidFill>
              <a:srgbClr val="28C8C0"/>
            </a:solidFill>
          </a:ln>
        </p:spPr>
        <p:txBody>
          <a:bodyPr wrap="square" lIns="0" tIns="0" rIns="0" bIns="0" rtlCol="0"/>
          <a:lstStyle/>
          <a:p>
            <a:endParaRPr/>
          </a:p>
        </p:txBody>
      </p:sp>
      <p:sp>
        <p:nvSpPr>
          <p:cNvPr id="63" name="object 63"/>
          <p:cNvSpPr/>
          <p:nvPr/>
        </p:nvSpPr>
        <p:spPr>
          <a:xfrm>
            <a:off x="7134647" y="5101654"/>
            <a:ext cx="1123950" cy="984250"/>
          </a:xfrm>
          <a:custGeom>
            <a:avLst/>
            <a:gdLst/>
            <a:ahLst/>
            <a:cxnLst/>
            <a:rect l="l" t="t" r="r" b="b"/>
            <a:pathLst>
              <a:path w="1123950" h="984250">
                <a:moveTo>
                  <a:pt x="0" y="900561"/>
                </a:moveTo>
                <a:lnTo>
                  <a:pt x="19242" y="935994"/>
                </a:lnTo>
                <a:lnTo>
                  <a:pt x="49635" y="963835"/>
                </a:lnTo>
                <a:lnTo>
                  <a:pt x="88102" y="980308"/>
                </a:lnTo>
                <a:lnTo>
                  <a:pt x="116940" y="983677"/>
                </a:lnTo>
                <a:lnTo>
                  <a:pt x="1011654" y="983146"/>
                </a:lnTo>
                <a:lnTo>
                  <a:pt x="1052637" y="972022"/>
                </a:lnTo>
                <a:lnTo>
                  <a:pt x="1086609" y="948463"/>
                </a:lnTo>
                <a:lnTo>
                  <a:pt x="1110953" y="915098"/>
                </a:lnTo>
                <a:lnTo>
                  <a:pt x="1114229" y="907477"/>
                </a:lnTo>
                <a:lnTo>
                  <a:pt x="923899" y="907477"/>
                </a:lnTo>
                <a:lnTo>
                  <a:pt x="29157" y="906944"/>
                </a:lnTo>
                <a:lnTo>
                  <a:pt x="14876" y="904777"/>
                </a:lnTo>
                <a:lnTo>
                  <a:pt x="1180" y="901035"/>
                </a:lnTo>
                <a:lnTo>
                  <a:pt x="0" y="900561"/>
                </a:lnTo>
                <a:close/>
              </a:path>
              <a:path w="1123950" h="984250">
                <a:moveTo>
                  <a:pt x="1040784" y="0"/>
                </a:moveTo>
                <a:lnTo>
                  <a:pt x="1044342" y="11870"/>
                </a:lnTo>
                <a:lnTo>
                  <a:pt x="1046851" y="26031"/>
                </a:lnTo>
                <a:lnTo>
                  <a:pt x="1047708" y="40702"/>
                </a:lnTo>
                <a:lnTo>
                  <a:pt x="1047177" y="795245"/>
                </a:lnTo>
                <a:lnTo>
                  <a:pt x="1036059" y="836201"/>
                </a:lnTo>
                <a:lnTo>
                  <a:pt x="1012506" y="870167"/>
                </a:lnTo>
                <a:lnTo>
                  <a:pt x="979136" y="894516"/>
                </a:lnTo>
                <a:lnTo>
                  <a:pt x="938568" y="906619"/>
                </a:lnTo>
                <a:lnTo>
                  <a:pt x="923899" y="907477"/>
                </a:lnTo>
                <a:lnTo>
                  <a:pt x="1114229" y="907477"/>
                </a:lnTo>
                <a:lnTo>
                  <a:pt x="1116475" y="902252"/>
                </a:lnTo>
                <a:lnTo>
                  <a:pt x="1120540" y="888705"/>
                </a:lnTo>
                <a:lnTo>
                  <a:pt x="1123050" y="874556"/>
                </a:lnTo>
                <a:lnTo>
                  <a:pt x="1123908" y="859901"/>
                </a:lnTo>
                <a:lnTo>
                  <a:pt x="1123374" y="105306"/>
                </a:lnTo>
                <a:lnTo>
                  <a:pt x="1112247" y="64327"/>
                </a:lnTo>
                <a:lnTo>
                  <a:pt x="1088692" y="30362"/>
                </a:lnTo>
                <a:lnTo>
                  <a:pt x="1055326" y="6027"/>
                </a:lnTo>
                <a:lnTo>
                  <a:pt x="1042476" y="507"/>
                </a:lnTo>
                <a:lnTo>
                  <a:pt x="1040784" y="0"/>
                </a:lnTo>
                <a:close/>
              </a:path>
            </a:pathLst>
          </a:custGeom>
          <a:solidFill>
            <a:srgbClr val="959595"/>
          </a:solidFill>
        </p:spPr>
        <p:txBody>
          <a:bodyPr wrap="square" lIns="0" tIns="0" rIns="0" bIns="0" rtlCol="0"/>
          <a:lstStyle/>
          <a:p>
            <a:endParaRPr/>
          </a:p>
        </p:txBody>
      </p:sp>
      <p:sp>
        <p:nvSpPr>
          <p:cNvPr id="64" name="object 64"/>
          <p:cNvSpPr/>
          <p:nvPr/>
        </p:nvSpPr>
        <p:spPr>
          <a:xfrm>
            <a:off x="7127183" y="5094186"/>
            <a:ext cx="1137920" cy="997585"/>
          </a:xfrm>
          <a:custGeom>
            <a:avLst/>
            <a:gdLst/>
            <a:ahLst/>
            <a:cxnLst/>
            <a:rect l="l" t="t" r="r" b="b"/>
            <a:pathLst>
              <a:path w="1137920" h="997585">
                <a:moveTo>
                  <a:pt x="0" y="905035"/>
                </a:moveTo>
                <a:lnTo>
                  <a:pt x="16810" y="940318"/>
                </a:lnTo>
                <a:lnTo>
                  <a:pt x="52014" y="975205"/>
                </a:lnTo>
                <a:lnTo>
                  <a:pt x="98618" y="994706"/>
                </a:lnTo>
                <a:lnTo>
                  <a:pt x="124404" y="997242"/>
                </a:lnTo>
                <a:lnTo>
                  <a:pt x="1007928" y="997230"/>
                </a:lnTo>
                <a:lnTo>
                  <a:pt x="1046546" y="991347"/>
                </a:lnTo>
                <a:lnTo>
                  <a:pt x="1062281" y="985062"/>
                </a:lnTo>
                <a:lnTo>
                  <a:pt x="124404" y="985050"/>
                </a:lnTo>
                <a:lnTo>
                  <a:pt x="112060" y="984395"/>
                </a:lnTo>
                <a:lnTo>
                  <a:pt x="68016" y="970703"/>
                </a:lnTo>
                <a:lnTo>
                  <a:pt x="33330" y="942067"/>
                </a:lnTo>
                <a:lnTo>
                  <a:pt x="14810" y="910188"/>
                </a:lnTo>
                <a:lnTo>
                  <a:pt x="8644" y="908504"/>
                </a:lnTo>
                <a:lnTo>
                  <a:pt x="0" y="905035"/>
                </a:lnTo>
                <a:close/>
              </a:path>
              <a:path w="1137920" h="997585">
                <a:moveTo>
                  <a:pt x="1045258" y="0"/>
                </a:moveTo>
                <a:lnTo>
                  <a:pt x="1047742" y="5783"/>
                </a:lnTo>
                <a:lnTo>
                  <a:pt x="1050445" y="14799"/>
                </a:lnTo>
                <a:lnTo>
                  <a:pt x="1053770" y="16036"/>
                </a:lnTo>
                <a:lnTo>
                  <a:pt x="1091108" y="41313"/>
                </a:lnTo>
                <a:lnTo>
                  <a:pt x="1116132" y="78782"/>
                </a:lnTo>
                <a:lnTo>
                  <a:pt x="1125276" y="124752"/>
                </a:lnTo>
                <a:lnTo>
                  <a:pt x="1125276" y="867403"/>
                </a:lnTo>
                <a:lnTo>
                  <a:pt x="1115888" y="913504"/>
                </a:lnTo>
                <a:lnTo>
                  <a:pt x="1090742" y="950830"/>
                </a:lnTo>
                <a:lnTo>
                  <a:pt x="1053130" y="975943"/>
                </a:lnTo>
                <a:lnTo>
                  <a:pt x="1007288" y="985062"/>
                </a:lnTo>
                <a:lnTo>
                  <a:pt x="1062281" y="985062"/>
                </a:lnTo>
                <a:lnTo>
                  <a:pt x="1099612" y="959072"/>
                </a:lnTo>
                <a:lnTo>
                  <a:pt x="1127440" y="917720"/>
                </a:lnTo>
                <a:lnTo>
                  <a:pt x="1136828" y="880406"/>
                </a:lnTo>
                <a:lnTo>
                  <a:pt x="1137468" y="867403"/>
                </a:lnTo>
                <a:lnTo>
                  <a:pt x="1137468" y="123990"/>
                </a:lnTo>
                <a:lnTo>
                  <a:pt x="1131616" y="85378"/>
                </a:lnTo>
                <a:lnTo>
                  <a:pt x="1107628" y="41444"/>
                </a:lnTo>
                <a:lnTo>
                  <a:pt x="1069284" y="10071"/>
                </a:lnTo>
                <a:lnTo>
                  <a:pt x="1045906" y="165"/>
                </a:lnTo>
                <a:lnTo>
                  <a:pt x="1045258" y="0"/>
                </a:lnTo>
                <a:close/>
              </a:path>
            </a:pathLst>
          </a:custGeom>
          <a:solidFill>
            <a:srgbClr val="959595"/>
          </a:solidFill>
        </p:spPr>
        <p:txBody>
          <a:bodyPr wrap="square" lIns="0" tIns="0" rIns="0" bIns="0" rtlCol="0"/>
          <a:lstStyle/>
          <a:p>
            <a:endParaRPr/>
          </a:p>
        </p:txBody>
      </p:sp>
      <p:sp>
        <p:nvSpPr>
          <p:cNvPr id="65" name="object 65"/>
          <p:cNvSpPr/>
          <p:nvPr/>
        </p:nvSpPr>
        <p:spPr>
          <a:xfrm>
            <a:off x="7051548" y="5018533"/>
            <a:ext cx="1130807" cy="990599"/>
          </a:xfrm>
          <a:prstGeom prst="rect">
            <a:avLst/>
          </a:prstGeom>
          <a:blipFill>
            <a:blip r:embed="rId19" cstate="print"/>
            <a:stretch>
              <a:fillRect/>
            </a:stretch>
          </a:blipFill>
        </p:spPr>
        <p:txBody>
          <a:bodyPr wrap="square" lIns="0" tIns="0" rIns="0" bIns="0" rtlCol="0"/>
          <a:lstStyle/>
          <a:p>
            <a:endParaRPr/>
          </a:p>
        </p:txBody>
      </p:sp>
      <p:sp>
        <p:nvSpPr>
          <p:cNvPr id="66" name="object 66"/>
          <p:cNvSpPr/>
          <p:nvPr/>
        </p:nvSpPr>
        <p:spPr>
          <a:xfrm>
            <a:off x="7051548" y="5018532"/>
            <a:ext cx="1130935" cy="990600"/>
          </a:xfrm>
          <a:custGeom>
            <a:avLst/>
            <a:gdLst/>
            <a:ahLst/>
            <a:cxnLst/>
            <a:rect l="l" t="t" r="r" b="b"/>
            <a:pathLst>
              <a:path w="1130934" h="990600">
                <a:moveTo>
                  <a:pt x="0" y="123824"/>
                </a:moveTo>
                <a:lnTo>
                  <a:pt x="7428" y="81442"/>
                </a:lnTo>
                <a:lnTo>
                  <a:pt x="27970" y="45385"/>
                </a:lnTo>
                <a:lnTo>
                  <a:pt x="59013" y="18268"/>
                </a:lnTo>
                <a:lnTo>
                  <a:pt x="97942" y="2705"/>
                </a:lnTo>
                <a:lnTo>
                  <a:pt x="1006998" y="0"/>
                </a:lnTo>
                <a:lnTo>
                  <a:pt x="1021664" y="857"/>
                </a:lnTo>
                <a:lnTo>
                  <a:pt x="1062225" y="12949"/>
                </a:lnTo>
                <a:lnTo>
                  <a:pt x="1095591" y="37284"/>
                </a:lnTo>
                <a:lnTo>
                  <a:pt x="1119146" y="71249"/>
                </a:lnTo>
                <a:lnTo>
                  <a:pt x="1130273" y="112228"/>
                </a:lnTo>
                <a:lnTo>
                  <a:pt x="1130807" y="866823"/>
                </a:lnTo>
                <a:lnTo>
                  <a:pt x="1129949" y="881478"/>
                </a:lnTo>
                <a:lnTo>
                  <a:pt x="1117853" y="922020"/>
                </a:lnTo>
                <a:lnTo>
                  <a:pt x="1093509" y="955385"/>
                </a:lnTo>
                <a:lnTo>
                  <a:pt x="1059536" y="978944"/>
                </a:lnTo>
                <a:lnTo>
                  <a:pt x="1018553" y="990068"/>
                </a:lnTo>
                <a:lnTo>
                  <a:pt x="123840" y="990599"/>
                </a:lnTo>
                <a:lnTo>
                  <a:pt x="109166" y="989741"/>
                </a:lnTo>
                <a:lnTo>
                  <a:pt x="68589" y="977641"/>
                </a:lnTo>
                <a:lnTo>
                  <a:pt x="35214" y="953297"/>
                </a:lnTo>
                <a:lnTo>
                  <a:pt x="11657" y="919338"/>
                </a:lnTo>
                <a:lnTo>
                  <a:pt x="533" y="878390"/>
                </a:lnTo>
                <a:lnTo>
                  <a:pt x="0" y="123824"/>
                </a:lnTo>
                <a:close/>
              </a:path>
            </a:pathLst>
          </a:custGeom>
          <a:ln w="12191">
            <a:solidFill>
              <a:srgbClr val="28C8C0"/>
            </a:solidFill>
          </a:ln>
        </p:spPr>
        <p:txBody>
          <a:bodyPr wrap="square" lIns="0" tIns="0" rIns="0" bIns="0" rtlCol="0"/>
          <a:lstStyle/>
          <a:p>
            <a:endParaRPr/>
          </a:p>
        </p:txBody>
      </p:sp>
      <p:sp>
        <p:nvSpPr>
          <p:cNvPr id="67" name="object 67"/>
          <p:cNvSpPr/>
          <p:nvPr/>
        </p:nvSpPr>
        <p:spPr>
          <a:xfrm>
            <a:off x="1676401" y="1792225"/>
            <a:ext cx="1895855" cy="999743"/>
          </a:xfrm>
          <a:prstGeom prst="rect">
            <a:avLst/>
          </a:prstGeom>
          <a:blipFill>
            <a:blip r:embed="rId20" cstate="print"/>
            <a:stretch>
              <a:fillRect/>
            </a:stretch>
          </a:blipFill>
        </p:spPr>
        <p:txBody>
          <a:bodyPr wrap="square" lIns="0" tIns="0" rIns="0" bIns="0" rtlCol="0"/>
          <a:lstStyle/>
          <a:p>
            <a:endParaRPr/>
          </a:p>
        </p:txBody>
      </p:sp>
      <p:sp>
        <p:nvSpPr>
          <p:cNvPr id="68" name="object 68"/>
          <p:cNvSpPr/>
          <p:nvPr/>
        </p:nvSpPr>
        <p:spPr>
          <a:xfrm>
            <a:off x="1676400" y="1792225"/>
            <a:ext cx="1896110" cy="1000125"/>
          </a:xfrm>
          <a:custGeom>
            <a:avLst/>
            <a:gdLst/>
            <a:ahLst/>
            <a:cxnLst/>
            <a:rect l="l" t="t" r="r" b="b"/>
            <a:pathLst>
              <a:path w="1896110" h="1000125">
                <a:moveTo>
                  <a:pt x="0" y="0"/>
                </a:moveTo>
                <a:lnTo>
                  <a:pt x="1401317" y="0"/>
                </a:lnTo>
                <a:lnTo>
                  <a:pt x="1895855" y="499871"/>
                </a:lnTo>
                <a:lnTo>
                  <a:pt x="1401317" y="999743"/>
                </a:lnTo>
                <a:lnTo>
                  <a:pt x="0" y="999743"/>
                </a:lnTo>
                <a:lnTo>
                  <a:pt x="0" y="0"/>
                </a:lnTo>
              </a:path>
            </a:pathLst>
          </a:custGeom>
          <a:ln w="12191">
            <a:solidFill>
              <a:srgbClr val="00279E"/>
            </a:solidFill>
          </a:ln>
        </p:spPr>
        <p:txBody>
          <a:bodyPr wrap="square" lIns="0" tIns="0" rIns="0" bIns="0" rtlCol="0"/>
          <a:lstStyle/>
          <a:p>
            <a:endParaRPr/>
          </a:p>
        </p:txBody>
      </p:sp>
      <p:sp>
        <p:nvSpPr>
          <p:cNvPr id="69" name="object 69"/>
          <p:cNvSpPr/>
          <p:nvPr/>
        </p:nvSpPr>
        <p:spPr>
          <a:xfrm>
            <a:off x="1676401" y="2863597"/>
            <a:ext cx="1895855" cy="1002791"/>
          </a:xfrm>
          <a:prstGeom prst="rect">
            <a:avLst/>
          </a:prstGeom>
          <a:blipFill>
            <a:blip r:embed="rId21" cstate="print"/>
            <a:stretch>
              <a:fillRect/>
            </a:stretch>
          </a:blipFill>
        </p:spPr>
        <p:txBody>
          <a:bodyPr wrap="square" lIns="0" tIns="0" rIns="0" bIns="0" rtlCol="0"/>
          <a:lstStyle/>
          <a:p>
            <a:endParaRPr/>
          </a:p>
        </p:txBody>
      </p:sp>
      <p:sp>
        <p:nvSpPr>
          <p:cNvPr id="70" name="object 70"/>
          <p:cNvSpPr/>
          <p:nvPr/>
        </p:nvSpPr>
        <p:spPr>
          <a:xfrm>
            <a:off x="1676400" y="2863596"/>
            <a:ext cx="1896110" cy="1003300"/>
          </a:xfrm>
          <a:custGeom>
            <a:avLst/>
            <a:gdLst/>
            <a:ahLst/>
            <a:cxnLst/>
            <a:rect l="l" t="t" r="r" b="b"/>
            <a:pathLst>
              <a:path w="1896110" h="1003300">
                <a:moveTo>
                  <a:pt x="0" y="0"/>
                </a:moveTo>
                <a:lnTo>
                  <a:pt x="1401317" y="0"/>
                </a:lnTo>
                <a:lnTo>
                  <a:pt x="1895855" y="501395"/>
                </a:lnTo>
                <a:lnTo>
                  <a:pt x="1401317" y="1002791"/>
                </a:lnTo>
                <a:lnTo>
                  <a:pt x="0" y="1002791"/>
                </a:lnTo>
                <a:lnTo>
                  <a:pt x="0" y="0"/>
                </a:lnTo>
              </a:path>
            </a:pathLst>
          </a:custGeom>
          <a:ln w="12191">
            <a:solidFill>
              <a:srgbClr val="00279E"/>
            </a:solidFill>
          </a:ln>
        </p:spPr>
        <p:txBody>
          <a:bodyPr wrap="square" lIns="0" tIns="0" rIns="0" bIns="0" rtlCol="0"/>
          <a:lstStyle/>
          <a:p>
            <a:endParaRPr/>
          </a:p>
        </p:txBody>
      </p:sp>
      <p:sp>
        <p:nvSpPr>
          <p:cNvPr id="71" name="object 71"/>
          <p:cNvSpPr/>
          <p:nvPr/>
        </p:nvSpPr>
        <p:spPr>
          <a:xfrm>
            <a:off x="1676401" y="3938017"/>
            <a:ext cx="1895855" cy="1002791"/>
          </a:xfrm>
          <a:prstGeom prst="rect">
            <a:avLst/>
          </a:prstGeom>
          <a:blipFill>
            <a:blip r:embed="rId22" cstate="print"/>
            <a:stretch>
              <a:fillRect/>
            </a:stretch>
          </a:blipFill>
        </p:spPr>
        <p:txBody>
          <a:bodyPr wrap="square" lIns="0" tIns="0" rIns="0" bIns="0" rtlCol="0"/>
          <a:lstStyle/>
          <a:p>
            <a:endParaRPr/>
          </a:p>
        </p:txBody>
      </p:sp>
      <p:sp>
        <p:nvSpPr>
          <p:cNvPr id="72" name="object 72"/>
          <p:cNvSpPr/>
          <p:nvPr/>
        </p:nvSpPr>
        <p:spPr>
          <a:xfrm>
            <a:off x="1676400" y="3938016"/>
            <a:ext cx="1896110" cy="1003300"/>
          </a:xfrm>
          <a:custGeom>
            <a:avLst/>
            <a:gdLst/>
            <a:ahLst/>
            <a:cxnLst/>
            <a:rect l="l" t="t" r="r" b="b"/>
            <a:pathLst>
              <a:path w="1896110" h="1003300">
                <a:moveTo>
                  <a:pt x="0" y="0"/>
                </a:moveTo>
                <a:lnTo>
                  <a:pt x="1401317" y="0"/>
                </a:lnTo>
                <a:lnTo>
                  <a:pt x="1895855" y="501395"/>
                </a:lnTo>
                <a:lnTo>
                  <a:pt x="1401317" y="1002791"/>
                </a:lnTo>
                <a:lnTo>
                  <a:pt x="0" y="1002791"/>
                </a:lnTo>
                <a:lnTo>
                  <a:pt x="0" y="0"/>
                </a:lnTo>
              </a:path>
            </a:pathLst>
          </a:custGeom>
          <a:ln w="12191">
            <a:solidFill>
              <a:srgbClr val="00279E"/>
            </a:solidFill>
          </a:ln>
        </p:spPr>
        <p:txBody>
          <a:bodyPr wrap="square" lIns="0" tIns="0" rIns="0" bIns="0" rtlCol="0"/>
          <a:lstStyle/>
          <a:p>
            <a:endParaRPr/>
          </a:p>
        </p:txBody>
      </p:sp>
      <p:sp>
        <p:nvSpPr>
          <p:cNvPr id="73" name="object 73"/>
          <p:cNvSpPr/>
          <p:nvPr/>
        </p:nvSpPr>
        <p:spPr>
          <a:xfrm>
            <a:off x="1676401" y="5012435"/>
            <a:ext cx="1895855" cy="1001304"/>
          </a:xfrm>
          <a:prstGeom prst="rect">
            <a:avLst/>
          </a:prstGeom>
          <a:blipFill>
            <a:blip r:embed="rId23" cstate="print"/>
            <a:stretch>
              <a:fillRect/>
            </a:stretch>
          </a:blipFill>
        </p:spPr>
        <p:txBody>
          <a:bodyPr wrap="square" lIns="0" tIns="0" rIns="0" bIns="0" rtlCol="0"/>
          <a:lstStyle/>
          <a:p>
            <a:endParaRPr/>
          </a:p>
        </p:txBody>
      </p:sp>
      <p:sp>
        <p:nvSpPr>
          <p:cNvPr id="74" name="object 74"/>
          <p:cNvSpPr/>
          <p:nvPr/>
        </p:nvSpPr>
        <p:spPr>
          <a:xfrm>
            <a:off x="1676400" y="5012435"/>
            <a:ext cx="1896110" cy="1001394"/>
          </a:xfrm>
          <a:custGeom>
            <a:avLst/>
            <a:gdLst/>
            <a:ahLst/>
            <a:cxnLst/>
            <a:rect l="l" t="t" r="r" b="b"/>
            <a:pathLst>
              <a:path w="1896110" h="1001395">
                <a:moveTo>
                  <a:pt x="0" y="0"/>
                </a:moveTo>
                <a:lnTo>
                  <a:pt x="1401317" y="0"/>
                </a:lnTo>
                <a:lnTo>
                  <a:pt x="1895855" y="500633"/>
                </a:lnTo>
                <a:lnTo>
                  <a:pt x="1401317" y="1001304"/>
                </a:lnTo>
                <a:lnTo>
                  <a:pt x="0" y="1001304"/>
                </a:lnTo>
                <a:lnTo>
                  <a:pt x="0" y="0"/>
                </a:lnTo>
              </a:path>
            </a:pathLst>
          </a:custGeom>
          <a:ln w="12191">
            <a:solidFill>
              <a:srgbClr val="00279E"/>
            </a:solidFill>
          </a:ln>
        </p:spPr>
        <p:txBody>
          <a:bodyPr wrap="square" lIns="0" tIns="0" rIns="0" bIns="0" rtlCol="0"/>
          <a:lstStyle/>
          <a:p>
            <a:endParaRPr/>
          </a:p>
        </p:txBody>
      </p:sp>
      <p:sp>
        <p:nvSpPr>
          <p:cNvPr id="75" name="object 75"/>
          <p:cNvSpPr/>
          <p:nvPr/>
        </p:nvSpPr>
        <p:spPr>
          <a:xfrm>
            <a:off x="8449143" y="1330864"/>
            <a:ext cx="2178050" cy="388620"/>
          </a:xfrm>
          <a:custGeom>
            <a:avLst/>
            <a:gdLst/>
            <a:ahLst/>
            <a:cxnLst/>
            <a:rect l="l" t="t" r="r" b="b"/>
            <a:pathLst>
              <a:path w="2178050" h="388619">
                <a:moveTo>
                  <a:pt x="0" y="139382"/>
                </a:moveTo>
                <a:lnTo>
                  <a:pt x="24047" y="175158"/>
                </a:lnTo>
                <a:lnTo>
                  <a:pt x="78159" y="216915"/>
                </a:lnTo>
                <a:lnTo>
                  <a:pt x="114254" y="236631"/>
                </a:lnTo>
                <a:lnTo>
                  <a:pt x="156000" y="255475"/>
                </a:lnTo>
                <a:lnTo>
                  <a:pt x="203116" y="273374"/>
                </a:lnTo>
                <a:lnTo>
                  <a:pt x="255320" y="290257"/>
                </a:lnTo>
                <a:lnTo>
                  <a:pt x="312331" y="306052"/>
                </a:lnTo>
                <a:lnTo>
                  <a:pt x="373869" y="320685"/>
                </a:lnTo>
                <a:lnTo>
                  <a:pt x="439653" y="334085"/>
                </a:lnTo>
                <a:lnTo>
                  <a:pt x="509400" y="346179"/>
                </a:lnTo>
                <a:lnTo>
                  <a:pt x="582829" y="356896"/>
                </a:lnTo>
                <a:lnTo>
                  <a:pt x="659661" y="366162"/>
                </a:lnTo>
                <a:lnTo>
                  <a:pt x="739612" y="373905"/>
                </a:lnTo>
                <a:lnTo>
                  <a:pt x="822403" y="380054"/>
                </a:lnTo>
                <a:lnTo>
                  <a:pt x="907752" y="384535"/>
                </a:lnTo>
                <a:lnTo>
                  <a:pt x="995378" y="387277"/>
                </a:lnTo>
                <a:lnTo>
                  <a:pt x="1084999" y="388207"/>
                </a:lnTo>
                <a:lnTo>
                  <a:pt x="1174621" y="387277"/>
                </a:lnTo>
                <a:lnTo>
                  <a:pt x="1262247" y="384535"/>
                </a:lnTo>
                <a:lnTo>
                  <a:pt x="1347596" y="380054"/>
                </a:lnTo>
                <a:lnTo>
                  <a:pt x="1430387" y="373905"/>
                </a:lnTo>
                <a:lnTo>
                  <a:pt x="1510338" y="366162"/>
                </a:lnTo>
                <a:lnTo>
                  <a:pt x="1587170" y="356896"/>
                </a:lnTo>
                <a:lnTo>
                  <a:pt x="1660599" y="346179"/>
                </a:lnTo>
                <a:lnTo>
                  <a:pt x="1730346" y="334085"/>
                </a:lnTo>
                <a:lnTo>
                  <a:pt x="1796129" y="320685"/>
                </a:lnTo>
                <a:lnTo>
                  <a:pt x="1832626" y="312006"/>
                </a:lnTo>
                <a:lnTo>
                  <a:pt x="1008800" y="312006"/>
                </a:lnTo>
                <a:lnTo>
                  <a:pt x="919178" y="311076"/>
                </a:lnTo>
                <a:lnTo>
                  <a:pt x="831553" y="308335"/>
                </a:lnTo>
                <a:lnTo>
                  <a:pt x="746204" y="303853"/>
                </a:lnTo>
                <a:lnTo>
                  <a:pt x="663413" y="297705"/>
                </a:lnTo>
                <a:lnTo>
                  <a:pt x="583461" y="289961"/>
                </a:lnTo>
                <a:lnTo>
                  <a:pt x="506630" y="280695"/>
                </a:lnTo>
                <a:lnTo>
                  <a:pt x="433200" y="269979"/>
                </a:lnTo>
                <a:lnTo>
                  <a:pt x="363453" y="257885"/>
                </a:lnTo>
                <a:lnTo>
                  <a:pt x="297670" y="244485"/>
                </a:lnTo>
                <a:lnTo>
                  <a:pt x="236132" y="229851"/>
                </a:lnTo>
                <a:lnTo>
                  <a:pt x="179120" y="214057"/>
                </a:lnTo>
                <a:lnTo>
                  <a:pt x="126916" y="197174"/>
                </a:lnTo>
                <a:lnTo>
                  <a:pt x="79800" y="179274"/>
                </a:lnTo>
                <a:lnTo>
                  <a:pt x="38055" y="160431"/>
                </a:lnTo>
                <a:lnTo>
                  <a:pt x="1960" y="140715"/>
                </a:lnTo>
                <a:lnTo>
                  <a:pt x="0" y="139382"/>
                </a:lnTo>
                <a:close/>
              </a:path>
              <a:path w="2178050" h="388619">
                <a:moveTo>
                  <a:pt x="2093800" y="0"/>
                </a:moveTo>
                <a:lnTo>
                  <a:pt x="2097886" y="8600"/>
                </a:lnTo>
                <a:lnTo>
                  <a:pt x="2101508" y="31590"/>
                </a:lnTo>
                <a:lnTo>
                  <a:pt x="2097886" y="54581"/>
                </a:lnTo>
                <a:lnTo>
                  <a:pt x="2069752" y="98958"/>
                </a:lnTo>
                <a:lnTo>
                  <a:pt x="2015640" y="140715"/>
                </a:lnTo>
                <a:lnTo>
                  <a:pt x="1979545" y="160431"/>
                </a:lnTo>
                <a:lnTo>
                  <a:pt x="1937799" y="179274"/>
                </a:lnTo>
                <a:lnTo>
                  <a:pt x="1890684" y="197174"/>
                </a:lnTo>
                <a:lnTo>
                  <a:pt x="1838480" y="214057"/>
                </a:lnTo>
                <a:lnTo>
                  <a:pt x="1781468" y="229851"/>
                </a:lnTo>
                <a:lnTo>
                  <a:pt x="1719930" y="244485"/>
                </a:lnTo>
                <a:lnTo>
                  <a:pt x="1654147" y="257885"/>
                </a:lnTo>
                <a:lnTo>
                  <a:pt x="1584400" y="269979"/>
                </a:lnTo>
                <a:lnTo>
                  <a:pt x="1510970" y="280695"/>
                </a:lnTo>
                <a:lnTo>
                  <a:pt x="1434139" y="289961"/>
                </a:lnTo>
                <a:lnTo>
                  <a:pt x="1354187" y="297705"/>
                </a:lnTo>
                <a:lnTo>
                  <a:pt x="1271396" y="303853"/>
                </a:lnTo>
                <a:lnTo>
                  <a:pt x="1186047" y="308335"/>
                </a:lnTo>
                <a:lnTo>
                  <a:pt x="1098421" y="311076"/>
                </a:lnTo>
                <a:lnTo>
                  <a:pt x="1008800" y="312006"/>
                </a:lnTo>
                <a:lnTo>
                  <a:pt x="1832626" y="312006"/>
                </a:lnTo>
                <a:lnTo>
                  <a:pt x="1914679" y="290257"/>
                </a:lnTo>
                <a:lnTo>
                  <a:pt x="1966883" y="273374"/>
                </a:lnTo>
                <a:lnTo>
                  <a:pt x="2013999" y="255475"/>
                </a:lnTo>
                <a:lnTo>
                  <a:pt x="2055745" y="236631"/>
                </a:lnTo>
                <a:lnTo>
                  <a:pt x="2091840" y="216915"/>
                </a:lnTo>
                <a:lnTo>
                  <a:pt x="2145951" y="175158"/>
                </a:lnTo>
                <a:lnTo>
                  <a:pt x="2174085" y="130781"/>
                </a:lnTo>
                <a:lnTo>
                  <a:pt x="2177707" y="107791"/>
                </a:lnTo>
                <a:lnTo>
                  <a:pt x="2174085" y="84801"/>
                </a:lnTo>
                <a:lnTo>
                  <a:pt x="2163406" y="62321"/>
                </a:lnTo>
                <a:lnTo>
                  <a:pt x="2145951" y="40424"/>
                </a:lnTo>
                <a:lnTo>
                  <a:pt x="2122002" y="19181"/>
                </a:lnTo>
                <a:lnTo>
                  <a:pt x="2093800" y="0"/>
                </a:lnTo>
                <a:close/>
              </a:path>
            </a:pathLst>
          </a:custGeom>
          <a:solidFill>
            <a:srgbClr val="959595"/>
          </a:solidFill>
        </p:spPr>
        <p:txBody>
          <a:bodyPr wrap="square" lIns="0" tIns="0" rIns="0" bIns="0" rtlCol="0"/>
          <a:lstStyle/>
          <a:p>
            <a:endParaRPr/>
          </a:p>
        </p:txBody>
      </p:sp>
      <p:sp>
        <p:nvSpPr>
          <p:cNvPr id="76" name="object 76"/>
          <p:cNvSpPr/>
          <p:nvPr/>
        </p:nvSpPr>
        <p:spPr>
          <a:xfrm>
            <a:off x="8439261" y="1322588"/>
            <a:ext cx="2193925" cy="402590"/>
          </a:xfrm>
          <a:custGeom>
            <a:avLst/>
            <a:gdLst/>
            <a:ahLst/>
            <a:cxnLst/>
            <a:rect l="l" t="t" r="r" b="b"/>
            <a:pathLst>
              <a:path w="2193925" h="402589">
                <a:moveTo>
                  <a:pt x="1261517" y="399287"/>
                </a:moveTo>
                <a:lnTo>
                  <a:pt x="928249" y="399287"/>
                </a:lnTo>
                <a:lnTo>
                  <a:pt x="982991" y="402335"/>
                </a:lnTo>
                <a:lnTo>
                  <a:pt x="1206775" y="402335"/>
                </a:lnTo>
                <a:lnTo>
                  <a:pt x="1261517" y="399287"/>
                </a:lnTo>
                <a:close/>
              </a:path>
              <a:path w="2193925" h="402589">
                <a:moveTo>
                  <a:pt x="0" y="143255"/>
                </a:moveTo>
                <a:lnTo>
                  <a:pt x="2175" y="149351"/>
                </a:lnTo>
                <a:lnTo>
                  <a:pt x="5619" y="155447"/>
                </a:lnTo>
                <a:lnTo>
                  <a:pt x="9673" y="164591"/>
                </a:lnTo>
                <a:lnTo>
                  <a:pt x="14367" y="170687"/>
                </a:lnTo>
                <a:lnTo>
                  <a:pt x="19701" y="176783"/>
                </a:lnTo>
                <a:lnTo>
                  <a:pt x="25797" y="185927"/>
                </a:lnTo>
                <a:lnTo>
                  <a:pt x="32411" y="192023"/>
                </a:lnTo>
                <a:lnTo>
                  <a:pt x="39635" y="198119"/>
                </a:lnTo>
                <a:lnTo>
                  <a:pt x="47529" y="204215"/>
                </a:lnTo>
                <a:lnTo>
                  <a:pt x="56033" y="213359"/>
                </a:lnTo>
                <a:lnTo>
                  <a:pt x="95779" y="237743"/>
                </a:lnTo>
                <a:lnTo>
                  <a:pt x="131593" y="256031"/>
                </a:lnTo>
                <a:lnTo>
                  <a:pt x="186701" y="280415"/>
                </a:lnTo>
                <a:lnTo>
                  <a:pt x="217303" y="289559"/>
                </a:lnTo>
                <a:lnTo>
                  <a:pt x="249947" y="301751"/>
                </a:lnTo>
                <a:lnTo>
                  <a:pt x="284359" y="310895"/>
                </a:lnTo>
                <a:lnTo>
                  <a:pt x="320813" y="323087"/>
                </a:lnTo>
                <a:lnTo>
                  <a:pt x="398659" y="341375"/>
                </a:lnTo>
                <a:lnTo>
                  <a:pt x="439959" y="347471"/>
                </a:lnTo>
                <a:lnTo>
                  <a:pt x="482997" y="356615"/>
                </a:lnTo>
                <a:lnTo>
                  <a:pt x="718699" y="387095"/>
                </a:lnTo>
                <a:lnTo>
                  <a:pt x="769509" y="390143"/>
                </a:lnTo>
                <a:lnTo>
                  <a:pt x="821447" y="396239"/>
                </a:lnTo>
                <a:lnTo>
                  <a:pt x="874421" y="399287"/>
                </a:lnTo>
                <a:lnTo>
                  <a:pt x="1315497" y="399287"/>
                </a:lnTo>
                <a:lnTo>
                  <a:pt x="1368441" y="396239"/>
                </a:lnTo>
                <a:lnTo>
                  <a:pt x="1420257" y="390143"/>
                </a:lnTo>
                <a:lnTo>
                  <a:pt x="928645" y="390143"/>
                </a:lnTo>
                <a:lnTo>
                  <a:pt x="822209" y="384047"/>
                </a:lnTo>
                <a:lnTo>
                  <a:pt x="770393" y="377951"/>
                </a:lnTo>
                <a:lnTo>
                  <a:pt x="719735" y="374903"/>
                </a:lnTo>
                <a:lnTo>
                  <a:pt x="670205" y="368807"/>
                </a:lnTo>
                <a:lnTo>
                  <a:pt x="621925" y="365759"/>
                </a:lnTo>
                <a:lnTo>
                  <a:pt x="574833" y="356615"/>
                </a:lnTo>
                <a:lnTo>
                  <a:pt x="484917" y="344423"/>
                </a:lnTo>
                <a:lnTo>
                  <a:pt x="442245" y="335279"/>
                </a:lnTo>
                <a:lnTo>
                  <a:pt x="401097" y="329183"/>
                </a:lnTo>
                <a:lnTo>
                  <a:pt x="323617" y="310895"/>
                </a:lnTo>
                <a:lnTo>
                  <a:pt x="287681" y="298703"/>
                </a:lnTo>
                <a:lnTo>
                  <a:pt x="253513" y="289559"/>
                </a:lnTo>
                <a:lnTo>
                  <a:pt x="221113" y="280415"/>
                </a:lnTo>
                <a:lnTo>
                  <a:pt x="190785" y="268223"/>
                </a:lnTo>
                <a:lnTo>
                  <a:pt x="162713" y="256031"/>
                </a:lnTo>
                <a:lnTo>
                  <a:pt x="136531" y="246887"/>
                </a:lnTo>
                <a:lnTo>
                  <a:pt x="101631" y="228599"/>
                </a:lnTo>
                <a:lnTo>
                  <a:pt x="63257" y="201167"/>
                </a:lnTo>
                <a:lnTo>
                  <a:pt x="55149" y="195071"/>
                </a:lnTo>
                <a:lnTo>
                  <a:pt x="24151" y="164591"/>
                </a:lnTo>
                <a:lnTo>
                  <a:pt x="20331" y="156521"/>
                </a:lnTo>
                <a:lnTo>
                  <a:pt x="18239" y="155447"/>
                </a:lnTo>
                <a:lnTo>
                  <a:pt x="22156" y="155447"/>
                </a:lnTo>
                <a:lnTo>
                  <a:pt x="11843" y="149351"/>
                </a:lnTo>
                <a:lnTo>
                  <a:pt x="0" y="143255"/>
                </a:lnTo>
                <a:close/>
              </a:path>
              <a:path w="2193925" h="402589">
                <a:moveTo>
                  <a:pt x="2129237" y="18287"/>
                </a:moveTo>
                <a:lnTo>
                  <a:pt x="2107960" y="18287"/>
                </a:lnTo>
                <a:lnTo>
                  <a:pt x="2108465" y="21335"/>
                </a:lnTo>
                <a:lnTo>
                  <a:pt x="2117883" y="27431"/>
                </a:lnTo>
                <a:lnTo>
                  <a:pt x="2126509" y="33527"/>
                </a:lnTo>
                <a:lnTo>
                  <a:pt x="2160799" y="64007"/>
                </a:lnTo>
                <a:lnTo>
                  <a:pt x="2169943" y="79247"/>
                </a:lnTo>
                <a:lnTo>
                  <a:pt x="2173509" y="85343"/>
                </a:lnTo>
                <a:lnTo>
                  <a:pt x="2181495" y="118871"/>
                </a:lnTo>
                <a:lnTo>
                  <a:pt x="2181129" y="124967"/>
                </a:lnTo>
                <a:lnTo>
                  <a:pt x="2180093" y="131063"/>
                </a:lnTo>
                <a:lnTo>
                  <a:pt x="2178569" y="137159"/>
                </a:lnTo>
                <a:lnTo>
                  <a:pt x="2176161" y="143255"/>
                </a:lnTo>
                <a:lnTo>
                  <a:pt x="2173235" y="149351"/>
                </a:lnTo>
                <a:lnTo>
                  <a:pt x="2169699" y="158495"/>
                </a:lnTo>
                <a:lnTo>
                  <a:pt x="2141993" y="188975"/>
                </a:lnTo>
                <a:lnTo>
                  <a:pt x="2126387" y="201167"/>
                </a:lnTo>
                <a:lnTo>
                  <a:pt x="2117731" y="210311"/>
                </a:lnTo>
                <a:lnTo>
                  <a:pt x="2076979" y="234695"/>
                </a:lnTo>
                <a:lnTo>
                  <a:pt x="2026931" y="256031"/>
                </a:lnTo>
                <a:lnTo>
                  <a:pt x="1998737" y="268223"/>
                </a:lnTo>
                <a:lnTo>
                  <a:pt x="1968531" y="280415"/>
                </a:lnTo>
                <a:lnTo>
                  <a:pt x="1936131" y="289559"/>
                </a:lnTo>
                <a:lnTo>
                  <a:pt x="1901963" y="298703"/>
                </a:lnTo>
                <a:lnTo>
                  <a:pt x="1866027" y="310895"/>
                </a:lnTo>
                <a:lnTo>
                  <a:pt x="1828171" y="320039"/>
                </a:lnTo>
                <a:lnTo>
                  <a:pt x="1816551" y="323087"/>
                </a:lnTo>
                <a:lnTo>
                  <a:pt x="1788547" y="329183"/>
                </a:lnTo>
                <a:lnTo>
                  <a:pt x="1747551" y="335279"/>
                </a:lnTo>
                <a:lnTo>
                  <a:pt x="1704727" y="344423"/>
                </a:lnTo>
                <a:lnTo>
                  <a:pt x="1470031" y="374903"/>
                </a:lnTo>
                <a:lnTo>
                  <a:pt x="1419251" y="377951"/>
                </a:lnTo>
                <a:lnTo>
                  <a:pt x="1367557" y="384047"/>
                </a:lnTo>
                <a:lnTo>
                  <a:pt x="1314735" y="387095"/>
                </a:lnTo>
                <a:lnTo>
                  <a:pt x="1260999" y="387095"/>
                </a:lnTo>
                <a:lnTo>
                  <a:pt x="1206379" y="390143"/>
                </a:lnTo>
                <a:lnTo>
                  <a:pt x="1420257" y="390143"/>
                </a:lnTo>
                <a:lnTo>
                  <a:pt x="1471311" y="387095"/>
                </a:lnTo>
                <a:lnTo>
                  <a:pt x="1662573" y="362711"/>
                </a:lnTo>
                <a:lnTo>
                  <a:pt x="1706891" y="356615"/>
                </a:lnTo>
                <a:lnTo>
                  <a:pt x="1791229" y="338327"/>
                </a:lnTo>
                <a:lnTo>
                  <a:pt x="1831097" y="332231"/>
                </a:lnTo>
                <a:lnTo>
                  <a:pt x="1868583" y="323087"/>
                </a:lnTo>
                <a:lnTo>
                  <a:pt x="1869075" y="323087"/>
                </a:lnTo>
                <a:lnTo>
                  <a:pt x="1905529" y="310895"/>
                </a:lnTo>
                <a:lnTo>
                  <a:pt x="1939941" y="301751"/>
                </a:lnTo>
                <a:lnTo>
                  <a:pt x="1972585" y="289559"/>
                </a:lnTo>
                <a:lnTo>
                  <a:pt x="2003309" y="280415"/>
                </a:lnTo>
                <a:lnTo>
                  <a:pt x="2058447" y="256031"/>
                </a:lnTo>
                <a:lnTo>
                  <a:pt x="2094261" y="237743"/>
                </a:lnTo>
                <a:lnTo>
                  <a:pt x="2134007" y="213359"/>
                </a:lnTo>
                <a:lnTo>
                  <a:pt x="2142389" y="204215"/>
                </a:lnTo>
                <a:lnTo>
                  <a:pt x="2150375" y="198119"/>
                </a:lnTo>
                <a:lnTo>
                  <a:pt x="2157629" y="192023"/>
                </a:lnTo>
                <a:lnTo>
                  <a:pt x="2164213" y="185927"/>
                </a:lnTo>
                <a:lnTo>
                  <a:pt x="2170309" y="176783"/>
                </a:lnTo>
                <a:lnTo>
                  <a:pt x="2175643" y="170687"/>
                </a:lnTo>
                <a:lnTo>
                  <a:pt x="2180367" y="164591"/>
                </a:lnTo>
                <a:lnTo>
                  <a:pt x="2184421" y="155447"/>
                </a:lnTo>
                <a:lnTo>
                  <a:pt x="2187713" y="149351"/>
                </a:lnTo>
                <a:lnTo>
                  <a:pt x="2190395" y="140207"/>
                </a:lnTo>
                <a:lnTo>
                  <a:pt x="2192163" y="134111"/>
                </a:lnTo>
                <a:lnTo>
                  <a:pt x="2193321" y="124967"/>
                </a:lnTo>
                <a:lnTo>
                  <a:pt x="2193687" y="115823"/>
                </a:lnTo>
                <a:lnTo>
                  <a:pt x="2193169" y="109727"/>
                </a:lnTo>
                <a:lnTo>
                  <a:pt x="2192041" y="100583"/>
                </a:lnTo>
                <a:lnTo>
                  <a:pt x="2190273" y="94487"/>
                </a:lnTo>
                <a:lnTo>
                  <a:pt x="2187591" y="85343"/>
                </a:lnTo>
                <a:lnTo>
                  <a:pt x="2184177" y="79247"/>
                </a:lnTo>
                <a:lnTo>
                  <a:pt x="2180093" y="70103"/>
                </a:lnTo>
                <a:lnTo>
                  <a:pt x="2175399" y="64007"/>
                </a:lnTo>
                <a:lnTo>
                  <a:pt x="2170065" y="57911"/>
                </a:lnTo>
                <a:lnTo>
                  <a:pt x="2163969" y="48767"/>
                </a:lnTo>
                <a:lnTo>
                  <a:pt x="2157355" y="42671"/>
                </a:lnTo>
                <a:lnTo>
                  <a:pt x="2150131" y="36575"/>
                </a:lnTo>
                <a:lnTo>
                  <a:pt x="2142267" y="30479"/>
                </a:lnTo>
                <a:lnTo>
                  <a:pt x="2133733" y="21335"/>
                </a:lnTo>
                <a:lnTo>
                  <a:pt x="2129237" y="18287"/>
                </a:lnTo>
                <a:close/>
              </a:path>
              <a:path w="2193925" h="402589">
                <a:moveTo>
                  <a:pt x="22156" y="155447"/>
                </a:moveTo>
                <a:lnTo>
                  <a:pt x="19823" y="155447"/>
                </a:lnTo>
                <a:lnTo>
                  <a:pt x="20331" y="156521"/>
                </a:lnTo>
                <a:lnTo>
                  <a:pt x="47938" y="170687"/>
                </a:lnTo>
                <a:lnTo>
                  <a:pt x="22156" y="155447"/>
                </a:lnTo>
                <a:close/>
              </a:path>
              <a:path w="2193925" h="402589">
                <a:moveTo>
                  <a:pt x="2098934" y="0"/>
                </a:moveTo>
                <a:lnTo>
                  <a:pt x="2107769" y="18287"/>
                </a:lnTo>
                <a:lnTo>
                  <a:pt x="2111391" y="42671"/>
                </a:lnTo>
                <a:lnTo>
                  <a:pt x="2107960" y="18287"/>
                </a:lnTo>
                <a:lnTo>
                  <a:pt x="2129237" y="18287"/>
                </a:lnTo>
                <a:lnTo>
                  <a:pt x="2124741" y="15239"/>
                </a:lnTo>
                <a:lnTo>
                  <a:pt x="2115079" y="9143"/>
                </a:lnTo>
                <a:lnTo>
                  <a:pt x="2104777" y="3047"/>
                </a:lnTo>
                <a:lnTo>
                  <a:pt x="2098934" y="0"/>
                </a:lnTo>
                <a:close/>
              </a:path>
            </a:pathLst>
          </a:custGeom>
          <a:solidFill>
            <a:srgbClr val="959595"/>
          </a:solidFill>
        </p:spPr>
        <p:txBody>
          <a:bodyPr wrap="square" lIns="0" tIns="0" rIns="0" bIns="0" rtlCol="0"/>
          <a:lstStyle/>
          <a:p>
            <a:endParaRPr/>
          </a:p>
        </p:txBody>
      </p:sp>
      <p:sp>
        <p:nvSpPr>
          <p:cNvPr id="77" name="object 77"/>
          <p:cNvSpPr/>
          <p:nvPr/>
        </p:nvSpPr>
        <p:spPr>
          <a:xfrm>
            <a:off x="8365235" y="1082040"/>
            <a:ext cx="2185670" cy="561340"/>
          </a:xfrm>
          <a:custGeom>
            <a:avLst/>
            <a:gdLst/>
            <a:ahLst/>
            <a:cxnLst/>
            <a:rect l="l" t="t" r="r" b="b"/>
            <a:pathLst>
              <a:path w="2185670" h="561339">
                <a:moveTo>
                  <a:pt x="1092707" y="0"/>
                </a:moveTo>
                <a:lnTo>
                  <a:pt x="1003086" y="930"/>
                </a:lnTo>
                <a:lnTo>
                  <a:pt x="915460" y="3671"/>
                </a:lnTo>
                <a:lnTo>
                  <a:pt x="830111" y="8153"/>
                </a:lnTo>
                <a:lnTo>
                  <a:pt x="747320" y="14301"/>
                </a:lnTo>
                <a:lnTo>
                  <a:pt x="667369" y="22045"/>
                </a:lnTo>
                <a:lnTo>
                  <a:pt x="590537" y="31311"/>
                </a:lnTo>
                <a:lnTo>
                  <a:pt x="517108" y="42027"/>
                </a:lnTo>
                <a:lnTo>
                  <a:pt x="447361" y="54121"/>
                </a:lnTo>
                <a:lnTo>
                  <a:pt x="381577" y="67521"/>
                </a:lnTo>
                <a:lnTo>
                  <a:pt x="320039" y="82155"/>
                </a:lnTo>
                <a:lnTo>
                  <a:pt x="263028" y="97949"/>
                </a:lnTo>
                <a:lnTo>
                  <a:pt x="210824" y="114832"/>
                </a:lnTo>
                <a:lnTo>
                  <a:pt x="163708" y="132732"/>
                </a:lnTo>
                <a:lnTo>
                  <a:pt x="121962" y="151575"/>
                </a:lnTo>
                <a:lnTo>
                  <a:pt x="85867" y="171291"/>
                </a:lnTo>
                <a:lnTo>
                  <a:pt x="31755" y="213048"/>
                </a:lnTo>
                <a:lnTo>
                  <a:pt x="3622" y="257425"/>
                </a:lnTo>
                <a:lnTo>
                  <a:pt x="0" y="280415"/>
                </a:lnTo>
                <a:lnTo>
                  <a:pt x="3622" y="303406"/>
                </a:lnTo>
                <a:lnTo>
                  <a:pt x="31755" y="347783"/>
                </a:lnTo>
                <a:lnTo>
                  <a:pt x="85867" y="389540"/>
                </a:lnTo>
                <a:lnTo>
                  <a:pt x="121962" y="409256"/>
                </a:lnTo>
                <a:lnTo>
                  <a:pt x="163708" y="428099"/>
                </a:lnTo>
                <a:lnTo>
                  <a:pt x="210824" y="445999"/>
                </a:lnTo>
                <a:lnTo>
                  <a:pt x="263028" y="462882"/>
                </a:lnTo>
                <a:lnTo>
                  <a:pt x="320039" y="478676"/>
                </a:lnTo>
                <a:lnTo>
                  <a:pt x="381577" y="493310"/>
                </a:lnTo>
                <a:lnTo>
                  <a:pt x="447361" y="506710"/>
                </a:lnTo>
                <a:lnTo>
                  <a:pt x="517108" y="518804"/>
                </a:lnTo>
                <a:lnTo>
                  <a:pt x="590537" y="529520"/>
                </a:lnTo>
                <a:lnTo>
                  <a:pt x="667369" y="538786"/>
                </a:lnTo>
                <a:lnTo>
                  <a:pt x="747320" y="546530"/>
                </a:lnTo>
                <a:lnTo>
                  <a:pt x="830111" y="552678"/>
                </a:lnTo>
                <a:lnTo>
                  <a:pt x="915460" y="557160"/>
                </a:lnTo>
                <a:lnTo>
                  <a:pt x="1003086" y="559901"/>
                </a:lnTo>
                <a:lnTo>
                  <a:pt x="1092707" y="560831"/>
                </a:lnTo>
                <a:lnTo>
                  <a:pt x="1182329" y="559901"/>
                </a:lnTo>
                <a:lnTo>
                  <a:pt x="1269955" y="557160"/>
                </a:lnTo>
                <a:lnTo>
                  <a:pt x="1355304" y="552678"/>
                </a:lnTo>
                <a:lnTo>
                  <a:pt x="1438095" y="546530"/>
                </a:lnTo>
                <a:lnTo>
                  <a:pt x="1518046" y="538786"/>
                </a:lnTo>
                <a:lnTo>
                  <a:pt x="1594878" y="529520"/>
                </a:lnTo>
                <a:lnTo>
                  <a:pt x="1668307" y="518804"/>
                </a:lnTo>
                <a:lnTo>
                  <a:pt x="1738054" y="506710"/>
                </a:lnTo>
                <a:lnTo>
                  <a:pt x="1803837" y="493310"/>
                </a:lnTo>
                <a:lnTo>
                  <a:pt x="1865375" y="478676"/>
                </a:lnTo>
                <a:lnTo>
                  <a:pt x="1922387" y="462882"/>
                </a:lnTo>
                <a:lnTo>
                  <a:pt x="1974591" y="445999"/>
                </a:lnTo>
                <a:lnTo>
                  <a:pt x="2021707" y="428099"/>
                </a:lnTo>
                <a:lnTo>
                  <a:pt x="2063453" y="409256"/>
                </a:lnTo>
                <a:lnTo>
                  <a:pt x="2099548" y="389540"/>
                </a:lnTo>
                <a:lnTo>
                  <a:pt x="2153659" y="347783"/>
                </a:lnTo>
                <a:lnTo>
                  <a:pt x="2181793" y="303406"/>
                </a:lnTo>
                <a:lnTo>
                  <a:pt x="2185415" y="280415"/>
                </a:lnTo>
                <a:lnTo>
                  <a:pt x="2181793" y="257425"/>
                </a:lnTo>
                <a:lnTo>
                  <a:pt x="2153659" y="213048"/>
                </a:lnTo>
                <a:lnTo>
                  <a:pt x="2099548" y="171291"/>
                </a:lnTo>
                <a:lnTo>
                  <a:pt x="2063453" y="151575"/>
                </a:lnTo>
                <a:lnTo>
                  <a:pt x="2021707" y="132732"/>
                </a:lnTo>
                <a:lnTo>
                  <a:pt x="1974591" y="114832"/>
                </a:lnTo>
                <a:lnTo>
                  <a:pt x="1922387" y="97949"/>
                </a:lnTo>
                <a:lnTo>
                  <a:pt x="1865375" y="82155"/>
                </a:lnTo>
                <a:lnTo>
                  <a:pt x="1803837" y="67521"/>
                </a:lnTo>
                <a:lnTo>
                  <a:pt x="1738054" y="54121"/>
                </a:lnTo>
                <a:lnTo>
                  <a:pt x="1668307" y="42027"/>
                </a:lnTo>
                <a:lnTo>
                  <a:pt x="1594878" y="31311"/>
                </a:lnTo>
                <a:lnTo>
                  <a:pt x="1518046" y="22045"/>
                </a:lnTo>
                <a:lnTo>
                  <a:pt x="1438095" y="14301"/>
                </a:lnTo>
                <a:lnTo>
                  <a:pt x="1355304" y="8153"/>
                </a:lnTo>
                <a:lnTo>
                  <a:pt x="1269955" y="3671"/>
                </a:lnTo>
                <a:lnTo>
                  <a:pt x="1182329" y="930"/>
                </a:lnTo>
                <a:lnTo>
                  <a:pt x="1092707" y="0"/>
                </a:lnTo>
                <a:close/>
              </a:path>
            </a:pathLst>
          </a:custGeom>
          <a:solidFill>
            <a:srgbClr val="56DED6"/>
          </a:solidFill>
        </p:spPr>
        <p:txBody>
          <a:bodyPr wrap="square" lIns="0" tIns="0" rIns="0" bIns="0" rtlCol="0"/>
          <a:lstStyle/>
          <a:p>
            <a:endParaRPr/>
          </a:p>
        </p:txBody>
      </p:sp>
      <p:sp>
        <p:nvSpPr>
          <p:cNvPr id="78" name="object 78"/>
          <p:cNvSpPr/>
          <p:nvPr/>
        </p:nvSpPr>
        <p:spPr>
          <a:xfrm>
            <a:off x="8365235" y="1082040"/>
            <a:ext cx="2185670" cy="561340"/>
          </a:xfrm>
          <a:custGeom>
            <a:avLst/>
            <a:gdLst/>
            <a:ahLst/>
            <a:cxnLst/>
            <a:rect l="l" t="t" r="r" b="b"/>
            <a:pathLst>
              <a:path w="2185670" h="561339">
                <a:moveTo>
                  <a:pt x="0" y="280415"/>
                </a:moveTo>
                <a:lnTo>
                  <a:pt x="14301" y="234946"/>
                </a:lnTo>
                <a:lnTo>
                  <a:pt x="55705" y="191806"/>
                </a:lnTo>
                <a:lnTo>
                  <a:pt x="121962" y="151575"/>
                </a:lnTo>
                <a:lnTo>
                  <a:pt x="163708" y="132732"/>
                </a:lnTo>
                <a:lnTo>
                  <a:pt x="210824" y="114832"/>
                </a:lnTo>
                <a:lnTo>
                  <a:pt x="263028" y="97949"/>
                </a:lnTo>
                <a:lnTo>
                  <a:pt x="320039" y="82155"/>
                </a:lnTo>
                <a:lnTo>
                  <a:pt x="381577" y="67521"/>
                </a:lnTo>
                <a:lnTo>
                  <a:pt x="447361" y="54121"/>
                </a:lnTo>
                <a:lnTo>
                  <a:pt x="517108" y="42027"/>
                </a:lnTo>
                <a:lnTo>
                  <a:pt x="590537" y="31311"/>
                </a:lnTo>
                <a:lnTo>
                  <a:pt x="667369" y="22045"/>
                </a:lnTo>
                <a:lnTo>
                  <a:pt x="747320" y="14301"/>
                </a:lnTo>
                <a:lnTo>
                  <a:pt x="830111" y="8153"/>
                </a:lnTo>
                <a:lnTo>
                  <a:pt x="915460" y="3671"/>
                </a:lnTo>
                <a:lnTo>
                  <a:pt x="1003086" y="930"/>
                </a:lnTo>
                <a:lnTo>
                  <a:pt x="1092707" y="0"/>
                </a:lnTo>
                <a:lnTo>
                  <a:pt x="1182329" y="930"/>
                </a:lnTo>
                <a:lnTo>
                  <a:pt x="1269955" y="3671"/>
                </a:lnTo>
                <a:lnTo>
                  <a:pt x="1355304" y="8153"/>
                </a:lnTo>
                <a:lnTo>
                  <a:pt x="1438095" y="14301"/>
                </a:lnTo>
                <a:lnTo>
                  <a:pt x="1518046" y="22045"/>
                </a:lnTo>
                <a:lnTo>
                  <a:pt x="1594878" y="31311"/>
                </a:lnTo>
                <a:lnTo>
                  <a:pt x="1668307" y="42027"/>
                </a:lnTo>
                <a:lnTo>
                  <a:pt x="1738054" y="54121"/>
                </a:lnTo>
                <a:lnTo>
                  <a:pt x="1803837" y="67521"/>
                </a:lnTo>
                <a:lnTo>
                  <a:pt x="1865375" y="82155"/>
                </a:lnTo>
                <a:lnTo>
                  <a:pt x="1922387" y="97949"/>
                </a:lnTo>
                <a:lnTo>
                  <a:pt x="1974591" y="114832"/>
                </a:lnTo>
                <a:lnTo>
                  <a:pt x="2021707" y="132732"/>
                </a:lnTo>
                <a:lnTo>
                  <a:pt x="2063453" y="151575"/>
                </a:lnTo>
                <a:lnTo>
                  <a:pt x="2099548" y="171291"/>
                </a:lnTo>
                <a:lnTo>
                  <a:pt x="2153659" y="213048"/>
                </a:lnTo>
                <a:lnTo>
                  <a:pt x="2181793" y="257425"/>
                </a:lnTo>
                <a:lnTo>
                  <a:pt x="2185415" y="280415"/>
                </a:lnTo>
                <a:lnTo>
                  <a:pt x="2181793" y="303406"/>
                </a:lnTo>
                <a:lnTo>
                  <a:pt x="2153659" y="347783"/>
                </a:lnTo>
                <a:lnTo>
                  <a:pt x="2099548" y="389540"/>
                </a:lnTo>
                <a:lnTo>
                  <a:pt x="2063453" y="409256"/>
                </a:lnTo>
                <a:lnTo>
                  <a:pt x="2021707" y="428099"/>
                </a:lnTo>
                <a:lnTo>
                  <a:pt x="1974591" y="445999"/>
                </a:lnTo>
                <a:lnTo>
                  <a:pt x="1922387" y="462882"/>
                </a:lnTo>
                <a:lnTo>
                  <a:pt x="1865375" y="478676"/>
                </a:lnTo>
                <a:lnTo>
                  <a:pt x="1803837" y="493310"/>
                </a:lnTo>
                <a:lnTo>
                  <a:pt x="1738054" y="506710"/>
                </a:lnTo>
                <a:lnTo>
                  <a:pt x="1668307" y="518804"/>
                </a:lnTo>
                <a:lnTo>
                  <a:pt x="1594878" y="529520"/>
                </a:lnTo>
                <a:lnTo>
                  <a:pt x="1518046" y="538786"/>
                </a:lnTo>
                <a:lnTo>
                  <a:pt x="1438095" y="546530"/>
                </a:lnTo>
                <a:lnTo>
                  <a:pt x="1355304" y="552678"/>
                </a:lnTo>
                <a:lnTo>
                  <a:pt x="1269955" y="557160"/>
                </a:lnTo>
                <a:lnTo>
                  <a:pt x="1182329" y="559901"/>
                </a:lnTo>
                <a:lnTo>
                  <a:pt x="1092707" y="560831"/>
                </a:lnTo>
                <a:lnTo>
                  <a:pt x="1003086" y="559901"/>
                </a:lnTo>
                <a:lnTo>
                  <a:pt x="915460" y="557160"/>
                </a:lnTo>
                <a:lnTo>
                  <a:pt x="830111" y="552678"/>
                </a:lnTo>
                <a:lnTo>
                  <a:pt x="747320" y="546530"/>
                </a:lnTo>
                <a:lnTo>
                  <a:pt x="667369" y="538786"/>
                </a:lnTo>
                <a:lnTo>
                  <a:pt x="590537" y="529520"/>
                </a:lnTo>
                <a:lnTo>
                  <a:pt x="517108" y="518804"/>
                </a:lnTo>
                <a:lnTo>
                  <a:pt x="447361" y="506710"/>
                </a:lnTo>
                <a:lnTo>
                  <a:pt x="381577" y="493310"/>
                </a:lnTo>
                <a:lnTo>
                  <a:pt x="320039" y="478676"/>
                </a:lnTo>
                <a:lnTo>
                  <a:pt x="263028" y="462882"/>
                </a:lnTo>
                <a:lnTo>
                  <a:pt x="210824" y="445999"/>
                </a:lnTo>
                <a:lnTo>
                  <a:pt x="163708" y="428099"/>
                </a:lnTo>
                <a:lnTo>
                  <a:pt x="121962" y="409256"/>
                </a:lnTo>
                <a:lnTo>
                  <a:pt x="85867" y="389540"/>
                </a:lnTo>
                <a:lnTo>
                  <a:pt x="31755" y="347783"/>
                </a:lnTo>
                <a:lnTo>
                  <a:pt x="3622" y="303406"/>
                </a:lnTo>
                <a:lnTo>
                  <a:pt x="0" y="280415"/>
                </a:lnTo>
                <a:close/>
              </a:path>
            </a:pathLst>
          </a:custGeom>
          <a:ln w="12191">
            <a:solidFill>
              <a:srgbClr val="00B7A4"/>
            </a:solidFill>
          </a:ln>
        </p:spPr>
        <p:txBody>
          <a:bodyPr wrap="square" lIns="0" tIns="0" rIns="0" bIns="0" rtlCol="0"/>
          <a:lstStyle/>
          <a:p>
            <a:endParaRPr/>
          </a:p>
        </p:txBody>
      </p:sp>
      <p:sp>
        <p:nvSpPr>
          <p:cNvPr id="79" name="object 79"/>
          <p:cNvSpPr/>
          <p:nvPr/>
        </p:nvSpPr>
        <p:spPr>
          <a:xfrm>
            <a:off x="8449143" y="1973992"/>
            <a:ext cx="2178050" cy="388620"/>
          </a:xfrm>
          <a:custGeom>
            <a:avLst/>
            <a:gdLst/>
            <a:ahLst/>
            <a:cxnLst/>
            <a:rect l="l" t="t" r="r" b="b"/>
            <a:pathLst>
              <a:path w="2178050" h="388619">
                <a:moveTo>
                  <a:pt x="0" y="139382"/>
                </a:moveTo>
                <a:lnTo>
                  <a:pt x="24047" y="175158"/>
                </a:lnTo>
                <a:lnTo>
                  <a:pt x="78159" y="216915"/>
                </a:lnTo>
                <a:lnTo>
                  <a:pt x="114254" y="236631"/>
                </a:lnTo>
                <a:lnTo>
                  <a:pt x="156000" y="255475"/>
                </a:lnTo>
                <a:lnTo>
                  <a:pt x="203116" y="273374"/>
                </a:lnTo>
                <a:lnTo>
                  <a:pt x="255320" y="290257"/>
                </a:lnTo>
                <a:lnTo>
                  <a:pt x="312331" y="306052"/>
                </a:lnTo>
                <a:lnTo>
                  <a:pt x="373869" y="320685"/>
                </a:lnTo>
                <a:lnTo>
                  <a:pt x="439652" y="334085"/>
                </a:lnTo>
                <a:lnTo>
                  <a:pt x="509399" y="346179"/>
                </a:lnTo>
                <a:lnTo>
                  <a:pt x="582829" y="356896"/>
                </a:lnTo>
                <a:lnTo>
                  <a:pt x="659661" y="366162"/>
                </a:lnTo>
                <a:lnTo>
                  <a:pt x="739612" y="373905"/>
                </a:lnTo>
                <a:lnTo>
                  <a:pt x="822403" y="380054"/>
                </a:lnTo>
                <a:lnTo>
                  <a:pt x="907752" y="384535"/>
                </a:lnTo>
                <a:lnTo>
                  <a:pt x="995378" y="387277"/>
                </a:lnTo>
                <a:lnTo>
                  <a:pt x="1084999" y="388207"/>
                </a:lnTo>
                <a:lnTo>
                  <a:pt x="1174621" y="387277"/>
                </a:lnTo>
                <a:lnTo>
                  <a:pt x="1262247" y="384535"/>
                </a:lnTo>
                <a:lnTo>
                  <a:pt x="1347596" y="380054"/>
                </a:lnTo>
                <a:lnTo>
                  <a:pt x="1430387" y="373905"/>
                </a:lnTo>
                <a:lnTo>
                  <a:pt x="1510338" y="366162"/>
                </a:lnTo>
                <a:lnTo>
                  <a:pt x="1587170" y="356896"/>
                </a:lnTo>
                <a:lnTo>
                  <a:pt x="1660599" y="346179"/>
                </a:lnTo>
                <a:lnTo>
                  <a:pt x="1730346" y="334085"/>
                </a:lnTo>
                <a:lnTo>
                  <a:pt x="1796129" y="320685"/>
                </a:lnTo>
                <a:lnTo>
                  <a:pt x="1832626" y="312006"/>
                </a:lnTo>
                <a:lnTo>
                  <a:pt x="1008800" y="312006"/>
                </a:lnTo>
                <a:lnTo>
                  <a:pt x="919178" y="311076"/>
                </a:lnTo>
                <a:lnTo>
                  <a:pt x="831553" y="308335"/>
                </a:lnTo>
                <a:lnTo>
                  <a:pt x="746204" y="303853"/>
                </a:lnTo>
                <a:lnTo>
                  <a:pt x="663413" y="297705"/>
                </a:lnTo>
                <a:lnTo>
                  <a:pt x="583461" y="289961"/>
                </a:lnTo>
                <a:lnTo>
                  <a:pt x="506630" y="280695"/>
                </a:lnTo>
                <a:lnTo>
                  <a:pt x="433200" y="269979"/>
                </a:lnTo>
                <a:lnTo>
                  <a:pt x="363453" y="257885"/>
                </a:lnTo>
                <a:lnTo>
                  <a:pt x="297670" y="244485"/>
                </a:lnTo>
                <a:lnTo>
                  <a:pt x="236132" y="229851"/>
                </a:lnTo>
                <a:lnTo>
                  <a:pt x="179120" y="214057"/>
                </a:lnTo>
                <a:lnTo>
                  <a:pt x="126916" y="197174"/>
                </a:lnTo>
                <a:lnTo>
                  <a:pt x="79800" y="179274"/>
                </a:lnTo>
                <a:lnTo>
                  <a:pt x="38055" y="160431"/>
                </a:lnTo>
                <a:lnTo>
                  <a:pt x="1960" y="140715"/>
                </a:lnTo>
                <a:lnTo>
                  <a:pt x="0" y="139382"/>
                </a:lnTo>
                <a:close/>
              </a:path>
              <a:path w="2178050" h="388619">
                <a:moveTo>
                  <a:pt x="2093800" y="0"/>
                </a:moveTo>
                <a:lnTo>
                  <a:pt x="2097886" y="8600"/>
                </a:lnTo>
                <a:lnTo>
                  <a:pt x="2101508" y="31590"/>
                </a:lnTo>
                <a:lnTo>
                  <a:pt x="2097886" y="54581"/>
                </a:lnTo>
                <a:lnTo>
                  <a:pt x="2069752" y="98958"/>
                </a:lnTo>
                <a:lnTo>
                  <a:pt x="2015640" y="140715"/>
                </a:lnTo>
                <a:lnTo>
                  <a:pt x="1979545" y="160431"/>
                </a:lnTo>
                <a:lnTo>
                  <a:pt x="1937799" y="179274"/>
                </a:lnTo>
                <a:lnTo>
                  <a:pt x="1890684" y="197174"/>
                </a:lnTo>
                <a:lnTo>
                  <a:pt x="1838480" y="214057"/>
                </a:lnTo>
                <a:lnTo>
                  <a:pt x="1781468" y="229851"/>
                </a:lnTo>
                <a:lnTo>
                  <a:pt x="1719930" y="244485"/>
                </a:lnTo>
                <a:lnTo>
                  <a:pt x="1654147" y="257885"/>
                </a:lnTo>
                <a:lnTo>
                  <a:pt x="1584400" y="269979"/>
                </a:lnTo>
                <a:lnTo>
                  <a:pt x="1510970" y="280695"/>
                </a:lnTo>
                <a:lnTo>
                  <a:pt x="1434139" y="289961"/>
                </a:lnTo>
                <a:lnTo>
                  <a:pt x="1354187" y="297705"/>
                </a:lnTo>
                <a:lnTo>
                  <a:pt x="1271396" y="303853"/>
                </a:lnTo>
                <a:lnTo>
                  <a:pt x="1186047" y="308335"/>
                </a:lnTo>
                <a:lnTo>
                  <a:pt x="1098421" y="311076"/>
                </a:lnTo>
                <a:lnTo>
                  <a:pt x="1008800" y="312006"/>
                </a:lnTo>
                <a:lnTo>
                  <a:pt x="1832626" y="312006"/>
                </a:lnTo>
                <a:lnTo>
                  <a:pt x="1914679" y="290257"/>
                </a:lnTo>
                <a:lnTo>
                  <a:pt x="1966883" y="273374"/>
                </a:lnTo>
                <a:lnTo>
                  <a:pt x="2013999" y="255475"/>
                </a:lnTo>
                <a:lnTo>
                  <a:pt x="2055745" y="236631"/>
                </a:lnTo>
                <a:lnTo>
                  <a:pt x="2091840" y="216915"/>
                </a:lnTo>
                <a:lnTo>
                  <a:pt x="2145951" y="175158"/>
                </a:lnTo>
                <a:lnTo>
                  <a:pt x="2174085" y="130781"/>
                </a:lnTo>
                <a:lnTo>
                  <a:pt x="2177707" y="107791"/>
                </a:lnTo>
                <a:lnTo>
                  <a:pt x="2174085" y="84801"/>
                </a:lnTo>
                <a:lnTo>
                  <a:pt x="2163406" y="62321"/>
                </a:lnTo>
                <a:lnTo>
                  <a:pt x="2145951" y="40424"/>
                </a:lnTo>
                <a:lnTo>
                  <a:pt x="2122002" y="19181"/>
                </a:lnTo>
                <a:lnTo>
                  <a:pt x="2093800" y="0"/>
                </a:lnTo>
                <a:close/>
              </a:path>
            </a:pathLst>
          </a:custGeom>
          <a:solidFill>
            <a:srgbClr val="959595"/>
          </a:solidFill>
        </p:spPr>
        <p:txBody>
          <a:bodyPr wrap="square" lIns="0" tIns="0" rIns="0" bIns="0" rtlCol="0"/>
          <a:lstStyle/>
          <a:p>
            <a:endParaRPr/>
          </a:p>
        </p:txBody>
      </p:sp>
      <p:sp>
        <p:nvSpPr>
          <p:cNvPr id="80" name="object 80"/>
          <p:cNvSpPr/>
          <p:nvPr/>
        </p:nvSpPr>
        <p:spPr>
          <a:xfrm>
            <a:off x="8439261" y="1965716"/>
            <a:ext cx="2193925" cy="402590"/>
          </a:xfrm>
          <a:custGeom>
            <a:avLst/>
            <a:gdLst/>
            <a:ahLst/>
            <a:cxnLst/>
            <a:rect l="l" t="t" r="r" b="b"/>
            <a:pathLst>
              <a:path w="2193925" h="402589">
                <a:moveTo>
                  <a:pt x="1261517" y="399287"/>
                </a:moveTo>
                <a:lnTo>
                  <a:pt x="928249" y="399287"/>
                </a:lnTo>
                <a:lnTo>
                  <a:pt x="982991" y="402335"/>
                </a:lnTo>
                <a:lnTo>
                  <a:pt x="1206775" y="402335"/>
                </a:lnTo>
                <a:lnTo>
                  <a:pt x="1261517" y="399287"/>
                </a:lnTo>
                <a:close/>
              </a:path>
              <a:path w="2193925" h="402589">
                <a:moveTo>
                  <a:pt x="0" y="143255"/>
                </a:moveTo>
                <a:lnTo>
                  <a:pt x="2175" y="149351"/>
                </a:lnTo>
                <a:lnTo>
                  <a:pt x="5619" y="155447"/>
                </a:lnTo>
                <a:lnTo>
                  <a:pt x="9673" y="164591"/>
                </a:lnTo>
                <a:lnTo>
                  <a:pt x="14367" y="170687"/>
                </a:lnTo>
                <a:lnTo>
                  <a:pt x="19701" y="176783"/>
                </a:lnTo>
                <a:lnTo>
                  <a:pt x="25797" y="185927"/>
                </a:lnTo>
                <a:lnTo>
                  <a:pt x="32411" y="192023"/>
                </a:lnTo>
                <a:lnTo>
                  <a:pt x="39635" y="198119"/>
                </a:lnTo>
                <a:lnTo>
                  <a:pt x="47529" y="204215"/>
                </a:lnTo>
                <a:lnTo>
                  <a:pt x="56033" y="213359"/>
                </a:lnTo>
                <a:lnTo>
                  <a:pt x="95779" y="237743"/>
                </a:lnTo>
                <a:lnTo>
                  <a:pt x="131593" y="256031"/>
                </a:lnTo>
                <a:lnTo>
                  <a:pt x="186701" y="280415"/>
                </a:lnTo>
                <a:lnTo>
                  <a:pt x="217303" y="289559"/>
                </a:lnTo>
                <a:lnTo>
                  <a:pt x="249947" y="301751"/>
                </a:lnTo>
                <a:lnTo>
                  <a:pt x="284359" y="310895"/>
                </a:lnTo>
                <a:lnTo>
                  <a:pt x="320813" y="323087"/>
                </a:lnTo>
                <a:lnTo>
                  <a:pt x="398659" y="341375"/>
                </a:lnTo>
                <a:lnTo>
                  <a:pt x="439959" y="347471"/>
                </a:lnTo>
                <a:lnTo>
                  <a:pt x="482997" y="356615"/>
                </a:lnTo>
                <a:lnTo>
                  <a:pt x="718699" y="387095"/>
                </a:lnTo>
                <a:lnTo>
                  <a:pt x="769509" y="390143"/>
                </a:lnTo>
                <a:lnTo>
                  <a:pt x="821447" y="396239"/>
                </a:lnTo>
                <a:lnTo>
                  <a:pt x="874421" y="399287"/>
                </a:lnTo>
                <a:lnTo>
                  <a:pt x="1315497" y="399287"/>
                </a:lnTo>
                <a:lnTo>
                  <a:pt x="1368441" y="396239"/>
                </a:lnTo>
                <a:lnTo>
                  <a:pt x="1420257" y="390143"/>
                </a:lnTo>
                <a:lnTo>
                  <a:pt x="928645" y="390143"/>
                </a:lnTo>
                <a:lnTo>
                  <a:pt x="822209" y="384047"/>
                </a:lnTo>
                <a:lnTo>
                  <a:pt x="770393" y="377951"/>
                </a:lnTo>
                <a:lnTo>
                  <a:pt x="719735" y="374903"/>
                </a:lnTo>
                <a:lnTo>
                  <a:pt x="670205" y="368807"/>
                </a:lnTo>
                <a:lnTo>
                  <a:pt x="621925" y="365759"/>
                </a:lnTo>
                <a:lnTo>
                  <a:pt x="574833" y="356615"/>
                </a:lnTo>
                <a:lnTo>
                  <a:pt x="484917" y="344423"/>
                </a:lnTo>
                <a:lnTo>
                  <a:pt x="442245" y="335279"/>
                </a:lnTo>
                <a:lnTo>
                  <a:pt x="401097" y="329183"/>
                </a:lnTo>
                <a:lnTo>
                  <a:pt x="323617" y="310895"/>
                </a:lnTo>
                <a:lnTo>
                  <a:pt x="287681" y="298703"/>
                </a:lnTo>
                <a:lnTo>
                  <a:pt x="253513" y="289559"/>
                </a:lnTo>
                <a:lnTo>
                  <a:pt x="221113" y="280415"/>
                </a:lnTo>
                <a:lnTo>
                  <a:pt x="190785" y="268223"/>
                </a:lnTo>
                <a:lnTo>
                  <a:pt x="162713" y="256031"/>
                </a:lnTo>
                <a:lnTo>
                  <a:pt x="136531" y="246887"/>
                </a:lnTo>
                <a:lnTo>
                  <a:pt x="101631" y="228599"/>
                </a:lnTo>
                <a:lnTo>
                  <a:pt x="63257" y="201167"/>
                </a:lnTo>
                <a:lnTo>
                  <a:pt x="55149" y="195071"/>
                </a:lnTo>
                <a:lnTo>
                  <a:pt x="24151" y="164591"/>
                </a:lnTo>
                <a:lnTo>
                  <a:pt x="20331" y="156521"/>
                </a:lnTo>
                <a:lnTo>
                  <a:pt x="18239" y="155447"/>
                </a:lnTo>
                <a:lnTo>
                  <a:pt x="22156" y="155447"/>
                </a:lnTo>
                <a:lnTo>
                  <a:pt x="11843" y="149351"/>
                </a:lnTo>
                <a:lnTo>
                  <a:pt x="0" y="143255"/>
                </a:lnTo>
                <a:close/>
              </a:path>
              <a:path w="2193925" h="402589">
                <a:moveTo>
                  <a:pt x="2129237" y="18287"/>
                </a:moveTo>
                <a:lnTo>
                  <a:pt x="2107960" y="18287"/>
                </a:lnTo>
                <a:lnTo>
                  <a:pt x="2108465" y="21335"/>
                </a:lnTo>
                <a:lnTo>
                  <a:pt x="2117883" y="27431"/>
                </a:lnTo>
                <a:lnTo>
                  <a:pt x="2126509" y="33527"/>
                </a:lnTo>
                <a:lnTo>
                  <a:pt x="2160799" y="64007"/>
                </a:lnTo>
                <a:lnTo>
                  <a:pt x="2169943" y="79247"/>
                </a:lnTo>
                <a:lnTo>
                  <a:pt x="2173509" y="85343"/>
                </a:lnTo>
                <a:lnTo>
                  <a:pt x="2181495" y="118871"/>
                </a:lnTo>
                <a:lnTo>
                  <a:pt x="2181129" y="124967"/>
                </a:lnTo>
                <a:lnTo>
                  <a:pt x="2180093" y="131063"/>
                </a:lnTo>
                <a:lnTo>
                  <a:pt x="2178569" y="137159"/>
                </a:lnTo>
                <a:lnTo>
                  <a:pt x="2176161" y="143255"/>
                </a:lnTo>
                <a:lnTo>
                  <a:pt x="2173235" y="149351"/>
                </a:lnTo>
                <a:lnTo>
                  <a:pt x="2169699" y="158495"/>
                </a:lnTo>
                <a:lnTo>
                  <a:pt x="2141993" y="188975"/>
                </a:lnTo>
                <a:lnTo>
                  <a:pt x="2126387" y="201167"/>
                </a:lnTo>
                <a:lnTo>
                  <a:pt x="2117731" y="210311"/>
                </a:lnTo>
                <a:lnTo>
                  <a:pt x="2076979" y="234695"/>
                </a:lnTo>
                <a:lnTo>
                  <a:pt x="2026931" y="256031"/>
                </a:lnTo>
                <a:lnTo>
                  <a:pt x="1998737" y="268223"/>
                </a:lnTo>
                <a:lnTo>
                  <a:pt x="1968531" y="280415"/>
                </a:lnTo>
                <a:lnTo>
                  <a:pt x="1936131" y="289559"/>
                </a:lnTo>
                <a:lnTo>
                  <a:pt x="1901963" y="298703"/>
                </a:lnTo>
                <a:lnTo>
                  <a:pt x="1866027" y="310895"/>
                </a:lnTo>
                <a:lnTo>
                  <a:pt x="1828171" y="320039"/>
                </a:lnTo>
                <a:lnTo>
                  <a:pt x="1816551" y="323087"/>
                </a:lnTo>
                <a:lnTo>
                  <a:pt x="1788547" y="329183"/>
                </a:lnTo>
                <a:lnTo>
                  <a:pt x="1747551" y="335279"/>
                </a:lnTo>
                <a:lnTo>
                  <a:pt x="1704727" y="344423"/>
                </a:lnTo>
                <a:lnTo>
                  <a:pt x="1470031" y="374903"/>
                </a:lnTo>
                <a:lnTo>
                  <a:pt x="1419251" y="377951"/>
                </a:lnTo>
                <a:lnTo>
                  <a:pt x="1367557" y="384047"/>
                </a:lnTo>
                <a:lnTo>
                  <a:pt x="1314735" y="387095"/>
                </a:lnTo>
                <a:lnTo>
                  <a:pt x="1260999" y="387095"/>
                </a:lnTo>
                <a:lnTo>
                  <a:pt x="1206379" y="390143"/>
                </a:lnTo>
                <a:lnTo>
                  <a:pt x="1420257" y="390143"/>
                </a:lnTo>
                <a:lnTo>
                  <a:pt x="1471311" y="387095"/>
                </a:lnTo>
                <a:lnTo>
                  <a:pt x="1662573" y="362711"/>
                </a:lnTo>
                <a:lnTo>
                  <a:pt x="1706891" y="356615"/>
                </a:lnTo>
                <a:lnTo>
                  <a:pt x="1791229" y="338327"/>
                </a:lnTo>
                <a:lnTo>
                  <a:pt x="1831097" y="332231"/>
                </a:lnTo>
                <a:lnTo>
                  <a:pt x="1868583" y="323087"/>
                </a:lnTo>
                <a:lnTo>
                  <a:pt x="1869075" y="323087"/>
                </a:lnTo>
                <a:lnTo>
                  <a:pt x="1905529" y="310895"/>
                </a:lnTo>
                <a:lnTo>
                  <a:pt x="1939941" y="301751"/>
                </a:lnTo>
                <a:lnTo>
                  <a:pt x="1972585" y="289559"/>
                </a:lnTo>
                <a:lnTo>
                  <a:pt x="2003309" y="280415"/>
                </a:lnTo>
                <a:lnTo>
                  <a:pt x="2058447" y="256031"/>
                </a:lnTo>
                <a:lnTo>
                  <a:pt x="2094261" y="237743"/>
                </a:lnTo>
                <a:lnTo>
                  <a:pt x="2134007" y="213359"/>
                </a:lnTo>
                <a:lnTo>
                  <a:pt x="2142389" y="204215"/>
                </a:lnTo>
                <a:lnTo>
                  <a:pt x="2150375" y="198119"/>
                </a:lnTo>
                <a:lnTo>
                  <a:pt x="2157629" y="192023"/>
                </a:lnTo>
                <a:lnTo>
                  <a:pt x="2164213" y="185927"/>
                </a:lnTo>
                <a:lnTo>
                  <a:pt x="2170309" y="176783"/>
                </a:lnTo>
                <a:lnTo>
                  <a:pt x="2175643" y="170687"/>
                </a:lnTo>
                <a:lnTo>
                  <a:pt x="2180367" y="164591"/>
                </a:lnTo>
                <a:lnTo>
                  <a:pt x="2184421" y="155447"/>
                </a:lnTo>
                <a:lnTo>
                  <a:pt x="2187713" y="149351"/>
                </a:lnTo>
                <a:lnTo>
                  <a:pt x="2190395" y="140207"/>
                </a:lnTo>
                <a:lnTo>
                  <a:pt x="2192163" y="134111"/>
                </a:lnTo>
                <a:lnTo>
                  <a:pt x="2193321" y="124967"/>
                </a:lnTo>
                <a:lnTo>
                  <a:pt x="2193687" y="115823"/>
                </a:lnTo>
                <a:lnTo>
                  <a:pt x="2193169" y="109727"/>
                </a:lnTo>
                <a:lnTo>
                  <a:pt x="2192041" y="100583"/>
                </a:lnTo>
                <a:lnTo>
                  <a:pt x="2190273" y="94487"/>
                </a:lnTo>
                <a:lnTo>
                  <a:pt x="2187591" y="85343"/>
                </a:lnTo>
                <a:lnTo>
                  <a:pt x="2184177" y="79247"/>
                </a:lnTo>
                <a:lnTo>
                  <a:pt x="2180093" y="70103"/>
                </a:lnTo>
                <a:lnTo>
                  <a:pt x="2175399" y="64007"/>
                </a:lnTo>
                <a:lnTo>
                  <a:pt x="2170065" y="57911"/>
                </a:lnTo>
                <a:lnTo>
                  <a:pt x="2163969" y="48767"/>
                </a:lnTo>
                <a:lnTo>
                  <a:pt x="2157355" y="42671"/>
                </a:lnTo>
                <a:lnTo>
                  <a:pt x="2150131" y="36575"/>
                </a:lnTo>
                <a:lnTo>
                  <a:pt x="2142267" y="30479"/>
                </a:lnTo>
                <a:lnTo>
                  <a:pt x="2133733" y="21335"/>
                </a:lnTo>
                <a:lnTo>
                  <a:pt x="2129237" y="18287"/>
                </a:lnTo>
                <a:close/>
              </a:path>
              <a:path w="2193925" h="402589">
                <a:moveTo>
                  <a:pt x="22156" y="155447"/>
                </a:moveTo>
                <a:lnTo>
                  <a:pt x="19823" y="155447"/>
                </a:lnTo>
                <a:lnTo>
                  <a:pt x="20331" y="156521"/>
                </a:lnTo>
                <a:lnTo>
                  <a:pt x="47938" y="170687"/>
                </a:lnTo>
                <a:lnTo>
                  <a:pt x="22156" y="155447"/>
                </a:lnTo>
                <a:close/>
              </a:path>
              <a:path w="2193925" h="402589">
                <a:moveTo>
                  <a:pt x="2098934" y="0"/>
                </a:moveTo>
                <a:lnTo>
                  <a:pt x="2107769" y="18287"/>
                </a:lnTo>
                <a:lnTo>
                  <a:pt x="2111391" y="42671"/>
                </a:lnTo>
                <a:lnTo>
                  <a:pt x="2107960" y="18287"/>
                </a:lnTo>
                <a:lnTo>
                  <a:pt x="2129237" y="18287"/>
                </a:lnTo>
                <a:lnTo>
                  <a:pt x="2124741" y="15239"/>
                </a:lnTo>
                <a:lnTo>
                  <a:pt x="2115079" y="9143"/>
                </a:lnTo>
                <a:lnTo>
                  <a:pt x="2104777" y="3047"/>
                </a:lnTo>
                <a:lnTo>
                  <a:pt x="2098934" y="0"/>
                </a:lnTo>
                <a:close/>
              </a:path>
            </a:pathLst>
          </a:custGeom>
          <a:solidFill>
            <a:srgbClr val="959595"/>
          </a:solidFill>
        </p:spPr>
        <p:txBody>
          <a:bodyPr wrap="square" lIns="0" tIns="0" rIns="0" bIns="0" rtlCol="0"/>
          <a:lstStyle/>
          <a:p>
            <a:endParaRPr/>
          </a:p>
        </p:txBody>
      </p:sp>
      <p:sp>
        <p:nvSpPr>
          <p:cNvPr id="81" name="object 81"/>
          <p:cNvSpPr/>
          <p:nvPr/>
        </p:nvSpPr>
        <p:spPr>
          <a:xfrm>
            <a:off x="8365235" y="1725168"/>
            <a:ext cx="2185670" cy="561340"/>
          </a:xfrm>
          <a:custGeom>
            <a:avLst/>
            <a:gdLst/>
            <a:ahLst/>
            <a:cxnLst/>
            <a:rect l="l" t="t" r="r" b="b"/>
            <a:pathLst>
              <a:path w="2185670" h="561339">
                <a:moveTo>
                  <a:pt x="1092707" y="0"/>
                </a:moveTo>
                <a:lnTo>
                  <a:pt x="1003086" y="930"/>
                </a:lnTo>
                <a:lnTo>
                  <a:pt x="915460" y="3671"/>
                </a:lnTo>
                <a:lnTo>
                  <a:pt x="830111" y="8153"/>
                </a:lnTo>
                <a:lnTo>
                  <a:pt x="747320" y="14301"/>
                </a:lnTo>
                <a:lnTo>
                  <a:pt x="667369" y="22045"/>
                </a:lnTo>
                <a:lnTo>
                  <a:pt x="590537" y="31311"/>
                </a:lnTo>
                <a:lnTo>
                  <a:pt x="517108" y="42027"/>
                </a:lnTo>
                <a:lnTo>
                  <a:pt x="447361" y="54121"/>
                </a:lnTo>
                <a:lnTo>
                  <a:pt x="381577" y="67521"/>
                </a:lnTo>
                <a:lnTo>
                  <a:pt x="320039" y="82155"/>
                </a:lnTo>
                <a:lnTo>
                  <a:pt x="263028" y="97949"/>
                </a:lnTo>
                <a:lnTo>
                  <a:pt x="210824" y="114832"/>
                </a:lnTo>
                <a:lnTo>
                  <a:pt x="163708" y="132732"/>
                </a:lnTo>
                <a:lnTo>
                  <a:pt x="121962" y="151575"/>
                </a:lnTo>
                <a:lnTo>
                  <a:pt x="85867" y="171291"/>
                </a:lnTo>
                <a:lnTo>
                  <a:pt x="31755" y="213048"/>
                </a:lnTo>
                <a:lnTo>
                  <a:pt x="3622" y="257425"/>
                </a:lnTo>
                <a:lnTo>
                  <a:pt x="0" y="280415"/>
                </a:lnTo>
                <a:lnTo>
                  <a:pt x="3622" y="303406"/>
                </a:lnTo>
                <a:lnTo>
                  <a:pt x="31755" y="347783"/>
                </a:lnTo>
                <a:lnTo>
                  <a:pt x="85867" y="389540"/>
                </a:lnTo>
                <a:lnTo>
                  <a:pt x="121962" y="409256"/>
                </a:lnTo>
                <a:lnTo>
                  <a:pt x="163708" y="428099"/>
                </a:lnTo>
                <a:lnTo>
                  <a:pt x="210824" y="445999"/>
                </a:lnTo>
                <a:lnTo>
                  <a:pt x="263028" y="462882"/>
                </a:lnTo>
                <a:lnTo>
                  <a:pt x="320039" y="478676"/>
                </a:lnTo>
                <a:lnTo>
                  <a:pt x="381577" y="493310"/>
                </a:lnTo>
                <a:lnTo>
                  <a:pt x="447361" y="506710"/>
                </a:lnTo>
                <a:lnTo>
                  <a:pt x="517108" y="518804"/>
                </a:lnTo>
                <a:lnTo>
                  <a:pt x="590537" y="529520"/>
                </a:lnTo>
                <a:lnTo>
                  <a:pt x="667369" y="538786"/>
                </a:lnTo>
                <a:lnTo>
                  <a:pt x="747320" y="546530"/>
                </a:lnTo>
                <a:lnTo>
                  <a:pt x="830111" y="552678"/>
                </a:lnTo>
                <a:lnTo>
                  <a:pt x="915460" y="557160"/>
                </a:lnTo>
                <a:lnTo>
                  <a:pt x="1003086" y="559901"/>
                </a:lnTo>
                <a:lnTo>
                  <a:pt x="1092707" y="560831"/>
                </a:lnTo>
                <a:lnTo>
                  <a:pt x="1182329" y="559901"/>
                </a:lnTo>
                <a:lnTo>
                  <a:pt x="1269955" y="557160"/>
                </a:lnTo>
                <a:lnTo>
                  <a:pt x="1355304" y="552678"/>
                </a:lnTo>
                <a:lnTo>
                  <a:pt x="1438095" y="546530"/>
                </a:lnTo>
                <a:lnTo>
                  <a:pt x="1518046" y="538786"/>
                </a:lnTo>
                <a:lnTo>
                  <a:pt x="1594878" y="529520"/>
                </a:lnTo>
                <a:lnTo>
                  <a:pt x="1668307" y="518804"/>
                </a:lnTo>
                <a:lnTo>
                  <a:pt x="1738054" y="506710"/>
                </a:lnTo>
                <a:lnTo>
                  <a:pt x="1803837" y="493310"/>
                </a:lnTo>
                <a:lnTo>
                  <a:pt x="1865375" y="478676"/>
                </a:lnTo>
                <a:lnTo>
                  <a:pt x="1922387" y="462882"/>
                </a:lnTo>
                <a:lnTo>
                  <a:pt x="1974591" y="445999"/>
                </a:lnTo>
                <a:lnTo>
                  <a:pt x="2021707" y="428099"/>
                </a:lnTo>
                <a:lnTo>
                  <a:pt x="2063453" y="409256"/>
                </a:lnTo>
                <a:lnTo>
                  <a:pt x="2099548" y="389540"/>
                </a:lnTo>
                <a:lnTo>
                  <a:pt x="2153659" y="347783"/>
                </a:lnTo>
                <a:lnTo>
                  <a:pt x="2181793" y="303406"/>
                </a:lnTo>
                <a:lnTo>
                  <a:pt x="2185415" y="280415"/>
                </a:lnTo>
                <a:lnTo>
                  <a:pt x="2181793" y="257425"/>
                </a:lnTo>
                <a:lnTo>
                  <a:pt x="2153659" y="213048"/>
                </a:lnTo>
                <a:lnTo>
                  <a:pt x="2099548" y="171291"/>
                </a:lnTo>
                <a:lnTo>
                  <a:pt x="2063453" y="151575"/>
                </a:lnTo>
                <a:lnTo>
                  <a:pt x="2021707" y="132732"/>
                </a:lnTo>
                <a:lnTo>
                  <a:pt x="1974591" y="114832"/>
                </a:lnTo>
                <a:lnTo>
                  <a:pt x="1922387" y="97949"/>
                </a:lnTo>
                <a:lnTo>
                  <a:pt x="1865375" y="82155"/>
                </a:lnTo>
                <a:lnTo>
                  <a:pt x="1803837" y="67521"/>
                </a:lnTo>
                <a:lnTo>
                  <a:pt x="1738054" y="54121"/>
                </a:lnTo>
                <a:lnTo>
                  <a:pt x="1668307" y="42027"/>
                </a:lnTo>
                <a:lnTo>
                  <a:pt x="1594878" y="31311"/>
                </a:lnTo>
                <a:lnTo>
                  <a:pt x="1518046" y="22045"/>
                </a:lnTo>
                <a:lnTo>
                  <a:pt x="1438095" y="14301"/>
                </a:lnTo>
                <a:lnTo>
                  <a:pt x="1355304" y="8153"/>
                </a:lnTo>
                <a:lnTo>
                  <a:pt x="1269955" y="3671"/>
                </a:lnTo>
                <a:lnTo>
                  <a:pt x="1182329" y="930"/>
                </a:lnTo>
                <a:lnTo>
                  <a:pt x="1092707" y="0"/>
                </a:lnTo>
                <a:close/>
              </a:path>
            </a:pathLst>
          </a:custGeom>
          <a:solidFill>
            <a:srgbClr val="56DED6"/>
          </a:solidFill>
        </p:spPr>
        <p:txBody>
          <a:bodyPr wrap="square" lIns="0" tIns="0" rIns="0" bIns="0" rtlCol="0"/>
          <a:lstStyle/>
          <a:p>
            <a:endParaRPr/>
          </a:p>
        </p:txBody>
      </p:sp>
      <p:sp>
        <p:nvSpPr>
          <p:cNvPr id="82" name="object 82"/>
          <p:cNvSpPr/>
          <p:nvPr/>
        </p:nvSpPr>
        <p:spPr>
          <a:xfrm>
            <a:off x="8365235" y="1725168"/>
            <a:ext cx="2185670" cy="561340"/>
          </a:xfrm>
          <a:custGeom>
            <a:avLst/>
            <a:gdLst/>
            <a:ahLst/>
            <a:cxnLst/>
            <a:rect l="l" t="t" r="r" b="b"/>
            <a:pathLst>
              <a:path w="2185670" h="561339">
                <a:moveTo>
                  <a:pt x="0" y="280415"/>
                </a:moveTo>
                <a:lnTo>
                  <a:pt x="14301" y="234946"/>
                </a:lnTo>
                <a:lnTo>
                  <a:pt x="55705" y="191806"/>
                </a:lnTo>
                <a:lnTo>
                  <a:pt x="121962" y="151575"/>
                </a:lnTo>
                <a:lnTo>
                  <a:pt x="163708" y="132732"/>
                </a:lnTo>
                <a:lnTo>
                  <a:pt x="210824" y="114832"/>
                </a:lnTo>
                <a:lnTo>
                  <a:pt x="263028" y="97949"/>
                </a:lnTo>
                <a:lnTo>
                  <a:pt x="320039" y="82155"/>
                </a:lnTo>
                <a:lnTo>
                  <a:pt x="381577" y="67521"/>
                </a:lnTo>
                <a:lnTo>
                  <a:pt x="447361" y="54121"/>
                </a:lnTo>
                <a:lnTo>
                  <a:pt x="517108" y="42027"/>
                </a:lnTo>
                <a:lnTo>
                  <a:pt x="590537" y="31311"/>
                </a:lnTo>
                <a:lnTo>
                  <a:pt x="667369" y="22045"/>
                </a:lnTo>
                <a:lnTo>
                  <a:pt x="747320" y="14301"/>
                </a:lnTo>
                <a:lnTo>
                  <a:pt x="830111" y="8153"/>
                </a:lnTo>
                <a:lnTo>
                  <a:pt x="915460" y="3671"/>
                </a:lnTo>
                <a:lnTo>
                  <a:pt x="1003086" y="930"/>
                </a:lnTo>
                <a:lnTo>
                  <a:pt x="1092707" y="0"/>
                </a:lnTo>
                <a:lnTo>
                  <a:pt x="1182329" y="930"/>
                </a:lnTo>
                <a:lnTo>
                  <a:pt x="1269955" y="3671"/>
                </a:lnTo>
                <a:lnTo>
                  <a:pt x="1355304" y="8153"/>
                </a:lnTo>
                <a:lnTo>
                  <a:pt x="1438095" y="14301"/>
                </a:lnTo>
                <a:lnTo>
                  <a:pt x="1518046" y="22045"/>
                </a:lnTo>
                <a:lnTo>
                  <a:pt x="1594878" y="31311"/>
                </a:lnTo>
                <a:lnTo>
                  <a:pt x="1668307" y="42027"/>
                </a:lnTo>
                <a:lnTo>
                  <a:pt x="1738054" y="54121"/>
                </a:lnTo>
                <a:lnTo>
                  <a:pt x="1803837" y="67521"/>
                </a:lnTo>
                <a:lnTo>
                  <a:pt x="1865375" y="82155"/>
                </a:lnTo>
                <a:lnTo>
                  <a:pt x="1922387" y="97949"/>
                </a:lnTo>
                <a:lnTo>
                  <a:pt x="1974591" y="114832"/>
                </a:lnTo>
                <a:lnTo>
                  <a:pt x="2021707" y="132732"/>
                </a:lnTo>
                <a:lnTo>
                  <a:pt x="2063453" y="151575"/>
                </a:lnTo>
                <a:lnTo>
                  <a:pt x="2099548" y="171291"/>
                </a:lnTo>
                <a:lnTo>
                  <a:pt x="2153659" y="213048"/>
                </a:lnTo>
                <a:lnTo>
                  <a:pt x="2181793" y="257425"/>
                </a:lnTo>
                <a:lnTo>
                  <a:pt x="2185415" y="280415"/>
                </a:lnTo>
                <a:lnTo>
                  <a:pt x="2181793" y="303406"/>
                </a:lnTo>
                <a:lnTo>
                  <a:pt x="2153659" y="347783"/>
                </a:lnTo>
                <a:lnTo>
                  <a:pt x="2099548" y="389540"/>
                </a:lnTo>
                <a:lnTo>
                  <a:pt x="2063453" y="409256"/>
                </a:lnTo>
                <a:lnTo>
                  <a:pt x="2021707" y="428099"/>
                </a:lnTo>
                <a:lnTo>
                  <a:pt x="1974591" y="445999"/>
                </a:lnTo>
                <a:lnTo>
                  <a:pt x="1922387" y="462882"/>
                </a:lnTo>
                <a:lnTo>
                  <a:pt x="1865375" y="478676"/>
                </a:lnTo>
                <a:lnTo>
                  <a:pt x="1803837" y="493310"/>
                </a:lnTo>
                <a:lnTo>
                  <a:pt x="1738054" y="506710"/>
                </a:lnTo>
                <a:lnTo>
                  <a:pt x="1668307" y="518804"/>
                </a:lnTo>
                <a:lnTo>
                  <a:pt x="1594878" y="529520"/>
                </a:lnTo>
                <a:lnTo>
                  <a:pt x="1518046" y="538786"/>
                </a:lnTo>
                <a:lnTo>
                  <a:pt x="1438095" y="546530"/>
                </a:lnTo>
                <a:lnTo>
                  <a:pt x="1355304" y="552678"/>
                </a:lnTo>
                <a:lnTo>
                  <a:pt x="1269955" y="557160"/>
                </a:lnTo>
                <a:lnTo>
                  <a:pt x="1182329" y="559901"/>
                </a:lnTo>
                <a:lnTo>
                  <a:pt x="1092707" y="560831"/>
                </a:lnTo>
                <a:lnTo>
                  <a:pt x="1003086" y="559901"/>
                </a:lnTo>
                <a:lnTo>
                  <a:pt x="915460" y="557160"/>
                </a:lnTo>
                <a:lnTo>
                  <a:pt x="830111" y="552678"/>
                </a:lnTo>
                <a:lnTo>
                  <a:pt x="747320" y="546530"/>
                </a:lnTo>
                <a:lnTo>
                  <a:pt x="667369" y="538786"/>
                </a:lnTo>
                <a:lnTo>
                  <a:pt x="590537" y="529520"/>
                </a:lnTo>
                <a:lnTo>
                  <a:pt x="517108" y="518804"/>
                </a:lnTo>
                <a:lnTo>
                  <a:pt x="447361" y="506710"/>
                </a:lnTo>
                <a:lnTo>
                  <a:pt x="381577" y="493310"/>
                </a:lnTo>
                <a:lnTo>
                  <a:pt x="320039" y="478676"/>
                </a:lnTo>
                <a:lnTo>
                  <a:pt x="263028" y="462882"/>
                </a:lnTo>
                <a:lnTo>
                  <a:pt x="210824" y="445999"/>
                </a:lnTo>
                <a:lnTo>
                  <a:pt x="163708" y="428099"/>
                </a:lnTo>
                <a:lnTo>
                  <a:pt x="121962" y="409256"/>
                </a:lnTo>
                <a:lnTo>
                  <a:pt x="85867" y="389540"/>
                </a:lnTo>
                <a:lnTo>
                  <a:pt x="31755" y="347783"/>
                </a:lnTo>
                <a:lnTo>
                  <a:pt x="3622" y="303406"/>
                </a:lnTo>
                <a:lnTo>
                  <a:pt x="0" y="280415"/>
                </a:lnTo>
                <a:close/>
              </a:path>
            </a:pathLst>
          </a:custGeom>
          <a:ln w="12191">
            <a:solidFill>
              <a:srgbClr val="00B7A4"/>
            </a:solidFill>
          </a:ln>
        </p:spPr>
        <p:txBody>
          <a:bodyPr wrap="square" lIns="0" tIns="0" rIns="0" bIns="0" rtlCol="0"/>
          <a:lstStyle/>
          <a:p>
            <a:endParaRPr/>
          </a:p>
        </p:txBody>
      </p:sp>
      <p:sp>
        <p:nvSpPr>
          <p:cNvPr id="83" name="object 83"/>
          <p:cNvSpPr/>
          <p:nvPr/>
        </p:nvSpPr>
        <p:spPr>
          <a:xfrm>
            <a:off x="8526791" y="4122278"/>
            <a:ext cx="2173605" cy="387350"/>
          </a:xfrm>
          <a:custGeom>
            <a:avLst/>
            <a:gdLst/>
            <a:ahLst/>
            <a:cxnLst/>
            <a:rect l="l" t="t" r="r" b="b"/>
            <a:pathLst>
              <a:path w="2173604" h="387350">
                <a:moveTo>
                  <a:pt x="0" y="138967"/>
                </a:moveTo>
                <a:lnTo>
                  <a:pt x="24060" y="174783"/>
                </a:lnTo>
                <a:lnTo>
                  <a:pt x="78060" y="216432"/>
                </a:lnTo>
                <a:lnTo>
                  <a:pt x="114080" y="236095"/>
                </a:lnTo>
                <a:lnTo>
                  <a:pt x="155739" y="254887"/>
                </a:lnTo>
                <a:lnTo>
                  <a:pt x="202757" y="272738"/>
                </a:lnTo>
                <a:lnTo>
                  <a:pt x="254853" y="289574"/>
                </a:lnTo>
                <a:lnTo>
                  <a:pt x="311746" y="305324"/>
                </a:lnTo>
                <a:lnTo>
                  <a:pt x="373156" y="319915"/>
                </a:lnTo>
                <a:lnTo>
                  <a:pt x="438802" y="333276"/>
                </a:lnTo>
                <a:lnTo>
                  <a:pt x="508403" y="345335"/>
                </a:lnTo>
                <a:lnTo>
                  <a:pt x="581679" y="356020"/>
                </a:lnTo>
                <a:lnTo>
                  <a:pt x="658350" y="365259"/>
                </a:lnTo>
                <a:lnTo>
                  <a:pt x="738133" y="372979"/>
                </a:lnTo>
                <a:lnTo>
                  <a:pt x="820750" y="379109"/>
                </a:lnTo>
                <a:lnTo>
                  <a:pt x="905919" y="383577"/>
                </a:lnTo>
                <a:lnTo>
                  <a:pt x="993360" y="386310"/>
                </a:lnTo>
                <a:lnTo>
                  <a:pt x="1082791" y="387237"/>
                </a:lnTo>
                <a:lnTo>
                  <a:pt x="1172223" y="386310"/>
                </a:lnTo>
                <a:lnTo>
                  <a:pt x="1259663" y="383577"/>
                </a:lnTo>
                <a:lnTo>
                  <a:pt x="1344832" y="379109"/>
                </a:lnTo>
                <a:lnTo>
                  <a:pt x="1427449" y="372979"/>
                </a:lnTo>
                <a:lnTo>
                  <a:pt x="1507233" y="365259"/>
                </a:lnTo>
                <a:lnTo>
                  <a:pt x="1583903" y="356020"/>
                </a:lnTo>
                <a:lnTo>
                  <a:pt x="1657179" y="345335"/>
                </a:lnTo>
                <a:lnTo>
                  <a:pt x="1726780" y="333276"/>
                </a:lnTo>
                <a:lnTo>
                  <a:pt x="1792426" y="319915"/>
                </a:lnTo>
                <a:lnTo>
                  <a:pt x="1829791" y="311037"/>
                </a:lnTo>
                <a:lnTo>
                  <a:pt x="1006592" y="311037"/>
                </a:lnTo>
                <a:lnTo>
                  <a:pt x="917160" y="310110"/>
                </a:lnTo>
                <a:lnTo>
                  <a:pt x="829719" y="307376"/>
                </a:lnTo>
                <a:lnTo>
                  <a:pt x="744550" y="302909"/>
                </a:lnTo>
                <a:lnTo>
                  <a:pt x="661934" y="296779"/>
                </a:lnTo>
                <a:lnTo>
                  <a:pt x="582150" y="289059"/>
                </a:lnTo>
                <a:lnTo>
                  <a:pt x="505480" y="279820"/>
                </a:lnTo>
                <a:lnTo>
                  <a:pt x="432204" y="269135"/>
                </a:lnTo>
                <a:lnTo>
                  <a:pt x="362602" y="257076"/>
                </a:lnTo>
                <a:lnTo>
                  <a:pt x="296957" y="243715"/>
                </a:lnTo>
                <a:lnTo>
                  <a:pt x="235547" y="229123"/>
                </a:lnTo>
                <a:lnTo>
                  <a:pt x="178654" y="213374"/>
                </a:lnTo>
                <a:lnTo>
                  <a:pt x="126558" y="196538"/>
                </a:lnTo>
                <a:lnTo>
                  <a:pt x="79540" y="178687"/>
                </a:lnTo>
                <a:lnTo>
                  <a:pt x="37880" y="159895"/>
                </a:lnTo>
                <a:lnTo>
                  <a:pt x="1860" y="140232"/>
                </a:lnTo>
                <a:lnTo>
                  <a:pt x="0" y="138967"/>
                </a:lnTo>
                <a:close/>
              </a:path>
              <a:path w="2173604" h="387350">
                <a:moveTo>
                  <a:pt x="2089383" y="0"/>
                </a:moveTo>
                <a:lnTo>
                  <a:pt x="2093399" y="8449"/>
                </a:lnTo>
                <a:lnTo>
                  <a:pt x="2097014" y="31383"/>
                </a:lnTo>
                <a:lnTo>
                  <a:pt x="2093399" y="54317"/>
                </a:lnTo>
                <a:lnTo>
                  <a:pt x="2065323" y="98583"/>
                </a:lnTo>
                <a:lnTo>
                  <a:pt x="2011323" y="140232"/>
                </a:lnTo>
                <a:lnTo>
                  <a:pt x="1975303" y="159895"/>
                </a:lnTo>
                <a:lnTo>
                  <a:pt x="1933644" y="178687"/>
                </a:lnTo>
                <a:lnTo>
                  <a:pt x="1886626" y="196538"/>
                </a:lnTo>
                <a:lnTo>
                  <a:pt x="1834530" y="213374"/>
                </a:lnTo>
                <a:lnTo>
                  <a:pt x="1777637" y="229123"/>
                </a:lnTo>
                <a:lnTo>
                  <a:pt x="1716227" y="243715"/>
                </a:lnTo>
                <a:lnTo>
                  <a:pt x="1650581" y="257076"/>
                </a:lnTo>
                <a:lnTo>
                  <a:pt x="1580980" y="269135"/>
                </a:lnTo>
                <a:lnTo>
                  <a:pt x="1507704" y="279820"/>
                </a:lnTo>
                <a:lnTo>
                  <a:pt x="1431033" y="289059"/>
                </a:lnTo>
                <a:lnTo>
                  <a:pt x="1351250" y="296779"/>
                </a:lnTo>
                <a:lnTo>
                  <a:pt x="1268633" y="302909"/>
                </a:lnTo>
                <a:lnTo>
                  <a:pt x="1183464" y="307376"/>
                </a:lnTo>
                <a:lnTo>
                  <a:pt x="1096023" y="310110"/>
                </a:lnTo>
                <a:lnTo>
                  <a:pt x="1006592" y="311037"/>
                </a:lnTo>
                <a:lnTo>
                  <a:pt x="1829791" y="311037"/>
                </a:lnTo>
                <a:lnTo>
                  <a:pt x="1910729" y="289574"/>
                </a:lnTo>
                <a:lnTo>
                  <a:pt x="1962825" y="272738"/>
                </a:lnTo>
                <a:lnTo>
                  <a:pt x="2009843" y="254887"/>
                </a:lnTo>
                <a:lnTo>
                  <a:pt x="2051502" y="236095"/>
                </a:lnTo>
                <a:lnTo>
                  <a:pt x="2087522" y="216432"/>
                </a:lnTo>
                <a:lnTo>
                  <a:pt x="2141523" y="174783"/>
                </a:lnTo>
                <a:lnTo>
                  <a:pt x="2169598" y="130517"/>
                </a:lnTo>
                <a:lnTo>
                  <a:pt x="2173213" y="107583"/>
                </a:lnTo>
                <a:lnTo>
                  <a:pt x="2169598" y="84649"/>
                </a:lnTo>
                <a:lnTo>
                  <a:pt x="2158941" y="62225"/>
                </a:lnTo>
                <a:lnTo>
                  <a:pt x="2141523" y="40383"/>
                </a:lnTo>
                <a:lnTo>
                  <a:pt x="2117623" y="19196"/>
                </a:lnTo>
                <a:lnTo>
                  <a:pt x="2089383" y="0"/>
                </a:lnTo>
                <a:close/>
              </a:path>
            </a:pathLst>
          </a:custGeom>
          <a:solidFill>
            <a:srgbClr val="959595"/>
          </a:solidFill>
        </p:spPr>
        <p:txBody>
          <a:bodyPr wrap="square" lIns="0" tIns="0" rIns="0" bIns="0" rtlCol="0"/>
          <a:lstStyle/>
          <a:p>
            <a:endParaRPr/>
          </a:p>
        </p:txBody>
      </p:sp>
      <p:sp>
        <p:nvSpPr>
          <p:cNvPr id="84" name="object 84"/>
          <p:cNvSpPr/>
          <p:nvPr/>
        </p:nvSpPr>
        <p:spPr>
          <a:xfrm>
            <a:off x="8516919" y="4113026"/>
            <a:ext cx="2189480" cy="402590"/>
          </a:xfrm>
          <a:custGeom>
            <a:avLst/>
            <a:gdLst/>
            <a:ahLst/>
            <a:cxnLst/>
            <a:rect l="l" t="t" r="r" b="b"/>
            <a:pathLst>
              <a:path w="2189479" h="402589">
                <a:moveTo>
                  <a:pt x="1258899" y="399287"/>
                </a:moveTo>
                <a:lnTo>
                  <a:pt x="926424" y="399287"/>
                </a:lnTo>
                <a:lnTo>
                  <a:pt x="981166" y="402335"/>
                </a:lnTo>
                <a:lnTo>
                  <a:pt x="1204157" y="402335"/>
                </a:lnTo>
                <a:lnTo>
                  <a:pt x="1258899" y="399287"/>
                </a:lnTo>
                <a:close/>
              </a:path>
              <a:path w="2189479" h="402589">
                <a:moveTo>
                  <a:pt x="0" y="143255"/>
                </a:moveTo>
                <a:lnTo>
                  <a:pt x="2240" y="149351"/>
                </a:lnTo>
                <a:lnTo>
                  <a:pt x="5684" y="155447"/>
                </a:lnTo>
                <a:lnTo>
                  <a:pt x="9738" y="164591"/>
                </a:lnTo>
                <a:lnTo>
                  <a:pt x="14432" y="170687"/>
                </a:lnTo>
                <a:lnTo>
                  <a:pt x="19766" y="179831"/>
                </a:lnTo>
                <a:lnTo>
                  <a:pt x="25740" y="185927"/>
                </a:lnTo>
                <a:lnTo>
                  <a:pt x="32354" y="192023"/>
                </a:lnTo>
                <a:lnTo>
                  <a:pt x="39578" y="198119"/>
                </a:lnTo>
                <a:lnTo>
                  <a:pt x="47441" y="207263"/>
                </a:lnTo>
                <a:lnTo>
                  <a:pt x="84932" y="231647"/>
                </a:lnTo>
                <a:lnTo>
                  <a:pt x="131414" y="256031"/>
                </a:lnTo>
                <a:lnTo>
                  <a:pt x="186400" y="280415"/>
                </a:lnTo>
                <a:lnTo>
                  <a:pt x="249524" y="301751"/>
                </a:lnTo>
                <a:lnTo>
                  <a:pt x="283936" y="310895"/>
                </a:lnTo>
                <a:lnTo>
                  <a:pt x="320115" y="323087"/>
                </a:lnTo>
                <a:lnTo>
                  <a:pt x="397839" y="341375"/>
                </a:lnTo>
                <a:lnTo>
                  <a:pt x="439262" y="347471"/>
                </a:lnTo>
                <a:lnTo>
                  <a:pt x="482056" y="356615"/>
                </a:lnTo>
                <a:lnTo>
                  <a:pt x="572094" y="368807"/>
                </a:lnTo>
                <a:lnTo>
                  <a:pt x="619216" y="377951"/>
                </a:lnTo>
                <a:lnTo>
                  <a:pt x="667587" y="380999"/>
                </a:lnTo>
                <a:lnTo>
                  <a:pt x="717239" y="387095"/>
                </a:lnTo>
                <a:lnTo>
                  <a:pt x="767928" y="390143"/>
                </a:lnTo>
                <a:lnTo>
                  <a:pt x="819744" y="396239"/>
                </a:lnTo>
                <a:lnTo>
                  <a:pt x="872687" y="399287"/>
                </a:lnTo>
                <a:lnTo>
                  <a:pt x="1312636" y="399287"/>
                </a:lnTo>
                <a:lnTo>
                  <a:pt x="1365457" y="396239"/>
                </a:lnTo>
                <a:lnTo>
                  <a:pt x="1417395" y="390143"/>
                </a:lnTo>
                <a:lnTo>
                  <a:pt x="926789" y="390143"/>
                </a:lnTo>
                <a:lnTo>
                  <a:pt x="820506" y="384047"/>
                </a:lnTo>
                <a:lnTo>
                  <a:pt x="768933" y="377951"/>
                </a:lnTo>
                <a:lnTo>
                  <a:pt x="718276" y="374903"/>
                </a:lnTo>
                <a:lnTo>
                  <a:pt x="668868" y="368807"/>
                </a:lnTo>
                <a:lnTo>
                  <a:pt x="620618" y="365759"/>
                </a:lnTo>
                <a:lnTo>
                  <a:pt x="573740" y="359663"/>
                </a:lnTo>
                <a:lnTo>
                  <a:pt x="528141" y="350519"/>
                </a:lnTo>
                <a:lnTo>
                  <a:pt x="484067" y="344423"/>
                </a:lnTo>
                <a:lnTo>
                  <a:pt x="441395" y="335279"/>
                </a:lnTo>
                <a:lnTo>
                  <a:pt x="400247" y="329183"/>
                </a:lnTo>
                <a:lnTo>
                  <a:pt x="323042" y="310895"/>
                </a:lnTo>
                <a:lnTo>
                  <a:pt x="287106" y="301751"/>
                </a:lnTo>
                <a:lnTo>
                  <a:pt x="252938" y="289559"/>
                </a:lnTo>
                <a:lnTo>
                  <a:pt x="220690" y="280415"/>
                </a:lnTo>
                <a:lnTo>
                  <a:pt x="190575" y="268223"/>
                </a:lnTo>
                <a:lnTo>
                  <a:pt x="162381" y="259079"/>
                </a:lnTo>
                <a:lnTo>
                  <a:pt x="136352" y="246887"/>
                </a:lnTo>
                <a:lnTo>
                  <a:pt x="101421" y="228599"/>
                </a:lnTo>
                <a:lnTo>
                  <a:pt x="63200" y="204215"/>
                </a:lnTo>
                <a:lnTo>
                  <a:pt x="47594" y="188975"/>
                </a:lnTo>
                <a:lnTo>
                  <a:pt x="40736" y="182879"/>
                </a:lnTo>
                <a:lnTo>
                  <a:pt x="18466" y="155819"/>
                </a:lnTo>
                <a:lnTo>
                  <a:pt x="11731" y="152399"/>
                </a:lnTo>
                <a:lnTo>
                  <a:pt x="0" y="143255"/>
                </a:lnTo>
                <a:close/>
              </a:path>
              <a:path w="2189479" h="402589">
                <a:moveTo>
                  <a:pt x="2094474" y="0"/>
                </a:moveTo>
                <a:lnTo>
                  <a:pt x="2103269" y="18287"/>
                </a:lnTo>
                <a:lnTo>
                  <a:pt x="2103721" y="21335"/>
                </a:lnTo>
                <a:lnTo>
                  <a:pt x="2104232" y="21335"/>
                </a:lnTo>
                <a:lnTo>
                  <a:pt x="2137760" y="45719"/>
                </a:lnTo>
                <a:lnTo>
                  <a:pt x="2156292" y="67055"/>
                </a:lnTo>
                <a:lnTo>
                  <a:pt x="2161107" y="73151"/>
                </a:lnTo>
                <a:lnTo>
                  <a:pt x="2176744" y="112775"/>
                </a:lnTo>
                <a:lnTo>
                  <a:pt x="2176987" y="118871"/>
                </a:lnTo>
                <a:lnTo>
                  <a:pt x="2176622" y="124967"/>
                </a:lnTo>
                <a:lnTo>
                  <a:pt x="2160864" y="164591"/>
                </a:lnTo>
                <a:lnTo>
                  <a:pt x="2137607" y="188975"/>
                </a:lnTo>
                <a:lnTo>
                  <a:pt x="2130140" y="198119"/>
                </a:lnTo>
                <a:lnTo>
                  <a:pt x="2094173" y="222503"/>
                </a:lnTo>
                <a:lnTo>
                  <a:pt x="2048728" y="246887"/>
                </a:lnTo>
                <a:lnTo>
                  <a:pt x="1994626" y="268223"/>
                </a:lnTo>
                <a:lnTo>
                  <a:pt x="1964389" y="280415"/>
                </a:lnTo>
                <a:lnTo>
                  <a:pt x="1932264" y="289559"/>
                </a:lnTo>
                <a:lnTo>
                  <a:pt x="1898095" y="301751"/>
                </a:lnTo>
                <a:lnTo>
                  <a:pt x="1862160" y="310895"/>
                </a:lnTo>
                <a:lnTo>
                  <a:pt x="1824303" y="320039"/>
                </a:lnTo>
                <a:lnTo>
                  <a:pt x="1813450" y="323087"/>
                </a:lnTo>
                <a:lnTo>
                  <a:pt x="1784954" y="329183"/>
                </a:lnTo>
                <a:lnTo>
                  <a:pt x="1743806" y="335279"/>
                </a:lnTo>
                <a:lnTo>
                  <a:pt x="1701134" y="344423"/>
                </a:lnTo>
                <a:lnTo>
                  <a:pt x="1611462" y="356615"/>
                </a:lnTo>
                <a:lnTo>
                  <a:pt x="1564583" y="365759"/>
                </a:lnTo>
                <a:lnTo>
                  <a:pt x="1516455" y="368807"/>
                </a:lnTo>
                <a:lnTo>
                  <a:pt x="1466925" y="374903"/>
                </a:lnTo>
                <a:lnTo>
                  <a:pt x="1416390" y="377951"/>
                </a:lnTo>
                <a:lnTo>
                  <a:pt x="1364695" y="384047"/>
                </a:lnTo>
                <a:lnTo>
                  <a:pt x="1311996" y="387095"/>
                </a:lnTo>
                <a:lnTo>
                  <a:pt x="1258259" y="387095"/>
                </a:lnTo>
                <a:lnTo>
                  <a:pt x="1203792" y="390143"/>
                </a:lnTo>
                <a:lnTo>
                  <a:pt x="1417395" y="390143"/>
                </a:lnTo>
                <a:lnTo>
                  <a:pt x="1468206" y="387095"/>
                </a:lnTo>
                <a:lnTo>
                  <a:pt x="1703420" y="356615"/>
                </a:lnTo>
                <a:lnTo>
                  <a:pt x="1746214" y="347471"/>
                </a:lnTo>
                <a:lnTo>
                  <a:pt x="1787605" y="341375"/>
                </a:lnTo>
                <a:lnTo>
                  <a:pt x="1865329" y="323087"/>
                </a:lnTo>
                <a:lnTo>
                  <a:pt x="1865821" y="323087"/>
                </a:lnTo>
                <a:lnTo>
                  <a:pt x="1901540" y="310895"/>
                </a:lnTo>
                <a:lnTo>
                  <a:pt x="1968596" y="292607"/>
                </a:lnTo>
                <a:lnTo>
                  <a:pt x="2027757" y="268223"/>
                </a:lnTo>
                <a:lnTo>
                  <a:pt x="2078446" y="243839"/>
                </a:lnTo>
                <a:lnTo>
                  <a:pt x="2120478" y="219455"/>
                </a:lnTo>
                <a:lnTo>
                  <a:pt x="2145867" y="198119"/>
                </a:lnTo>
                <a:lnTo>
                  <a:pt x="2153244" y="192023"/>
                </a:lnTo>
                <a:lnTo>
                  <a:pt x="2159858" y="185927"/>
                </a:lnTo>
                <a:lnTo>
                  <a:pt x="2165801" y="179831"/>
                </a:lnTo>
                <a:lnTo>
                  <a:pt x="2171135" y="170687"/>
                </a:lnTo>
                <a:lnTo>
                  <a:pt x="2175860" y="164591"/>
                </a:lnTo>
                <a:lnTo>
                  <a:pt x="2179914" y="155447"/>
                </a:lnTo>
                <a:lnTo>
                  <a:pt x="2183205" y="149351"/>
                </a:lnTo>
                <a:lnTo>
                  <a:pt x="2185888" y="140207"/>
                </a:lnTo>
                <a:lnTo>
                  <a:pt x="2187655" y="134111"/>
                </a:lnTo>
                <a:lnTo>
                  <a:pt x="2188814" y="124967"/>
                </a:lnTo>
                <a:lnTo>
                  <a:pt x="2189179" y="118871"/>
                </a:lnTo>
                <a:lnTo>
                  <a:pt x="2188661" y="109727"/>
                </a:lnTo>
                <a:lnTo>
                  <a:pt x="2187534" y="103631"/>
                </a:lnTo>
                <a:lnTo>
                  <a:pt x="2185613" y="94487"/>
                </a:lnTo>
                <a:lnTo>
                  <a:pt x="2183083" y="88391"/>
                </a:lnTo>
                <a:lnTo>
                  <a:pt x="2179670" y="79247"/>
                </a:lnTo>
                <a:lnTo>
                  <a:pt x="2175585" y="73151"/>
                </a:lnTo>
                <a:lnTo>
                  <a:pt x="2170891" y="64007"/>
                </a:lnTo>
                <a:lnTo>
                  <a:pt x="2165557" y="57911"/>
                </a:lnTo>
                <a:lnTo>
                  <a:pt x="2159583" y="51815"/>
                </a:lnTo>
                <a:lnTo>
                  <a:pt x="2152847" y="42671"/>
                </a:lnTo>
                <a:lnTo>
                  <a:pt x="2145745" y="36575"/>
                </a:lnTo>
                <a:lnTo>
                  <a:pt x="2137882" y="30479"/>
                </a:lnTo>
                <a:lnTo>
                  <a:pt x="2129378" y="24383"/>
                </a:lnTo>
                <a:lnTo>
                  <a:pt x="2120356" y="18287"/>
                </a:lnTo>
                <a:lnTo>
                  <a:pt x="2110693" y="9143"/>
                </a:lnTo>
                <a:lnTo>
                  <a:pt x="2100422" y="3047"/>
                </a:lnTo>
                <a:lnTo>
                  <a:pt x="2094474" y="0"/>
                </a:lnTo>
                <a:close/>
              </a:path>
              <a:path w="2189479" h="402589">
                <a:moveTo>
                  <a:pt x="18269" y="155447"/>
                </a:moveTo>
                <a:lnTo>
                  <a:pt x="18466" y="155819"/>
                </a:lnTo>
                <a:lnTo>
                  <a:pt x="47751" y="170687"/>
                </a:lnTo>
                <a:lnTo>
                  <a:pt x="18269" y="155447"/>
                </a:lnTo>
                <a:close/>
              </a:path>
              <a:path w="2189479" h="402589">
                <a:moveTo>
                  <a:pt x="2103721" y="21335"/>
                </a:moveTo>
                <a:lnTo>
                  <a:pt x="2103485" y="21335"/>
                </a:lnTo>
                <a:lnTo>
                  <a:pt x="2106884" y="42671"/>
                </a:lnTo>
                <a:lnTo>
                  <a:pt x="2103721" y="21335"/>
                </a:lnTo>
                <a:close/>
              </a:path>
            </a:pathLst>
          </a:custGeom>
          <a:solidFill>
            <a:srgbClr val="959595"/>
          </a:solidFill>
        </p:spPr>
        <p:txBody>
          <a:bodyPr wrap="square" lIns="0" tIns="0" rIns="0" bIns="0" rtlCol="0"/>
          <a:lstStyle/>
          <a:p>
            <a:endParaRPr/>
          </a:p>
        </p:txBody>
      </p:sp>
      <p:sp>
        <p:nvSpPr>
          <p:cNvPr id="85" name="object 85"/>
          <p:cNvSpPr/>
          <p:nvPr/>
        </p:nvSpPr>
        <p:spPr>
          <a:xfrm>
            <a:off x="8442960" y="3874009"/>
            <a:ext cx="2181225" cy="559435"/>
          </a:xfrm>
          <a:custGeom>
            <a:avLst/>
            <a:gdLst/>
            <a:ahLst/>
            <a:cxnLst/>
            <a:rect l="l" t="t" r="r" b="b"/>
            <a:pathLst>
              <a:path w="2181225" h="559435">
                <a:moveTo>
                  <a:pt x="1090421" y="0"/>
                </a:moveTo>
                <a:lnTo>
                  <a:pt x="1000990" y="927"/>
                </a:lnTo>
                <a:lnTo>
                  <a:pt x="913549" y="3660"/>
                </a:lnTo>
                <a:lnTo>
                  <a:pt x="828380" y="8128"/>
                </a:lnTo>
                <a:lnTo>
                  <a:pt x="745764" y="14258"/>
                </a:lnTo>
                <a:lnTo>
                  <a:pt x="665980" y="21978"/>
                </a:lnTo>
                <a:lnTo>
                  <a:pt x="589310" y="31216"/>
                </a:lnTo>
                <a:lnTo>
                  <a:pt x="516034" y="41901"/>
                </a:lnTo>
                <a:lnTo>
                  <a:pt x="446432" y="53960"/>
                </a:lnTo>
                <a:lnTo>
                  <a:pt x="380786" y="67321"/>
                </a:lnTo>
                <a:lnTo>
                  <a:pt x="319377" y="81913"/>
                </a:lnTo>
                <a:lnTo>
                  <a:pt x="262483" y="97663"/>
                </a:lnTo>
                <a:lnTo>
                  <a:pt x="210388" y="114499"/>
                </a:lnTo>
                <a:lnTo>
                  <a:pt x="163370" y="132349"/>
                </a:lnTo>
                <a:lnTo>
                  <a:pt x="121710" y="151142"/>
                </a:lnTo>
                <a:lnTo>
                  <a:pt x="85690" y="170805"/>
                </a:lnTo>
                <a:lnTo>
                  <a:pt x="31690" y="212453"/>
                </a:lnTo>
                <a:lnTo>
                  <a:pt x="3614" y="256719"/>
                </a:lnTo>
                <a:lnTo>
                  <a:pt x="0" y="279653"/>
                </a:lnTo>
                <a:lnTo>
                  <a:pt x="3614" y="302588"/>
                </a:lnTo>
                <a:lnTo>
                  <a:pt x="31690" y="346853"/>
                </a:lnTo>
                <a:lnTo>
                  <a:pt x="85690" y="388502"/>
                </a:lnTo>
                <a:lnTo>
                  <a:pt x="121710" y="408165"/>
                </a:lnTo>
                <a:lnTo>
                  <a:pt x="163370" y="426958"/>
                </a:lnTo>
                <a:lnTo>
                  <a:pt x="210388" y="444808"/>
                </a:lnTo>
                <a:lnTo>
                  <a:pt x="262483" y="461644"/>
                </a:lnTo>
                <a:lnTo>
                  <a:pt x="319377" y="477394"/>
                </a:lnTo>
                <a:lnTo>
                  <a:pt x="380786" y="491986"/>
                </a:lnTo>
                <a:lnTo>
                  <a:pt x="446432" y="505347"/>
                </a:lnTo>
                <a:lnTo>
                  <a:pt x="516034" y="517406"/>
                </a:lnTo>
                <a:lnTo>
                  <a:pt x="589310" y="528091"/>
                </a:lnTo>
                <a:lnTo>
                  <a:pt x="665980" y="537329"/>
                </a:lnTo>
                <a:lnTo>
                  <a:pt x="745764" y="545049"/>
                </a:lnTo>
                <a:lnTo>
                  <a:pt x="828380" y="551179"/>
                </a:lnTo>
                <a:lnTo>
                  <a:pt x="913549" y="555647"/>
                </a:lnTo>
                <a:lnTo>
                  <a:pt x="1000990" y="558380"/>
                </a:lnTo>
                <a:lnTo>
                  <a:pt x="1090421" y="559307"/>
                </a:lnTo>
                <a:lnTo>
                  <a:pt x="1179853" y="558380"/>
                </a:lnTo>
                <a:lnTo>
                  <a:pt x="1267294" y="555647"/>
                </a:lnTo>
                <a:lnTo>
                  <a:pt x="1352463" y="551179"/>
                </a:lnTo>
                <a:lnTo>
                  <a:pt x="1435079" y="545049"/>
                </a:lnTo>
                <a:lnTo>
                  <a:pt x="1514863" y="537329"/>
                </a:lnTo>
                <a:lnTo>
                  <a:pt x="1591533" y="528091"/>
                </a:lnTo>
                <a:lnTo>
                  <a:pt x="1664809" y="517406"/>
                </a:lnTo>
                <a:lnTo>
                  <a:pt x="1734411" y="505347"/>
                </a:lnTo>
                <a:lnTo>
                  <a:pt x="1800057" y="491986"/>
                </a:lnTo>
                <a:lnTo>
                  <a:pt x="1861466" y="477394"/>
                </a:lnTo>
                <a:lnTo>
                  <a:pt x="1918360" y="461644"/>
                </a:lnTo>
                <a:lnTo>
                  <a:pt x="1970455" y="444808"/>
                </a:lnTo>
                <a:lnTo>
                  <a:pt x="2017473" y="426958"/>
                </a:lnTo>
                <a:lnTo>
                  <a:pt x="2059133" y="408165"/>
                </a:lnTo>
                <a:lnTo>
                  <a:pt x="2095153" y="388502"/>
                </a:lnTo>
                <a:lnTo>
                  <a:pt x="2149153" y="346853"/>
                </a:lnTo>
                <a:lnTo>
                  <a:pt x="2177229" y="302588"/>
                </a:lnTo>
                <a:lnTo>
                  <a:pt x="2180843" y="279653"/>
                </a:lnTo>
                <a:lnTo>
                  <a:pt x="2177229" y="256719"/>
                </a:lnTo>
                <a:lnTo>
                  <a:pt x="2149153" y="212453"/>
                </a:lnTo>
                <a:lnTo>
                  <a:pt x="2095153" y="170805"/>
                </a:lnTo>
                <a:lnTo>
                  <a:pt x="2059133" y="151142"/>
                </a:lnTo>
                <a:lnTo>
                  <a:pt x="2017473" y="132349"/>
                </a:lnTo>
                <a:lnTo>
                  <a:pt x="1970455" y="114499"/>
                </a:lnTo>
                <a:lnTo>
                  <a:pt x="1918360" y="97663"/>
                </a:lnTo>
                <a:lnTo>
                  <a:pt x="1861466" y="81913"/>
                </a:lnTo>
                <a:lnTo>
                  <a:pt x="1800057" y="67321"/>
                </a:lnTo>
                <a:lnTo>
                  <a:pt x="1734411" y="53960"/>
                </a:lnTo>
                <a:lnTo>
                  <a:pt x="1664809" y="41901"/>
                </a:lnTo>
                <a:lnTo>
                  <a:pt x="1591533" y="31216"/>
                </a:lnTo>
                <a:lnTo>
                  <a:pt x="1514863" y="21978"/>
                </a:lnTo>
                <a:lnTo>
                  <a:pt x="1435079" y="14258"/>
                </a:lnTo>
                <a:lnTo>
                  <a:pt x="1352463" y="8128"/>
                </a:lnTo>
                <a:lnTo>
                  <a:pt x="1267294" y="3660"/>
                </a:lnTo>
                <a:lnTo>
                  <a:pt x="1179853" y="927"/>
                </a:lnTo>
                <a:lnTo>
                  <a:pt x="1090421" y="0"/>
                </a:lnTo>
                <a:close/>
              </a:path>
            </a:pathLst>
          </a:custGeom>
          <a:solidFill>
            <a:srgbClr val="A1C1FE"/>
          </a:solidFill>
        </p:spPr>
        <p:txBody>
          <a:bodyPr wrap="square" lIns="0" tIns="0" rIns="0" bIns="0" rtlCol="0"/>
          <a:lstStyle/>
          <a:p>
            <a:endParaRPr/>
          </a:p>
        </p:txBody>
      </p:sp>
      <p:sp>
        <p:nvSpPr>
          <p:cNvPr id="86" name="object 86"/>
          <p:cNvSpPr/>
          <p:nvPr/>
        </p:nvSpPr>
        <p:spPr>
          <a:xfrm>
            <a:off x="8442960" y="3874009"/>
            <a:ext cx="2181225" cy="559435"/>
          </a:xfrm>
          <a:custGeom>
            <a:avLst/>
            <a:gdLst/>
            <a:ahLst/>
            <a:cxnLst/>
            <a:rect l="l" t="t" r="r" b="b"/>
            <a:pathLst>
              <a:path w="2181225" h="559435">
                <a:moveTo>
                  <a:pt x="0" y="279653"/>
                </a:moveTo>
                <a:lnTo>
                  <a:pt x="14271" y="234295"/>
                </a:lnTo>
                <a:lnTo>
                  <a:pt x="55590" y="191266"/>
                </a:lnTo>
                <a:lnTo>
                  <a:pt x="121710" y="151142"/>
                </a:lnTo>
                <a:lnTo>
                  <a:pt x="163370" y="132349"/>
                </a:lnTo>
                <a:lnTo>
                  <a:pt x="210388" y="114499"/>
                </a:lnTo>
                <a:lnTo>
                  <a:pt x="262483" y="97663"/>
                </a:lnTo>
                <a:lnTo>
                  <a:pt x="319377" y="81913"/>
                </a:lnTo>
                <a:lnTo>
                  <a:pt x="380786" y="67321"/>
                </a:lnTo>
                <a:lnTo>
                  <a:pt x="446432" y="53960"/>
                </a:lnTo>
                <a:lnTo>
                  <a:pt x="516034" y="41901"/>
                </a:lnTo>
                <a:lnTo>
                  <a:pt x="589310" y="31216"/>
                </a:lnTo>
                <a:lnTo>
                  <a:pt x="665980" y="21978"/>
                </a:lnTo>
                <a:lnTo>
                  <a:pt x="745764" y="14258"/>
                </a:lnTo>
                <a:lnTo>
                  <a:pt x="828380" y="8128"/>
                </a:lnTo>
                <a:lnTo>
                  <a:pt x="913549" y="3660"/>
                </a:lnTo>
                <a:lnTo>
                  <a:pt x="1000990" y="927"/>
                </a:lnTo>
                <a:lnTo>
                  <a:pt x="1090421" y="0"/>
                </a:lnTo>
                <a:lnTo>
                  <a:pt x="1179853" y="927"/>
                </a:lnTo>
                <a:lnTo>
                  <a:pt x="1267294" y="3660"/>
                </a:lnTo>
                <a:lnTo>
                  <a:pt x="1352463" y="8128"/>
                </a:lnTo>
                <a:lnTo>
                  <a:pt x="1435079" y="14258"/>
                </a:lnTo>
                <a:lnTo>
                  <a:pt x="1514863" y="21978"/>
                </a:lnTo>
                <a:lnTo>
                  <a:pt x="1591533" y="31216"/>
                </a:lnTo>
                <a:lnTo>
                  <a:pt x="1664809" y="41901"/>
                </a:lnTo>
                <a:lnTo>
                  <a:pt x="1734411" y="53960"/>
                </a:lnTo>
                <a:lnTo>
                  <a:pt x="1800057" y="67321"/>
                </a:lnTo>
                <a:lnTo>
                  <a:pt x="1861466" y="81913"/>
                </a:lnTo>
                <a:lnTo>
                  <a:pt x="1918360" y="97663"/>
                </a:lnTo>
                <a:lnTo>
                  <a:pt x="1970455" y="114499"/>
                </a:lnTo>
                <a:lnTo>
                  <a:pt x="2017473" y="132349"/>
                </a:lnTo>
                <a:lnTo>
                  <a:pt x="2059133" y="151142"/>
                </a:lnTo>
                <a:lnTo>
                  <a:pt x="2095153" y="170805"/>
                </a:lnTo>
                <a:lnTo>
                  <a:pt x="2149153" y="212453"/>
                </a:lnTo>
                <a:lnTo>
                  <a:pt x="2177229" y="256719"/>
                </a:lnTo>
                <a:lnTo>
                  <a:pt x="2180843" y="279653"/>
                </a:lnTo>
                <a:lnTo>
                  <a:pt x="2177229" y="302588"/>
                </a:lnTo>
                <a:lnTo>
                  <a:pt x="2149153" y="346853"/>
                </a:lnTo>
                <a:lnTo>
                  <a:pt x="2095153" y="388502"/>
                </a:lnTo>
                <a:lnTo>
                  <a:pt x="2059133" y="408165"/>
                </a:lnTo>
                <a:lnTo>
                  <a:pt x="2017473" y="426958"/>
                </a:lnTo>
                <a:lnTo>
                  <a:pt x="1970455" y="444808"/>
                </a:lnTo>
                <a:lnTo>
                  <a:pt x="1918360" y="461644"/>
                </a:lnTo>
                <a:lnTo>
                  <a:pt x="1861466" y="477394"/>
                </a:lnTo>
                <a:lnTo>
                  <a:pt x="1800057" y="491986"/>
                </a:lnTo>
                <a:lnTo>
                  <a:pt x="1734411" y="505347"/>
                </a:lnTo>
                <a:lnTo>
                  <a:pt x="1664809" y="517406"/>
                </a:lnTo>
                <a:lnTo>
                  <a:pt x="1591533" y="528091"/>
                </a:lnTo>
                <a:lnTo>
                  <a:pt x="1514863" y="537329"/>
                </a:lnTo>
                <a:lnTo>
                  <a:pt x="1435079" y="545049"/>
                </a:lnTo>
                <a:lnTo>
                  <a:pt x="1352463" y="551179"/>
                </a:lnTo>
                <a:lnTo>
                  <a:pt x="1267294" y="555647"/>
                </a:lnTo>
                <a:lnTo>
                  <a:pt x="1179853" y="558380"/>
                </a:lnTo>
                <a:lnTo>
                  <a:pt x="1090421" y="559307"/>
                </a:lnTo>
                <a:lnTo>
                  <a:pt x="1000990" y="558380"/>
                </a:lnTo>
                <a:lnTo>
                  <a:pt x="913549" y="555647"/>
                </a:lnTo>
                <a:lnTo>
                  <a:pt x="828380" y="551179"/>
                </a:lnTo>
                <a:lnTo>
                  <a:pt x="745764" y="545049"/>
                </a:lnTo>
                <a:lnTo>
                  <a:pt x="665980" y="537329"/>
                </a:lnTo>
                <a:lnTo>
                  <a:pt x="589310" y="528091"/>
                </a:lnTo>
                <a:lnTo>
                  <a:pt x="516034" y="517406"/>
                </a:lnTo>
                <a:lnTo>
                  <a:pt x="446432" y="505347"/>
                </a:lnTo>
                <a:lnTo>
                  <a:pt x="380786" y="491986"/>
                </a:lnTo>
                <a:lnTo>
                  <a:pt x="319377" y="477394"/>
                </a:lnTo>
                <a:lnTo>
                  <a:pt x="262483" y="461644"/>
                </a:lnTo>
                <a:lnTo>
                  <a:pt x="210388" y="444808"/>
                </a:lnTo>
                <a:lnTo>
                  <a:pt x="163370" y="426958"/>
                </a:lnTo>
                <a:lnTo>
                  <a:pt x="121710" y="408165"/>
                </a:lnTo>
                <a:lnTo>
                  <a:pt x="85690" y="388502"/>
                </a:lnTo>
                <a:lnTo>
                  <a:pt x="31690" y="346853"/>
                </a:lnTo>
                <a:lnTo>
                  <a:pt x="3614" y="302588"/>
                </a:lnTo>
                <a:lnTo>
                  <a:pt x="0" y="279653"/>
                </a:lnTo>
                <a:close/>
              </a:path>
            </a:pathLst>
          </a:custGeom>
          <a:ln w="12191">
            <a:solidFill>
              <a:srgbClr val="608EFD"/>
            </a:solidFill>
          </a:ln>
        </p:spPr>
        <p:txBody>
          <a:bodyPr wrap="square" lIns="0" tIns="0" rIns="0" bIns="0" rtlCol="0"/>
          <a:lstStyle/>
          <a:p>
            <a:endParaRPr/>
          </a:p>
        </p:txBody>
      </p:sp>
      <p:sp>
        <p:nvSpPr>
          <p:cNvPr id="87" name="object 87"/>
          <p:cNvSpPr/>
          <p:nvPr/>
        </p:nvSpPr>
        <p:spPr>
          <a:xfrm>
            <a:off x="1601723" y="4082796"/>
            <a:ext cx="1896110" cy="716280"/>
          </a:xfrm>
          <a:custGeom>
            <a:avLst/>
            <a:gdLst/>
            <a:ahLst/>
            <a:cxnLst/>
            <a:rect l="l" t="t" r="r" b="b"/>
            <a:pathLst>
              <a:path w="1896110" h="716279">
                <a:moveTo>
                  <a:pt x="1401317" y="0"/>
                </a:moveTo>
                <a:lnTo>
                  <a:pt x="0" y="0"/>
                </a:lnTo>
                <a:lnTo>
                  <a:pt x="0" y="716279"/>
                </a:lnTo>
                <a:lnTo>
                  <a:pt x="1401317" y="716279"/>
                </a:lnTo>
                <a:lnTo>
                  <a:pt x="1895855" y="358139"/>
                </a:lnTo>
                <a:lnTo>
                  <a:pt x="1401317" y="0"/>
                </a:lnTo>
                <a:close/>
              </a:path>
            </a:pathLst>
          </a:custGeom>
          <a:solidFill>
            <a:srgbClr val="FFFFFF"/>
          </a:solidFill>
        </p:spPr>
        <p:txBody>
          <a:bodyPr wrap="square" lIns="0" tIns="0" rIns="0" bIns="0" rtlCol="0"/>
          <a:lstStyle/>
          <a:p>
            <a:endParaRPr/>
          </a:p>
        </p:txBody>
      </p:sp>
      <p:sp>
        <p:nvSpPr>
          <p:cNvPr id="88" name="object 88"/>
          <p:cNvSpPr/>
          <p:nvPr/>
        </p:nvSpPr>
        <p:spPr>
          <a:xfrm>
            <a:off x="1601723" y="4082796"/>
            <a:ext cx="1896110" cy="716280"/>
          </a:xfrm>
          <a:custGeom>
            <a:avLst/>
            <a:gdLst/>
            <a:ahLst/>
            <a:cxnLst/>
            <a:rect l="l" t="t" r="r" b="b"/>
            <a:pathLst>
              <a:path w="1896110" h="716279">
                <a:moveTo>
                  <a:pt x="0" y="0"/>
                </a:moveTo>
                <a:lnTo>
                  <a:pt x="1401317" y="0"/>
                </a:lnTo>
                <a:lnTo>
                  <a:pt x="1895855" y="358139"/>
                </a:lnTo>
                <a:lnTo>
                  <a:pt x="1401317" y="716279"/>
                </a:lnTo>
                <a:lnTo>
                  <a:pt x="0" y="716279"/>
                </a:lnTo>
                <a:lnTo>
                  <a:pt x="0" y="0"/>
                </a:lnTo>
              </a:path>
            </a:pathLst>
          </a:custGeom>
          <a:ln w="12191">
            <a:solidFill>
              <a:srgbClr val="FFFFFF"/>
            </a:solidFill>
          </a:ln>
        </p:spPr>
        <p:txBody>
          <a:bodyPr wrap="square" lIns="0" tIns="0" rIns="0" bIns="0" rtlCol="0"/>
          <a:lstStyle/>
          <a:p>
            <a:endParaRPr/>
          </a:p>
        </p:txBody>
      </p:sp>
      <p:sp>
        <p:nvSpPr>
          <p:cNvPr id="89" name="object 89"/>
          <p:cNvSpPr/>
          <p:nvPr/>
        </p:nvSpPr>
        <p:spPr>
          <a:xfrm>
            <a:off x="1601723" y="3008376"/>
            <a:ext cx="1896110" cy="716280"/>
          </a:xfrm>
          <a:custGeom>
            <a:avLst/>
            <a:gdLst/>
            <a:ahLst/>
            <a:cxnLst/>
            <a:rect l="l" t="t" r="r" b="b"/>
            <a:pathLst>
              <a:path w="1896110" h="716279">
                <a:moveTo>
                  <a:pt x="1401317" y="0"/>
                </a:moveTo>
                <a:lnTo>
                  <a:pt x="0" y="0"/>
                </a:lnTo>
                <a:lnTo>
                  <a:pt x="0" y="716279"/>
                </a:lnTo>
                <a:lnTo>
                  <a:pt x="1401317" y="716279"/>
                </a:lnTo>
                <a:lnTo>
                  <a:pt x="1895855" y="358139"/>
                </a:lnTo>
                <a:lnTo>
                  <a:pt x="1401317" y="0"/>
                </a:lnTo>
                <a:close/>
              </a:path>
            </a:pathLst>
          </a:custGeom>
          <a:solidFill>
            <a:srgbClr val="FFFFFF"/>
          </a:solidFill>
        </p:spPr>
        <p:txBody>
          <a:bodyPr wrap="square" lIns="0" tIns="0" rIns="0" bIns="0" rtlCol="0"/>
          <a:lstStyle/>
          <a:p>
            <a:endParaRPr/>
          </a:p>
        </p:txBody>
      </p:sp>
      <p:sp>
        <p:nvSpPr>
          <p:cNvPr id="90" name="object 90"/>
          <p:cNvSpPr/>
          <p:nvPr/>
        </p:nvSpPr>
        <p:spPr>
          <a:xfrm>
            <a:off x="1601723" y="3008376"/>
            <a:ext cx="1896110" cy="716280"/>
          </a:xfrm>
          <a:custGeom>
            <a:avLst/>
            <a:gdLst/>
            <a:ahLst/>
            <a:cxnLst/>
            <a:rect l="l" t="t" r="r" b="b"/>
            <a:pathLst>
              <a:path w="1896110" h="716279">
                <a:moveTo>
                  <a:pt x="0" y="0"/>
                </a:moveTo>
                <a:lnTo>
                  <a:pt x="1401317" y="0"/>
                </a:lnTo>
                <a:lnTo>
                  <a:pt x="1895855" y="358139"/>
                </a:lnTo>
                <a:lnTo>
                  <a:pt x="1401317" y="716279"/>
                </a:lnTo>
                <a:lnTo>
                  <a:pt x="0" y="716279"/>
                </a:lnTo>
                <a:lnTo>
                  <a:pt x="0" y="0"/>
                </a:lnTo>
              </a:path>
            </a:pathLst>
          </a:custGeom>
          <a:ln w="12191">
            <a:solidFill>
              <a:srgbClr val="FFFFFF"/>
            </a:solidFill>
          </a:ln>
        </p:spPr>
        <p:txBody>
          <a:bodyPr wrap="square" lIns="0" tIns="0" rIns="0" bIns="0" rtlCol="0"/>
          <a:lstStyle/>
          <a:p>
            <a:endParaRPr/>
          </a:p>
        </p:txBody>
      </p:sp>
      <p:sp>
        <p:nvSpPr>
          <p:cNvPr id="91" name="object 91"/>
          <p:cNvSpPr/>
          <p:nvPr/>
        </p:nvSpPr>
        <p:spPr>
          <a:xfrm>
            <a:off x="1601723" y="1935480"/>
            <a:ext cx="1896110" cy="715010"/>
          </a:xfrm>
          <a:custGeom>
            <a:avLst/>
            <a:gdLst/>
            <a:ahLst/>
            <a:cxnLst/>
            <a:rect l="l" t="t" r="r" b="b"/>
            <a:pathLst>
              <a:path w="1896110" h="715010">
                <a:moveTo>
                  <a:pt x="1401317" y="0"/>
                </a:moveTo>
                <a:lnTo>
                  <a:pt x="0" y="0"/>
                </a:lnTo>
                <a:lnTo>
                  <a:pt x="0" y="714755"/>
                </a:lnTo>
                <a:lnTo>
                  <a:pt x="1401317" y="714755"/>
                </a:lnTo>
                <a:lnTo>
                  <a:pt x="1895855" y="357377"/>
                </a:lnTo>
                <a:lnTo>
                  <a:pt x="1401317" y="0"/>
                </a:lnTo>
                <a:close/>
              </a:path>
            </a:pathLst>
          </a:custGeom>
          <a:solidFill>
            <a:srgbClr val="FFFFFF"/>
          </a:solidFill>
        </p:spPr>
        <p:txBody>
          <a:bodyPr wrap="square" lIns="0" tIns="0" rIns="0" bIns="0" rtlCol="0"/>
          <a:lstStyle/>
          <a:p>
            <a:endParaRPr/>
          </a:p>
        </p:txBody>
      </p:sp>
      <p:sp>
        <p:nvSpPr>
          <p:cNvPr id="92" name="object 92"/>
          <p:cNvSpPr/>
          <p:nvPr/>
        </p:nvSpPr>
        <p:spPr>
          <a:xfrm>
            <a:off x="1601723" y="1935480"/>
            <a:ext cx="1896110" cy="715010"/>
          </a:xfrm>
          <a:custGeom>
            <a:avLst/>
            <a:gdLst/>
            <a:ahLst/>
            <a:cxnLst/>
            <a:rect l="l" t="t" r="r" b="b"/>
            <a:pathLst>
              <a:path w="1896110" h="715010">
                <a:moveTo>
                  <a:pt x="0" y="0"/>
                </a:moveTo>
                <a:lnTo>
                  <a:pt x="1401317" y="0"/>
                </a:lnTo>
                <a:lnTo>
                  <a:pt x="1895855" y="357377"/>
                </a:lnTo>
                <a:lnTo>
                  <a:pt x="1401317" y="714755"/>
                </a:lnTo>
                <a:lnTo>
                  <a:pt x="0" y="714755"/>
                </a:lnTo>
                <a:lnTo>
                  <a:pt x="0" y="0"/>
                </a:lnTo>
              </a:path>
            </a:pathLst>
          </a:custGeom>
          <a:ln w="12191">
            <a:solidFill>
              <a:srgbClr val="FFFFFF"/>
            </a:solidFill>
          </a:ln>
        </p:spPr>
        <p:txBody>
          <a:bodyPr wrap="square" lIns="0" tIns="0" rIns="0" bIns="0" rtlCol="0"/>
          <a:lstStyle/>
          <a:p>
            <a:endParaRPr/>
          </a:p>
        </p:txBody>
      </p:sp>
      <p:sp>
        <p:nvSpPr>
          <p:cNvPr id="93" name="object 93"/>
          <p:cNvSpPr/>
          <p:nvPr/>
        </p:nvSpPr>
        <p:spPr>
          <a:xfrm>
            <a:off x="1601723" y="5155692"/>
            <a:ext cx="1896110" cy="716915"/>
          </a:xfrm>
          <a:custGeom>
            <a:avLst/>
            <a:gdLst/>
            <a:ahLst/>
            <a:cxnLst/>
            <a:rect l="l" t="t" r="r" b="b"/>
            <a:pathLst>
              <a:path w="1896110" h="716914">
                <a:moveTo>
                  <a:pt x="1401317" y="0"/>
                </a:moveTo>
                <a:lnTo>
                  <a:pt x="0" y="0"/>
                </a:lnTo>
                <a:lnTo>
                  <a:pt x="0" y="716304"/>
                </a:lnTo>
                <a:lnTo>
                  <a:pt x="1401317" y="716304"/>
                </a:lnTo>
                <a:lnTo>
                  <a:pt x="1895855" y="358139"/>
                </a:lnTo>
                <a:lnTo>
                  <a:pt x="1401317" y="0"/>
                </a:lnTo>
                <a:close/>
              </a:path>
            </a:pathLst>
          </a:custGeom>
          <a:solidFill>
            <a:srgbClr val="FFFFFF"/>
          </a:solidFill>
        </p:spPr>
        <p:txBody>
          <a:bodyPr wrap="square" lIns="0" tIns="0" rIns="0" bIns="0" rtlCol="0"/>
          <a:lstStyle/>
          <a:p>
            <a:endParaRPr/>
          </a:p>
        </p:txBody>
      </p:sp>
      <p:sp>
        <p:nvSpPr>
          <p:cNvPr id="94" name="object 94"/>
          <p:cNvSpPr/>
          <p:nvPr/>
        </p:nvSpPr>
        <p:spPr>
          <a:xfrm>
            <a:off x="1601723" y="5155692"/>
            <a:ext cx="1896110" cy="716915"/>
          </a:xfrm>
          <a:custGeom>
            <a:avLst/>
            <a:gdLst/>
            <a:ahLst/>
            <a:cxnLst/>
            <a:rect l="l" t="t" r="r" b="b"/>
            <a:pathLst>
              <a:path w="1896110" h="716914">
                <a:moveTo>
                  <a:pt x="0" y="0"/>
                </a:moveTo>
                <a:lnTo>
                  <a:pt x="1401317" y="0"/>
                </a:lnTo>
                <a:lnTo>
                  <a:pt x="1895855" y="358139"/>
                </a:lnTo>
                <a:lnTo>
                  <a:pt x="1401317" y="716304"/>
                </a:lnTo>
                <a:lnTo>
                  <a:pt x="0" y="716304"/>
                </a:lnTo>
                <a:lnTo>
                  <a:pt x="0" y="0"/>
                </a:lnTo>
              </a:path>
            </a:pathLst>
          </a:custGeom>
          <a:ln w="12191">
            <a:solidFill>
              <a:srgbClr val="FFFFFF"/>
            </a:solidFill>
          </a:ln>
        </p:spPr>
        <p:txBody>
          <a:bodyPr wrap="square" lIns="0" tIns="0" rIns="0" bIns="0" rtlCol="0"/>
          <a:lstStyle/>
          <a:p>
            <a:endParaRPr/>
          </a:p>
        </p:txBody>
      </p:sp>
      <p:sp>
        <p:nvSpPr>
          <p:cNvPr id="95" name="object 95"/>
          <p:cNvSpPr txBox="1"/>
          <p:nvPr/>
        </p:nvSpPr>
        <p:spPr>
          <a:xfrm>
            <a:off x="1766118" y="2030043"/>
            <a:ext cx="1587500" cy="184666"/>
          </a:xfrm>
          <a:prstGeom prst="rect">
            <a:avLst/>
          </a:prstGeom>
        </p:spPr>
        <p:txBody>
          <a:bodyPr vert="horz" wrap="square" lIns="0" tIns="0" rIns="0" bIns="0" rtlCol="0">
            <a:spAutoFit/>
          </a:bodyPr>
          <a:lstStyle/>
          <a:p>
            <a:pPr marL="12700"/>
            <a:r>
              <a:rPr sz="1200" b="1" spc="-10" dirty="0">
                <a:latin typeface="Arial"/>
                <a:cs typeface="Arial"/>
              </a:rPr>
              <a:t>W</a:t>
            </a:r>
            <a:r>
              <a:rPr sz="1200" b="1" spc="-5" dirty="0">
                <a:latin typeface="Arial"/>
                <a:cs typeface="Arial"/>
              </a:rPr>
              <a:t>H</a:t>
            </a:r>
            <a:r>
              <a:rPr sz="1200" b="1" spc="-125" dirty="0">
                <a:latin typeface="Arial"/>
                <a:cs typeface="Arial"/>
              </a:rPr>
              <a:t>A</a:t>
            </a:r>
            <a:r>
              <a:rPr sz="1200" b="1" spc="-10" dirty="0">
                <a:latin typeface="Arial"/>
                <a:cs typeface="Arial"/>
              </a:rPr>
              <a:t>T</a:t>
            </a:r>
            <a:r>
              <a:rPr sz="1200" b="1" spc="65" dirty="0">
                <a:latin typeface="Times New Roman"/>
                <a:cs typeface="Times New Roman"/>
              </a:rPr>
              <a:t> </a:t>
            </a:r>
            <a:r>
              <a:rPr sz="1200" b="1" spc="-10" dirty="0">
                <a:latin typeface="Arial"/>
                <a:cs typeface="Arial"/>
              </a:rPr>
              <a:t>IS</a:t>
            </a:r>
            <a:r>
              <a:rPr sz="1200" b="1" spc="35" dirty="0">
                <a:latin typeface="Times New Roman"/>
                <a:cs typeface="Times New Roman"/>
              </a:rPr>
              <a:t> </a:t>
            </a:r>
            <a:r>
              <a:rPr sz="1200" b="1" spc="-5" dirty="0">
                <a:latin typeface="Arial"/>
                <a:cs typeface="Arial"/>
              </a:rPr>
              <a:t>R</a:t>
            </a:r>
            <a:r>
              <a:rPr sz="1200" b="1" dirty="0">
                <a:latin typeface="Arial"/>
                <a:cs typeface="Arial"/>
              </a:rPr>
              <a:t>E</a:t>
            </a:r>
            <a:r>
              <a:rPr sz="1200" b="1" spc="-70" dirty="0">
                <a:latin typeface="Arial"/>
                <a:cs typeface="Arial"/>
              </a:rPr>
              <a:t>W</a:t>
            </a:r>
            <a:r>
              <a:rPr sz="1200" b="1" spc="-40" dirty="0">
                <a:latin typeface="Arial"/>
                <a:cs typeface="Arial"/>
              </a:rPr>
              <a:t>A</a:t>
            </a:r>
            <a:r>
              <a:rPr sz="1200" b="1" spc="-5" dirty="0">
                <a:latin typeface="Arial"/>
                <a:cs typeface="Arial"/>
              </a:rPr>
              <a:t>RD</a:t>
            </a:r>
            <a:r>
              <a:rPr sz="1200" b="1" spc="-10" dirty="0">
                <a:latin typeface="Arial"/>
                <a:cs typeface="Arial"/>
              </a:rPr>
              <a:t>E</a:t>
            </a:r>
            <a:r>
              <a:rPr sz="1200" b="1" dirty="0">
                <a:latin typeface="Arial"/>
                <a:cs typeface="Arial"/>
              </a:rPr>
              <a:t>D</a:t>
            </a:r>
            <a:endParaRPr sz="1200">
              <a:latin typeface="Arial"/>
              <a:cs typeface="Arial"/>
            </a:endParaRPr>
          </a:p>
        </p:txBody>
      </p:sp>
      <p:sp>
        <p:nvSpPr>
          <p:cNvPr id="96" name="object 96"/>
          <p:cNvSpPr txBox="1"/>
          <p:nvPr/>
        </p:nvSpPr>
        <p:spPr>
          <a:xfrm>
            <a:off x="2101696" y="3182830"/>
            <a:ext cx="911225" cy="369332"/>
          </a:xfrm>
          <a:prstGeom prst="rect">
            <a:avLst/>
          </a:prstGeom>
        </p:spPr>
        <p:txBody>
          <a:bodyPr vert="horz" wrap="square" lIns="0" tIns="0" rIns="0" bIns="0" rtlCol="0">
            <a:spAutoFit/>
          </a:bodyPr>
          <a:lstStyle/>
          <a:p>
            <a:pPr marL="12700" marR="5080" indent="141605"/>
            <a:r>
              <a:rPr sz="1200" b="1" spc="-15" dirty="0">
                <a:latin typeface="Arial"/>
                <a:cs typeface="Arial"/>
              </a:rPr>
              <a:t>HOW</a:t>
            </a:r>
            <a:r>
              <a:rPr sz="1200" b="1" spc="40" dirty="0">
                <a:latin typeface="Times New Roman"/>
                <a:cs typeface="Times New Roman"/>
              </a:rPr>
              <a:t> </a:t>
            </a:r>
            <a:r>
              <a:rPr sz="1200" b="1" spc="-10" dirty="0">
                <a:latin typeface="Arial"/>
                <a:cs typeface="Arial"/>
              </a:rPr>
              <a:t>IS</a:t>
            </a:r>
            <a:r>
              <a:rPr sz="1200" b="1" spc="-5" dirty="0">
                <a:latin typeface="Times New Roman"/>
                <a:cs typeface="Times New Roman"/>
              </a:rPr>
              <a:t> </a:t>
            </a:r>
            <a:r>
              <a:rPr sz="1200" b="1" spc="-5" dirty="0">
                <a:latin typeface="Arial"/>
                <a:cs typeface="Arial"/>
              </a:rPr>
              <a:t>RE</a:t>
            </a:r>
            <a:r>
              <a:rPr sz="1200" b="1" spc="-55" dirty="0">
                <a:latin typeface="Arial"/>
                <a:cs typeface="Arial"/>
              </a:rPr>
              <a:t>W</a:t>
            </a:r>
            <a:r>
              <a:rPr sz="1200" b="1" spc="-40" dirty="0">
                <a:latin typeface="Arial"/>
                <a:cs typeface="Arial"/>
              </a:rPr>
              <a:t>A</a:t>
            </a:r>
            <a:r>
              <a:rPr sz="1200" b="1" spc="-5" dirty="0">
                <a:latin typeface="Arial"/>
                <a:cs typeface="Arial"/>
              </a:rPr>
              <a:t>RD</a:t>
            </a:r>
            <a:r>
              <a:rPr sz="1200" b="1" spc="-10" dirty="0">
                <a:latin typeface="Arial"/>
                <a:cs typeface="Arial"/>
              </a:rPr>
              <a:t>E</a:t>
            </a:r>
            <a:r>
              <a:rPr sz="1200" b="1" dirty="0">
                <a:latin typeface="Arial"/>
                <a:cs typeface="Arial"/>
              </a:rPr>
              <a:t>D</a:t>
            </a:r>
            <a:endParaRPr sz="1200">
              <a:latin typeface="Arial"/>
              <a:cs typeface="Arial"/>
            </a:endParaRPr>
          </a:p>
        </p:txBody>
      </p:sp>
      <p:sp>
        <p:nvSpPr>
          <p:cNvPr id="97" name="object 97"/>
          <p:cNvSpPr txBox="1"/>
          <p:nvPr/>
        </p:nvSpPr>
        <p:spPr>
          <a:xfrm>
            <a:off x="2101696" y="4249881"/>
            <a:ext cx="911225" cy="369332"/>
          </a:xfrm>
          <a:prstGeom prst="rect">
            <a:avLst/>
          </a:prstGeom>
        </p:spPr>
        <p:txBody>
          <a:bodyPr vert="horz" wrap="square" lIns="0" tIns="0" rIns="0" bIns="0" rtlCol="0">
            <a:spAutoFit/>
          </a:bodyPr>
          <a:lstStyle/>
          <a:p>
            <a:pPr marL="12700" marR="5080" indent="85090"/>
            <a:r>
              <a:rPr sz="1200" b="1" spc="-10" dirty="0">
                <a:latin typeface="Arial"/>
                <a:cs typeface="Arial"/>
              </a:rPr>
              <a:t>W</a:t>
            </a:r>
            <a:r>
              <a:rPr sz="1200" b="1" spc="-5" dirty="0">
                <a:latin typeface="Arial"/>
                <a:cs typeface="Arial"/>
              </a:rPr>
              <a:t>HE</a:t>
            </a:r>
            <a:r>
              <a:rPr sz="1200" b="1" dirty="0">
                <a:latin typeface="Arial"/>
                <a:cs typeface="Arial"/>
              </a:rPr>
              <a:t>N</a:t>
            </a:r>
            <a:r>
              <a:rPr sz="1200" b="1" spc="20" dirty="0">
                <a:latin typeface="Times New Roman"/>
                <a:cs typeface="Times New Roman"/>
              </a:rPr>
              <a:t> </a:t>
            </a:r>
            <a:r>
              <a:rPr sz="1200" b="1" spc="-35" dirty="0">
                <a:latin typeface="Arial"/>
                <a:cs typeface="Arial"/>
              </a:rPr>
              <a:t>T</a:t>
            </a:r>
            <a:r>
              <a:rPr sz="1200" b="1" spc="-10" dirty="0">
                <a:latin typeface="Arial"/>
                <a:cs typeface="Arial"/>
              </a:rPr>
              <a:t>O</a:t>
            </a:r>
            <a:r>
              <a:rPr sz="1200" b="1" spc="-5" dirty="0">
                <a:latin typeface="Times New Roman"/>
                <a:cs typeface="Times New Roman"/>
              </a:rPr>
              <a:t> </a:t>
            </a:r>
            <a:r>
              <a:rPr sz="1200" b="1" spc="-5" dirty="0">
                <a:latin typeface="Arial"/>
                <a:cs typeface="Arial"/>
              </a:rPr>
              <a:t>RE</a:t>
            </a:r>
            <a:r>
              <a:rPr sz="1200" b="1" spc="-55" dirty="0">
                <a:latin typeface="Arial"/>
                <a:cs typeface="Arial"/>
              </a:rPr>
              <a:t>W</a:t>
            </a:r>
            <a:r>
              <a:rPr sz="1200" b="1" spc="-40" dirty="0">
                <a:latin typeface="Arial"/>
                <a:cs typeface="Arial"/>
              </a:rPr>
              <a:t>A</a:t>
            </a:r>
            <a:r>
              <a:rPr sz="1200" b="1" spc="-5" dirty="0">
                <a:latin typeface="Arial"/>
                <a:cs typeface="Arial"/>
              </a:rPr>
              <a:t>RD</a:t>
            </a:r>
            <a:r>
              <a:rPr sz="1200" b="1" spc="-10" dirty="0">
                <a:latin typeface="Arial"/>
                <a:cs typeface="Arial"/>
              </a:rPr>
              <a:t>E</a:t>
            </a:r>
            <a:r>
              <a:rPr sz="1200" b="1" dirty="0">
                <a:latin typeface="Arial"/>
                <a:cs typeface="Arial"/>
              </a:rPr>
              <a:t>D</a:t>
            </a:r>
            <a:endParaRPr sz="1200">
              <a:latin typeface="Arial"/>
              <a:cs typeface="Arial"/>
            </a:endParaRPr>
          </a:p>
        </p:txBody>
      </p:sp>
      <p:sp>
        <p:nvSpPr>
          <p:cNvPr id="98" name="object 98"/>
          <p:cNvSpPr txBox="1"/>
          <p:nvPr/>
        </p:nvSpPr>
        <p:spPr>
          <a:xfrm>
            <a:off x="1970632" y="5316431"/>
            <a:ext cx="875665" cy="369332"/>
          </a:xfrm>
          <a:prstGeom prst="rect">
            <a:avLst/>
          </a:prstGeom>
        </p:spPr>
        <p:txBody>
          <a:bodyPr vert="horz" wrap="square" lIns="0" tIns="0" rIns="0" bIns="0" rtlCol="0">
            <a:spAutoFit/>
          </a:bodyPr>
          <a:lstStyle/>
          <a:p>
            <a:pPr marR="34290" algn="ctr"/>
            <a:r>
              <a:rPr sz="1200" b="1" spc="5" dirty="0">
                <a:latin typeface="Arial"/>
                <a:cs typeface="Arial"/>
              </a:rPr>
              <a:t>W</a:t>
            </a:r>
            <a:r>
              <a:rPr sz="1200" b="1" spc="-5" dirty="0">
                <a:latin typeface="Arial"/>
                <a:cs typeface="Arial"/>
              </a:rPr>
              <a:t>H</a:t>
            </a:r>
            <a:r>
              <a:rPr sz="1200" b="1" dirty="0">
                <a:latin typeface="Arial"/>
                <a:cs typeface="Arial"/>
              </a:rPr>
              <a:t>O</a:t>
            </a:r>
            <a:r>
              <a:rPr sz="1200" b="1" spc="30" dirty="0">
                <a:latin typeface="Times New Roman"/>
                <a:cs typeface="Times New Roman"/>
              </a:rPr>
              <a:t> </a:t>
            </a:r>
            <a:r>
              <a:rPr sz="1200" b="1" dirty="0">
                <a:latin typeface="Arial"/>
                <a:cs typeface="Arial"/>
              </a:rPr>
              <a:t>IS</a:t>
            </a:r>
            <a:endParaRPr sz="1200">
              <a:latin typeface="Arial"/>
              <a:cs typeface="Arial"/>
            </a:endParaRPr>
          </a:p>
          <a:p>
            <a:pPr algn="ctr">
              <a:lnSpc>
                <a:spcPct val="100000"/>
              </a:lnSpc>
            </a:pPr>
            <a:r>
              <a:rPr sz="1200" b="1" dirty="0">
                <a:latin typeface="Arial"/>
                <a:cs typeface="Arial"/>
              </a:rPr>
              <a:t>IN</a:t>
            </a:r>
            <a:r>
              <a:rPr sz="1200" b="1" spc="30" dirty="0">
                <a:latin typeface="Times New Roman"/>
                <a:cs typeface="Times New Roman"/>
              </a:rPr>
              <a:t> </a:t>
            </a:r>
            <a:r>
              <a:rPr sz="1200" b="1" spc="-5" dirty="0">
                <a:latin typeface="Arial"/>
                <a:cs typeface="Arial"/>
              </a:rPr>
              <a:t>CH</a:t>
            </a:r>
            <a:r>
              <a:rPr sz="1200" b="1" spc="-45" dirty="0">
                <a:latin typeface="Arial"/>
                <a:cs typeface="Arial"/>
              </a:rPr>
              <a:t>A</a:t>
            </a:r>
            <a:r>
              <a:rPr sz="1200" b="1" spc="-15" dirty="0">
                <a:latin typeface="Arial"/>
                <a:cs typeface="Arial"/>
              </a:rPr>
              <a:t>RGE</a:t>
            </a:r>
            <a:endParaRPr sz="1200">
              <a:latin typeface="Arial"/>
              <a:cs typeface="Arial"/>
            </a:endParaRPr>
          </a:p>
        </p:txBody>
      </p:sp>
      <p:sp>
        <p:nvSpPr>
          <p:cNvPr id="99" name="object 99"/>
          <p:cNvSpPr txBox="1"/>
          <p:nvPr/>
        </p:nvSpPr>
        <p:spPr>
          <a:xfrm>
            <a:off x="3519680" y="2125509"/>
            <a:ext cx="1104265" cy="430887"/>
          </a:xfrm>
          <a:prstGeom prst="rect">
            <a:avLst/>
          </a:prstGeom>
        </p:spPr>
        <p:txBody>
          <a:bodyPr vert="horz" wrap="square" lIns="0" tIns="0" rIns="0" bIns="0" rtlCol="0">
            <a:spAutoFit/>
          </a:bodyPr>
          <a:lstStyle/>
          <a:p>
            <a:pPr marL="12700" marR="5080" indent="271145"/>
            <a:r>
              <a:rPr sz="1400" b="1" dirty="0">
                <a:solidFill>
                  <a:srgbClr val="FF0000"/>
                </a:solidFill>
                <a:latin typeface="Arial"/>
                <a:cs typeface="Arial"/>
              </a:rPr>
              <a:t>r</a:t>
            </a:r>
            <a:r>
              <a:rPr sz="1400" b="1" spc="-5" dirty="0">
                <a:solidFill>
                  <a:srgbClr val="FF0000"/>
                </a:solidFill>
                <a:latin typeface="Arial"/>
                <a:cs typeface="Arial"/>
              </a:rPr>
              <a:t>es</a:t>
            </a:r>
            <a:r>
              <a:rPr sz="1400" b="1" spc="-10" dirty="0">
                <a:solidFill>
                  <a:srgbClr val="FF0000"/>
                </a:solidFill>
                <a:latin typeface="Arial"/>
                <a:cs typeface="Arial"/>
              </a:rPr>
              <a:t>u</a:t>
            </a:r>
            <a:r>
              <a:rPr sz="1400" b="1" dirty="0">
                <a:solidFill>
                  <a:srgbClr val="FF0000"/>
                </a:solidFill>
                <a:latin typeface="Arial"/>
                <a:cs typeface="Arial"/>
              </a:rPr>
              <a:t>lt,</a:t>
            </a:r>
            <a:r>
              <a:rPr sz="1400" b="1" dirty="0">
                <a:solidFill>
                  <a:srgbClr val="FF0000"/>
                </a:solidFill>
                <a:latin typeface="Times New Roman"/>
                <a:cs typeface="Times New Roman"/>
              </a:rPr>
              <a:t> </a:t>
            </a:r>
            <a:r>
              <a:rPr sz="1400" b="1" spc="-10" dirty="0">
                <a:solidFill>
                  <a:srgbClr val="FF0000"/>
                </a:solidFill>
                <a:latin typeface="Arial"/>
                <a:cs typeface="Arial"/>
              </a:rPr>
              <a:t>p</a:t>
            </a:r>
            <a:r>
              <a:rPr sz="1400" b="1" spc="-5" dirty="0">
                <a:solidFill>
                  <a:srgbClr val="FF0000"/>
                </a:solidFill>
                <a:latin typeface="Arial"/>
                <a:cs typeface="Arial"/>
              </a:rPr>
              <a:t>e</a:t>
            </a:r>
            <a:r>
              <a:rPr sz="1400" b="1" dirty="0">
                <a:solidFill>
                  <a:srgbClr val="FF0000"/>
                </a:solidFill>
                <a:latin typeface="Arial"/>
                <a:cs typeface="Arial"/>
              </a:rPr>
              <a:t>rf</a:t>
            </a:r>
            <a:r>
              <a:rPr sz="1400" b="1" spc="-10" dirty="0">
                <a:solidFill>
                  <a:srgbClr val="FF0000"/>
                </a:solidFill>
                <a:latin typeface="Arial"/>
                <a:cs typeface="Arial"/>
              </a:rPr>
              <a:t>o</a:t>
            </a:r>
            <a:r>
              <a:rPr sz="1400" b="1" dirty="0">
                <a:solidFill>
                  <a:srgbClr val="FF0000"/>
                </a:solidFill>
                <a:latin typeface="Arial"/>
                <a:cs typeface="Arial"/>
              </a:rPr>
              <a:t>r</a:t>
            </a:r>
            <a:r>
              <a:rPr sz="1400" b="1" spc="-5" dirty="0">
                <a:solidFill>
                  <a:srgbClr val="FF0000"/>
                </a:solidFill>
                <a:latin typeface="Arial"/>
                <a:cs typeface="Arial"/>
              </a:rPr>
              <a:t>ma</a:t>
            </a:r>
            <a:r>
              <a:rPr sz="1400" b="1" spc="-10" dirty="0">
                <a:solidFill>
                  <a:srgbClr val="FF0000"/>
                </a:solidFill>
                <a:latin typeface="Arial"/>
                <a:cs typeface="Arial"/>
              </a:rPr>
              <a:t>n</a:t>
            </a:r>
            <a:r>
              <a:rPr sz="1400" b="1" spc="-5" dirty="0">
                <a:solidFill>
                  <a:srgbClr val="FF0000"/>
                </a:solidFill>
                <a:latin typeface="Arial"/>
                <a:cs typeface="Arial"/>
              </a:rPr>
              <a:t>ce</a:t>
            </a:r>
            <a:endParaRPr sz="1400">
              <a:latin typeface="Arial"/>
              <a:cs typeface="Arial"/>
            </a:endParaRPr>
          </a:p>
        </p:txBody>
      </p:sp>
      <p:sp>
        <p:nvSpPr>
          <p:cNvPr id="100" name="object 100"/>
          <p:cNvSpPr txBox="1"/>
          <p:nvPr/>
        </p:nvSpPr>
        <p:spPr>
          <a:xfrm>
            <a:off x="4800985" y="2125509"/>
            <a:ext cx="894715" cy="430887"/>
          </a:xfrm>
          <a:prstGeom prst="rect">
            <a:avLst/>
          </a:prstGeom>
        </p:spPr>
        <p:txBody>
          <a:bodyPr vert="horz" wrap="square" lIns="0" tIns="0" rIns="0" bIns="0" rtlCol="0">
            <a:spAutoFit/>
          </a:bodyPr>
          <a:lstStyle/>
          <a:p>
            <a:pPr marL="166370" marR="5080" indent="-154305"/>
            <a:r>
              <a:rPr sz="1400" b="1" spc="-10" dirty="0">
                <a:solidFill>
                  <a:srgbClr val="FF0000"/>
                </a:solidFill>
                <a:latin typeface="Arial"/>
                <a:cs typeface="Arial"/>
              </a:rPr>
              <a:t>d</a:t>
            </a:r>
            <a:r>
              <a:rPr sz="1400" b="1" dirty="0">
                <a:solidFill>
                  <a:srgbClr val="FF0000"/>
                </a:solidFill>
                <a:latin typeface="Arial"/>
                <a:cs typeface="Arial"/>
              </a:rPr>
              <a:t>i</a:t>
            </a:r>
            <a:r>
              <a:rPr sz="1400" b="1" spc="-5" dirty="0">
                <a:solidFill>
                  <a:srgbClr val="FF0000"/>
                </a:solidFill>
                <a:latin typeface="Arial"/>
                <a:cs typeface="Arial"/>
              </a:rPr>
              <a:t>sc</a:t>
            </a:r>
            <a:r>
              <a:rPr sz="1400" b="1" dirty="0">
                <a:solidFill>
                  <a:srgbClr val="FF0000"/>
                </a:solidFill>
                <a:latin typeface="Arial"/>
                <a:cs typeface="Arial"/>
              </a:rPr>
              <a:t>i</a:t>
            </a:r>
            <a:r>
              <a:rPr sz="1400" b="1" spc="-10" dirty="0">
                <a:solidFill>
                  <a:srgbClr val="FF0000"/>
                </a:solidFill>
                <a:latin typeface="Arial"/>
                <a:cs typeface="Arial"/>
              </a:rPr>
              <a:t>p</a:t>
            </a:r>
            <a:r>
              <a:rPr sz="1400" b="1" dirty="0">
                <a:solidFill>
                  <a:srgbClr val="FF0000"/>
                </a:solidFill>
                <a:latin typeface="Arial"/>
                <a:cs typeface="Arial"/>
              </a:rPr>
              <a:t>l</a:t>
            </a:r>
            <a:r>
              <a:rPr sz="1400" b="1" spc="-10" dirty="0">
                <a:solidFill>
                  <a:srgbClr val="FF0000"/>
                </a:solidFill>
                <a:latin typeface="Arial"/>
                <a:cs typeface="Arial"/>
              </a:rPr>
              <a:t>in</a:t>
            </a:r>
            <a:r>
              <a:rPr sz="1400" b="1" spc="-15" dirty="0">
                <a:solidFill>
                  <a:srgbClr val="FF0000"/>
                </a:solidFill>
                <a:latin typeface="Arial"/>
                <a:cs typeface="Arial"/>
              </a:rPr>
              <a:t>e</a:t>
            </a:r>
            <a:r>
              <a:rPr sz="1400" b="1" dirty="0">
                <a:solidFill>
                  <a:srgbClr val="FF0000"/>
                </a:solidFill>
                <a:latin typeface="Arial"/>
                <a:cs typeface="Arial"/>
              </a:rPr>
              <a:t>,</a:t>
            </a:r>
            <a:r>
              <a:rPr sz="1400" b="1" dirty="0">
                <a:solidFill>
                  <a:srgbClr val="FF0000"/>
                </a:solidFill>
                <a:latin typeface="Times New Roman"/>
                <a:cs typeface="Times New Roman"/>
              </a:rPr>
              <a:t> </a:t>
            </a:r>
            <a:r>
              <a:rPr sz="1400" b="1" spc="-5" dirty="0">
                <a:solidFill>
                  <a:srgbClr val="FF0000"/>
                </a:solidFill>
                <a:latin typeface="Arial"/>
                <a:cs typeface="Arial"/>
              </a:rPr>
              <a:t>sa</a:t>
            </a:r>
            <a:r>
              <a:rPr sz="1400" b="1" spc="-15" dirty="0">
                <a:solidFill>
                  <a:srgbClr val="FF0000"/>
                </a:solidFill>
                <a:latin typeface="Arial"/>
                <a:cs typeface="Arial"/>
              </a:rPr>
              <a:t>v</a:t>
            </a:r>
            <a:r>
              <a:rPr sz="1400" b="1" dirty="0">
                <a:solidFill>
                  <a:srgbClr val="FF0000"/>
                </a:solidFill>
                <a:latin typeface="Arial"/>
                <a:cs typeface="Arial"/>
              </a:rPr>
              <a:t>i</a:t>
            </a:r>
            <a:r>
              <a:rPr sz="1400" b="1" spc="-10" dirty="0">
                <a:solidFill>
                  <a:srgbClr val="FF0000"/>
                </a:solidFill>
                <a:latin typeface="Arial"/>
                <a:cs typeface="Arial"/>
              </a:rPr>
              <a:t>n</a:t>
            </a:r>
            <a:r>
              <a:rPr sz="1400" b="1" dirty="0">
                <a:solidFill>
                  <a:srgbClr val="FF0000"/>
                </a:solidFill>
                <a:latin typeface="Arial"/>
                <a:cs typeface="Arial"/>
              </a:rPr>
              <a:t>g</a:t>
            </a:r>
            <a:endParaRPr sz="1400">
              <a:latin typeface="Arial"/>
              <a:cs typeface="Arial"/>
            </a:endParaRPr>
          </a:p>
        </p:txBody>
      </p:sp>
      <p:sp>
        <p:nvSpPr>
          <p:cNvPr id="101" name="object 101"/>
          <p:cNvSpPr txBox="1"/>
          <p:nvPr/>
        </p:nvSpPr>
        <p:spPr>
          <a:xfrm>
            <a:off x="5983990" y="2039283"/>
            <a:ext cx="945515" cy="646331"/>
          </a:xfrm>
          <a:prstGeom prst="rect">
            <a:avLst/>
          </a:prstGeom>
        </p:spPr>
        <p:txBody>
          <a:bodyPr vert="horz" wrap="square" lIns="0" tIns="0" rIns="0" bIns="0" rtlCol="0">
            <a:spAutoFit/>
          </a:bodyPr>
          <a:lstStyle/>
          <a:p>
            <a:pPr marL="12065" marR="5080" indent="-635" algn="ctr"/>
            <a:r>
              <a:rPr sz="1400" b="1" dirty="0">
                <a:solidFill>
                  <a:srgbClr val="FF0000"/>
                </a:solidFill>
                <a:latin typeface="Arial"/>
                <a:cs typeface="Arial"/>
              </a:rPr>
              <a:t>i</a:t>
            </a:r>
            <a:r>
              <a:rPr sz="1400" b="1" spc="-10" dirty="0">
                <a:solidFill>
                  <a:srgbClr val="FF0000"/>
                </a:solidFill>
                <a:latin typeface="Arial"/>
                <a:cs typeface="Arial"/>
              </a:rPr>
              <a:t>nno</a:t>
            </a:r>
            <a:r>
              <a:rPr sz="1400" b="1" spc="-15" dirty="0">
                <a:solidFill>
                  <a:srgbClr val="FF0000"/>
                </a:solidFill>
                <a:latin typeface="Arial"/>
                <a:cs typeface="Arial"/>
              </a:rPr>
              <a:t>v</a:t>
            </a:r>
            <a:r>
              <a:rPr sz="1400" b="1" spc="-5" dirty="0">
                <a:solidFill>
                  <a:srgbClr val="FF0000"/>
                </a:solidFill>
                <a:latin typeface="Arial"/>
                <a:cs typeface="Arial"/>
              </a:rPr>
              <a:t>atio</a:t>
            </a:r>
            <a:r>
              <a:rPr sz="1400" b="1" dirty="0">
                <a:solidFill>
                  <a:srgbClr val="FF0000"/>
                </a:solidFill>
                <a:latin typeface="Arial"/>
                <a:cs typeface="Arial"/>
              </a:rPr>
              <a:t>n</a:t>
            </a:r>
            <a:r>
              <a:rPr sz="1400" b="1" dirty="0">
                <a:solidFill>
                  <a:srgbClr val="FF0000"/>
                </a:solidFill>
                <a:latin typeface="Times New Roman"/>
                <a:cs typeface="Times New Roman"/>
              </a:rPr>
              <a:t> </a:t>
            </a:r>
            <a:r>
              <a:rPr sz="1400" b="1" spc="-5" dirty="0">
                <a:solidFill>
                  <a:srgbClr val="FF0000"/>
                </a:solidFill>
                <a:latin typeface="Arial"/>
                <a:cs typeface="Arial"/>
              </a:rPr>
              <a:t>e</a:t>
            </a:r>
            <a:r>
              <a:rPr sz="1400" b="1" spc="-10" dirty="0">
                <a:solidFill>
                  <a:srgbClr val="FF0000"/>
                </a:solidFill>
                <a:latin typeface="Arial"/>
                <a:cs typeface="Arial"/>
              </a:rPr>
              <a:t>n</a:t>
            </a:r>
            <a:r>
              <a:rPr sz="1400" b="1" dirty="0">
                <a:solidFill>
                  <a:srgbClr val="FF0000"/>
                </a:solidFill>
                <a:latin typeface="Arial"/>
                <a:cs typeface="Arial"/>
              </a:rPr>
              <a:t>tr</a:t>
            </a:r>
            <a:r>
              <a:rPr sz="1400" b="1" spc="-5" dirty="0">
                <a:solidFill>
                  <a:srgbClr val="FF0000"/>
                </a:solidFill>
                <a:latin typeface="Arial"/>
                <a:cs typeface="Arial"/>
              </a:rPr>
              <a:t>e</a:t>
            </a:r>
            <a:r>
              <a:rPr sz="1400" b="1" spc="-10" dirty="0">
                <a:solidFill>
                  <a:srgbClr val="FF0000"/>
                </a:solidFill>
                <a:latin typeface="Arial"/>
                <a:cs typeface="Arial"/>
              </a:rPr>
              <a:t>p</a:t>
            </a:r>
            <a:r>
              <a:rPr sz="1400" b="1" dirty="0">
                <a:solidFill>
                  <a:srgbClr val="FF0000"/>
                </a:solidFill>
                <a:latin typeface="Arial"/>
                <a:cs typeface="Arial"/>
              </a:rPr>
              <a:t>r</a:t>
            </a:r>
            <a:r>
              <a:rPr sz="1400" b="1" spc="-5" dirty="0">
                <a:solidFill>
                  <a:srgbClr val="FF0000"/>
                </a:solidFill>
                <a:latin typeface="Arial"/>
                <a:cs typeface="Arial"/>
              </a:rPr>
              <a:t>e</a:t>
            </a:r>
            <a:r>
              <a:rPr sz="1400" b="1" spc="-10" dirty="0">
                <a:solidFill>
                  <a:srgbClr val="FF0000"/>
                </a:solidFill>
                <a:latin typeface="Arial"/>
                <a:cs typeface="Arial"/>
              </a:rPr>
              <a:t>n</a:t>
            </a:r>
            <a:r>
              <a:rPr sz="1400" b="1" dirty="0">
                <a:solidFill>
                  <a:srgbClr val="FF0000"/>
                </a:solidFill>
                <a:latin typeface="Arial"/>
                <a:cs typeface="Arial"/>
              </a:rPr>
              <a:t>e</a:t>
            </a:r>
            <a:r>
              <a:rPr sz="1400" b="1" dirty="0">
                <a:solidFill>
                  <a:srgbClr val="FF0000"/>
                </a:solidFill>
                <a:latin typeface="Times New Roman"/>
                <a:cs typeface="Times New Roman"/>
              </a:rPr>
              <a:t> </a:t>
            </a:r>
            <a:r>
              <a:rPr sz="1400" b="1" spc="-10" dirty="0">
                <a:solidFill>
                  <a:srgbClr val="FF0000"/>
                </a:solidFill>
                <a:latin typeface="Arial"/>
                <a:cs typeface="Arial"/>
              </a:rPr>
              <a:t>u</a:t>
            </a:r>
            <a:r>
              <a:rPr sz="1400" b="1" dirty="0">
                <a:solidFill>
                  <a:srgbClr val="FF0000"/>
                </a:solidFill>
                <a:latin typeface="Arial"/>
                <a:cs typeface="Arial"/>
              </a:rPr>
              <a:t>r</a:t>
            </a:r>
            <a:r>
              <a:rPr sz="1400" b="1" spc="-5" dirty="0">
                <a:solidFill>
                  <a:srgbClr val="FF0000"/>
                </a:solidFill>
                <a:latin typeface="Arial"/>
                <a:cs typeface="Arial"/>
              </a:rPr>
              <a:t>s</a:t>
            </a:r>
            <a:r>
              <a:rPr sz="1400" b="1" spc="-10" dirty="0">
                <a:solidFill>
                  <a:srgbClr val="FF0000"/>
                </a:solidFill>
                <a:latin typeface="Arial"/>
                <a:cs typeface="Arial"/>
              </a:rPr>
              <a:t>h</a:t>
            </a:r>
            <a:r>
              <a:rPr sz="1400" b="1" dirty="0">
                <a:solidFill>
                  <a:srgbClr val="FF0000"/>
                </a:solidFill>
                <a:latin typeface="Arial"/>
                <a:cs typeface="Arial"/>
              </a:rPr>
              <a:t>ip</a:t>
            </a:r>
            <a:endParaRPr sz="1400">
              <a:latin typeface="Arial"/>
              <a:cs typeface="Arial"/>
            </a:endParaRPr>
          </a:p>
        </p:txBody>
      </p:sp>
      <p:sp>
        <p:nvSpPr>
          <p:cNvPr id="102" name="object 102"/>
          <p:cNvSpPr txBox="1"/>
          <p:nvPr/>
        </p:nvSpPr>
        <p:spPr>
          <a:xfrm>
            <a:off x="7134229" y="2125509"/>
            <a:ext cx="957580" cy="430887"/>
          </a:xfrm>
          <a:prstGeom prst="rect">
            <a:avLst/>
          </a:prstGeom>
        </p:spPr>
        <p:txBody>
          <a:bodyPr vert="horz" wrap="square" lIns="0" tIns="0" rIns="0" bIns="0" rtlCol="0">
            <a:spAutoFit/>
          </a:bodyPr>
          <a:lstStyle/>
          <a:p>
            <a:pPr marL="201295" marR="5080" indent="-189230"/>
            <a:r>
              <a:rPr sz="1400" b="1" dirty="0">
                <a:solidFill>
                  <a:srgbClr val="FF0000"/>
                </a:solidFill>
                <a:latin typeface="Arial"/>
                <a:cs typeface="Arial"/>
              </a:rPr>
              <a:t>team</a:t>
            </a:r>
            <a:r>
              <a:rPr sz="1400" b="1" spc="20" dirty="0">
                <a:solidFill>
                  <a:srgbClr val="FF0000"/>
                </a:solidFill>
                <a:latin typeface="Times New Roman"/>
                <a:cs typeface="Times New Roman"/>
              </a:rPr>
              <a:t> </a:t>
            </a:r>
            <a:r>
              <a:rPr sz="1400" b="1" spc="30" dirty="0">
                <a:solidFill>
                  <a:srgbClr val="FF0000"/>
                </a:solidFill>
                <a:latin typeface="Arial"/>
                <a:cs typeface="Arial"/>
              </a:rPr>
              <a:t>w</a:t>
            </a:r>
            <a:r>
              <a:rPr sz="1400" b="1" spc="-10" dirty="0">
                <a:solidFill>
                  <a:srgbClr val="FF0000"/>
                </a:solidFill>
                <a:latin typeface="Arial"/>
                <a:cs typeface="Arial"/>
              </a:rPr>
              <a:t>or</a:t>
            </a:r>
            <a:r>
              <a:rPr sz="1400" b="1" spc="-5" dirty="0">
                <a:solidFill>
                  <a:srgbClr val="FF0000"/>
                </a:solidFill>
                <a:latin typeface="Arial"/>
                <a:cs typeface="Arial"/>
              </a:rPr>
              <a:t>k,</a:t>
            </a:r>
            <a:r>
              <a:rPr sz="1400" b="1" spc="-5" dirty="0">
                <a:solidFill>
                  <a:srgbClr val="FF0000"/>
                </a:solidFill>
                <a:latin typeface="Times New Roman"/>
                <a:cs typeface="Times New Roman"/>
              </a:rPr>
              <a:t> </a:t>
            </a:r>
            <a:r>
              <a:rPr sz="1400" b="1" dirty="0">
                <a:solidFill>
                  <a:srgbClr val="FF0000"/>
                </a:solidFill>
                <a:latin typeface="Arial"/>
                <a:cs typeface="Arial"/>
              </a:rPr>
              <a:t>l</a:t>
            </a:r>
            <a:r>
              <a:rPr sz="1400" b="1" spc="-10" dirty="0">
                <a:solidFill>
                  <a:srgbClr val="FF0000"/>
                </a:solidFill>
                <a:latin typeface="Arial"/>
                <a:cs typeface="Arial"/>
              </a:rPr>
              <a:t>o</a:t>
            </a:r>
            <a:r>
              <a:rPr sz="1400" b="1" spc="-50" dirty="0">
                <a:solidFill>
                  <a:srgbClr val="FF0000"/>
                </a:solidFill>
                <a:latin typeface="Arial"/>
                <a:cs typeface="Arial"/>
              </a:rPr>
              <a:t>y</a:t>
            </a:r>
            <a:r>
              <a:rPr sz="1400" b="1" spc="-5" dirty="0">
                <a:solidFill>
                  <a:srgbClr val="FF0000"/>
                </a:solidFill>
                <a:latin typeface="Arial"/>
                <a:cs typeface="Arial"/>
              </a:rPr>
              <a:t>a</a:t>
            </a:r>
            <a:r>
              <a:rPr sz="1400" b="1" dirty="0">
                <a:solidFill>
                  <a:srgbClr val="FF0000"/>
                </a:solidFill>
                <a:latin typeface="Arial"/>
                <a:cs typeface="Arial"/>
              </a:rPr>
              <a:t>lty</a:t>
            </a:r>
            <a:endParaRPr sz="1400">
              <a:latin typeface="Arial"/>
              <a:cs typeface="Arial"/>
            </a:endParaRPr>
          </a:p>
        </p:txBody>
      </p:sp>
      <p:sp>
        <p:nvSpPr>
          <p:cNvPr id="103" name="object 103"/>
          <p:cNvSpPr txBox="1"/>
          <p:nvPr/>
        </p:nvSpPr>
        <p:spPr>
          <a:xfrm>
            <a:off x="9071871" y="1280576"/>
            <a:ext cx="818515" cy="215444"/>
          </a:xfrm>
          <a:prstGeom prst="rect">
            <a:avLst/>
          </a:prstGeom>
        </p:spPr>
        <p:txBody>
          <a:bodyPr vert="horz" wrap="square" lIns="0" tIns="0" rIns="0" bIns="0" rtlCol="0">
            <a:spAutoFit/>
          </a:bodyPr>
          <a:lstStyle/>
          <a:p>
            <a:pPr marL="12700"/>
            <a:r>
              <a:rPr sz="1400" b="1" spc="15" dirty="0">
                <a:latin typeface="Arial"/>
                <a:cs typeface="Arial"/>
              </a:rPr>
              <a:t>M</a:t>
            </a:r>
            <a:r>
              <a:rPr sz="1400" b="1" spc="-10" dirty="0">
                <a:latin typeface="Arial"/>
                <a:cs typeface="Arial"/>
              </a:rPr>
              <a:t>on</a:t>
            </a:r>
            <a:r>
              <a:rPr sz="1400" b="1" spc="-5" dirty="0">
                <a:latin typeface="Arial"/>
                <a:cs typeface="Arial"/>
              </a:rPr>
              <a:t>et</a:t>
            </a:r>
            <a:r>
              <a:rPr sz="1400" b="1" spc="-15" dirty="0">
                <a:latin typeface="Arial"/>
                <a:cs typeface="Arial"/>
              </a:rPr>
              <a:t>a</a:t>
            </a:r>
            <a:r>
              <a:rPr sz="1400" b="1" dirty="0">
                <a:latin typeface="Arial"/>
                <a:cs typeface="Arial"/>
              </a:rPr>
              <a:t>ry</a:t>
            </a:r>
            <a:endParaRPr sz="1400">
              <a:latin typeface="Arial"/>
              <a:cs typeface="Arial"/>
            </a:endParaRPr>
          </a:p>
        </p:txBody>
      </p:sp>
      <p:sp>
        <p:nvSpPr>
          <p:cNvPr id="104" name="object 104"/>
          <p:cNvSpPr txBox="1"/>
          <p:nvPr/>
        </p:nvSpPr>
        <p:spPr>
          <a:xfrm>
            <a:off x="8860665" y="1944410"/>
            <a:ext cx="1211580" cy="215444"/>
          </a:xfrm>
          <a:prstGeom prst="rect">
            <a:avLst/>
          </a:prstGeom>
        </p:spPr>
        <p:txBody>
          <a:bodyPr vert="horz" wrap="square" lIns="0" tIns="0" rIns="0" bIns="0" rtlCol="0">
            <a:spAutoFit/>
          </a:bodyPr>
          <a:lstStyle/>
          <a:p>
            <a:pPr marL="12700"/>
            <a:r>
              <a:rPr sz="1400" b="1" spc="-10" dirty="0">
                <a:latin typeface="Arial"/>
                <a:cs typeface="Arial"/>
              </a:rPr>
              <a:t>No</a:t>
            </a:r>
            <a:r>
              <a:rPr sz="1400" b="1" dirty="0">
                <a:latin typeface="Arial"/>
                <a:cs typeface="Arial"/>
              </a:rPr>
              <a:t>n</a:t>
            </a:r>
            <a:r>
              <a:rPr sz="1400" b="1" spc="25" dirty="0">
                <a:latin typeface="Times New Roman"/>
                <a:cs typeface="Times New Roman"/>
              </a:rPr>
              <a:t> </a:t>
            </a:r>
            <a:r>
              <a:rPr sz="1400" b="1" spc="15" dirty="0">
                <a:latin typeface="Arial"/>
                <a:cs typeface="Arial"/>
              </a:rPr>
              <a:t>M</a:t>
            </a:r>
            <a:r>
              <a:rPr sz="1400" b="1" spc="-10" dirty="0">
                <a:latin typeface="Arial"/>
                <a:cs typeface="Arial"/>
              </a:rPr>
              <a:t>on</a:t>
            </a:r>
            <a:r>
              <a:rPr sz="1400" b="1" spc="-5" dirty="0">
                <a:latin typeface="Arial"/>
                <a:cs typeface="Arial"/>
              </a:rPr>
              <a:t>eta</a:t>
            </a:r>
            <a:r>
              <a:rPr sz="1400" b="1" spc="-10" dirty="0">
                <a:latin typeface="Arial"/>
                <a:cs typeface="Arial"/>
              </a:rPr>
              <a:t>r</a:t>
            </a:r>
            <a:r>
              <a:rPr sz="1400" b="1" dirty="0">
                <a:latin typeface="Arial"/>
                <a:cs typeface="Arial"/>
              </a:rPr>
              <a:t>y</a:t>
            </a:r>
            <a:endParaRPr sz="1400">
              <a:latin typeface="Arial"/>
              <a:cs typeface="Arial"/>
            </a:endParaRPr>
          </a:p>
        </p:txBody>
      </p:sp>
      <p:sp>
        <p:nvSpPr>
          <p:cNvPr id="105" name="object 105"/>
          <p:cNvSpPr txBox="1"/>
          <p:nvPr/>
        </p:nvSpPr>
        <p:spPr>
          <a:xfrm>
            <a:off x="9275451" y="4082641"/>
            <a:ext cx="472440" cy="246221"/>
          </a:xfrm>
          <a:prstGeom prst="rect">
            <a:avLst/>
          </a:prstGeom>
        </p:spPr>
        <p:txBody>
          <a:bodyPr vert="horz" wrap="square" lIns="0" tIns="0" rIns="0" bIns="0" rtlCol="0">
            <a:spAutoFit/>
          </a:bodyPr>
          <a:lstStyle/>
          <a:p>
            <a:pPr marL="12700"/>
            <a:r>
              <a:rPr sz="1600" b="1" spc="-135" dirty="0">
                <a:solidFill>
                  <a:srgbClr val="3232FF"/>
                </a:solidFill>
                <a:latin typeface="Arial"/>
                <a:cs typeface="Arial"/>
              </a:rPr>
              <a:t>T</a:t>
            </a:r>
            <a:r>
              <a:rPr sz="1600" b="1" spc="-15" dirty="0">
                <a:solidFill>
                  <a:srgbClr val="3232FF"/>
                </a:solidFill>
                <a:latin typeface="Arial"/>
                <a:cs typeface="Arial"/>
              </a:rPr>
              <a:t>ask</a:t>
            </a:r>
            <a:endParaRPr sz="1600">
              <a:latin typeface="Arial"/>
              <a:cs typeface="Arial"/>
            </a:endParaRPr>
          </a:p>
        </p:txBody>
      </p:sp>
      <p:sp>
        <p:nvSpPr>
          <p:cNvPr id="106" name="object 106"/>
          <p:cNvSpPr/>
          <p:nvPr/>
        </p:nvSpPr>
        <p:spPr>
          <a:xfrm>
            <a:off x="8526791" y="4766930"/>
            <a:ext cx="2173605" cy="387350"/>
          </a:xfrm>
          <a:custGeom>
            <a:avLst/>
            <a:gdLst/>
            <a:ahLst/>
            <a:cxnLst/>
            <a:rect l="l" t="t" r="r" b="b"/>
            <a:pathLst>
              <a:path w="2173604" h="387350">
                <a:moveTo>
                  <a:pt x="0" y="138967"/>
                </a:moveTo>
                <a:lnTo>
                  <a:pt x="24060" y="174783"/>
                </a:lnTo>
                <a:lnTo>
                  <a:pt x="78060" y="216432"/>
                </a:lnTo>
                <a:lnTo>
                  <a:pt x="114080" y="236095"/>
                </a:lnTo>
                <a:lnTo>
                  <a:pt x="155739" y="254887"/>
                </a:lnTo>
                <a:lnTo>
                  <a:pt x="202757" y="272738"/>
                </a:lnTo>
                <a:lnTo>
                  <a:pt x="254853" y="289574"/>
                </a:lnTo>
                <a:lnTo>
                  <a:pt x="311746" y="305324"/>
                </a:lnTo>
                <a:lnTo>
                  <a:pt x="373156" y="319915"/>
                </a:lnTo>
                <a:lnTo>
                  <a:pt x="438802" y="333276"/>
                </a:lnTo>
                <a:lnTo>
                  <a:pt x="508403" y="345336"/>
                </a:lnTo>
                <a:lnTo>
                  <a:pt x="581679" y="356020"/>
                </a:lnTo>
                <a:lnTo>
                  <a:pt x="658350" y="365259"/>
                </a:lnTo>
                <a:lnTo>
                  <a:pt x="738133" y="372979"/>
                </a:lnTo>
                <a:lnTo>
                  <a:pt x="820750" y="379109"/>
                </a:lnTo>
                <a:lnTo>
                  <a:pt x="905919" y="383577"/>
                </a:lnTo>
                <a:lnTo>
                  <a:pt x="993360" y="386310"/>
                </a:lnTo>
                <a:lnTo>
                  <a:pt x="1082791" y="387237"/>
                </a:lnTo>
                <a:lnTo>
                  <a:pt x="1172223" y="386310"/>
                </a:lnTo>
                <a:lnTo>
                  <a:pt x="1259663" y="383577"/>
                </a:lnTo>
                <a:lnTo>
                  <a:pt x="1344832" y="379109"/>
                </a:lnTo>
                <a:lnTo>
                  <a:pt x="1427449" y="372979"/>
                </a:lnTo>
                <a:lnTo>
                  <a:pt x="1507233" y="365259"/>
                </a:lnTo>
                <a:lnTo>
                  <a:pt x="1583903" y="356020"/>
                </a:lnTo>
                <a:lnTo>
                  <a:pt x="1657179" y="345336"/>
                </a:lnTo>
                <a:lnTo>
                  <a:pt x="1726780" y="333276"/>
                </a:lnTo>
                <a:lnTo>
                  <a:pt x="1792426" y="319915"/>
                </a:lnTo>
                <a:lnTo>
                  <a:pt x="1829791" y="311037"/>
                </a:lnTo>
                <a:lnTo>
                  <a:pt x="1006592" y="311037"/>
                </a:lnTo>
                <a:lnTo>
                  <a:pt x="917160" y="310110"/>
                </a:lnTo>
                <a:lnTo>
                  <a:pt x="829719" y="307376"/>
                </a:lnTo>
                <a:lnTo>
                  <a:pt x="744550" y="302909"/>
                </a:lnTo>
                <a:lnTo>
                  <a:pt x="661934" y="296779"/>
                </a:lnTo>
                <a:lnTo>
                  <a:pt x="582150" y="289059"/>
                </a:lnTo>
                <a:lnTo>
                  <a:pt x="505480" y="279820"/>
                </a:lnTo>
                <a:lnTo>
                  <a:pt x="432204" y="269135"/>
                </a:lnTo>
                <a:lnTo>
                  <a:pt x="362602" y="257076"/>
                </a:lnTo>
                <a:lnTo>
                  <a:pt x="296957" y="243715"/>
                </a:lnTo>
                <a:lnTo>
                  <a:pt x="235547" y="229124"/>
                </a:lnTo>
                <a:lnTo>
                  <a:pt x="178654" y="213374"/>
                </a:lnTo>
                <a:lnTo>
                  <a:pt x="126558" y="196538"/>
                </a:lnTo>
                <a:lnTo>
                  <a:pt x="79540" y="178687"/>
                </a:lnTo>
                <a:lnTo>
                  <a:pt x="37880" y="159895"/>
                </a:lnTo>
                <a:lnTo>
                  <a:pt x="1860" y="140232"/>
                </a:lnTo>
                <a:lnTo>
                  <a:pt x="0" y="138967"/>
                </a:lnTo>
                <a:close/>
              </a:path>
              <a:path w="2173604" h="387350">
                <a:moveTo>
                  <a:pt x="2089383" y="0"/>
                </a:moveTo>
                <a:lnTo>
                  <a:pt x="2093399" y="8449"/>
                </a:lnTo>
                <a:lnTo>
                  <a:pt x="2097014" y="31383"/>
                </a:lnTo>
                <a:lnTo>
                  <a:pt x="2093399" y="54317"/>
                </a:lnTo>
                <a:lnTo>
                  <a:pt x="2065323" y="98583"/>
                </a:lnTo>
                <a:lnTo>
                  <a:pt x="2011323" y="140232"/>
                </a:lnTo>
                <a:lnTo>
                  <a:pt x="1975303" y="159895"/>
                </a:lnTo>
                <a:lnTo>
                  <a:pt x="1933643" y="178687"/>
                </a:lnTo>
                <a:lnTo>
                  <a:pt x="1886626" y="196538"/>
                </a:lnTo>
                <a:lnTo>
                  <a:pt x="1834530" y="213374"/>
                </a:lnTo>
                <a:lnTo>
                  <a:pt x="1777637" y="229124"/>
                </a:lnTo>
                <a:lnTo>
                  <a:pt x="1716227" y="243715"/>
                </a:lnTo>
                <a:lnTo>
                  <a:pt x="1650581" y="257076"/>
                </a:lnTo>
                <a:lnTo>
                  <a:pt x="1580980" y="269135"/>
                </a:lnTo>
                <a:lnTo>
                  <a:pt x="1507704" y="279820"/>
                </a:lnTo>
                <a:lnTo>
                  <a:pt x="1431033" y="289059"/>
                </a:lnTo>
                <a:lnTo>
                  <a:pt x="1351249" y="296779"/>
                </a:lnTo>
                <a:lnTo>
                  <a:pt x="1268633" y="302909"/>
                </a:lnTo>
                <a:lnTo>
                  <a:pt x="1183464" y="307376"/>
                </a:lnTo>
                <a:lnTo>
                  <a:pt x="1096023" y="310110"/>
                </a:lnTo>
                <a:lnTo>
                  <a:pt x="1006592" y="311037"/>
                </a:lnTo>
                <a:lnTo>
                  <a:pt x="1829791" y="311037"/>
                </a:lnTo>
                <a:lnTo>
                  <a:pt x="1910729" y="289574"/>
                </a:lnTo>
                <a:lnTo>
                  <a:pt x="1962825" y="272738"/>
                </a:lnTo>
                <a:lnTo>
                  <a:pt x="2009843" y="254887"/>
                </a:lnTo>
                <a:lnTo>
                  <a:pt x="2051502" y="236095"/>
                </a:lnTo>
                <a:lnTo>
                  <a:pt x="2087522" y="216432"/>
                </a:lnTo>
                <a:lnTo>
                  <a:pt x="2141523" y="174783"/>
                </a:lnTo>
                <a:lnTo>
                  <a:pt x="2169598" y="130517"/>
                </a:lnTo>
                <a:lnTo>
                  <a:pt x="2173213" y="107583"/>
                </a:lnTo>
                <a:lnTo>
                  <a:pt x="2169598" y="84649"/>
                </a:lnTo>
                <a:lnTo>
                  <a:pt x="2158941" y="62225"/>
                </a:lnTo>
                <a:lnTo>
                  <a:pt x="2141523" y="40383"/>
                </a:lnTo>
                <a:lnTo>
                  <a:pt x="2117623" y="19196"/>
                </a:lnTo>
                <a:lnTo>
                  <a:pt x="2089383" y="0"/>
                </a:lnTo>
                <a:close/>
              </a:path>
            </a:pathLst>
          </a:custGeom>
          <a:solidFill>
            <a:srgbClr val="959595"/>
          </a:solidFill>
        </p:spPr>
        <p:txBody>
          <a:bodyPr wrap="square" lIns="0" tIns="0" rIns="0" bIns="0" rtlCol="0"/>
          <a:lstStyle/>
          <a:p>
            <a:endParaRPr/>
          </a:p>
        </p:txBody>
      </p:sp>
      <p:sp>
        <p:nvSpPr>
          <p:cNvPr id="107" name="object 107"/>
          <p:cNvSpPr/>
          <p:nvPr/>
        </p:nvSpPr>
        <p:spPr>
          <a:xfrm>
            <a:off x="8516919" y="4757678"/>
            <a:ext cx="2189480" cy="402590"/>
          </a:xfrm>
          <a:custGeom>
            <a:avLst/>
            <a:gdLst/>
            <a:ahLst/>
            <a:cxnLst/>
            <a:rect l="l" t="t" r="r" b="b"/>
            <a:pathLst>
              <a:path w="2189479" h="402589">
                <a:moveTo>
                  <a:pt x="1258899" y="399287"/>
                </a:moveTo>
                <a:lnTo>
                  <a:pt x="926424" y="399287"/>
                </a:lnTo>
                <a:lnTo>
                  <a:pt x="981166" y="402335"/>
                </a:lnTo>
                <a:lnTo>
                  <a:pt x="1204157" y="402335"/>
                </a:lnTo>
                <a:lnTo>
                  <a:pt x="1258899" y="399287"/>
                </a:lnTo>
                <a:close/>
              </a:path>
              <a:path w="2189479" h="402589">
                <a:moveTo>
                  <a:pt x="0" y="143255"/>
                </a:moveTo>
                <a:lnTo>
                  <a:pt x="2240" y="149351"/>
                </a:lnTo>
                <a:lnTo>
                  <a:pt x="5684" y="155447"/>
                </a:lnTo>
                <a:lnTo>
                  <a:pt x="9738" y="164591"/>
                </a:lnTo>
                <a:lnTo>
                  <a:pt x="14432" y="170687"/>
                </a:lnTo>
                <a:lnTo>
                  <a:pt x="19766" y="179831"/>
                </a:lnTo>
                <a:lnTo>
                  <a:pt x="25740" y="185927"/>
                </a:lnTo>
                <a:lnTo>
                  <a:pt x="32354" y="192023"/>
                </a:lnTo>
                <a:lnTo>
                  <a:pt x="39578" y="198119"/>
                </a:lnTo>
                <a:lnTo>
                  <a:pt x="47441" y="207263"/>
                </a:lnTo>
                <a:lnTo>
                  <a:pt x="84932" y="231647"/>
                </a:lnTo>
                <a:lnTo>
                  <a:pt x="131414" y="256031"/>
                </a:lnTo>
                <a:lnTo>
                  <a:pt x="186400" y="280415"/>
                </a:lnTo>
                <a:lnTo>
                  <a:pt x="249524" y="301751"/>
                </a:lnTo>
                <a:lnTo>
                  <a:pt x="283936" y="310895"/>
                </a:lnTo>
                <a:lnTo>
                  <a:pt x="320115" y="323087"/>
                </a:lnTo>
                <a:lnTo>
                  <a:pt x="397839" y="341375"/>
                </a:lnTo>
                <a:lnTo>
                  <a:pt x="439262" y="347471"/>
                </a:lnTo>
                <a:lnTo>
                  <a:pt x="482056" y="356615"/>
                </a:lnTo>
                <a:lnTo>
                  <a:pt x="572094" y="368807"/>
                </a:lnTo>
                <a:lnTo>
                  <a:pt x="619216" y="377951"/>
                </a:lnTo>
                <a:lnTo>
                  <a:pt x="667587" y="380999"/>
                </a:lnTo>
                <a:lnTo>
                  <a:pt x="717239" y="387095"/>
                </a:lnTo>
                <a:lnTo>
                  <a:pt x="767928" y="390143"/>
                </a:lnTo>
                <a:lnTo>
                  <a:pt x="819744" y="396239"/>
                </a:lnTo>
                <a:lnTo>
                  <a:pt x="872687" y="399287"/>
                </a:lnTo>
                <a:lnTo>
                  <a:pt x="1312636" y="399287"/>
                </a:lnTo>
                <a:lnTo>
                  <a:pt x="1365457" y="396239"/>
                </a:lnTo>
                <a:lnTo>
                  <a:pt x="1417395" y="390143"/>
                </a:lnTo>
                <a:lnTo>
                  <a:pt x="926789" y="390143"/>
                </a:lnTo>
                <a:lnTo>
                  <a:pt x="820506" y="384047"/>
                </a:lnTo>
                <a:lnTo>
                  <a:pt x="768933" y="377951"/>
                </a:lnTo>
                <a:lnTo>
                  <a:pt x="718276" y="374903"/>
                </a:lnTo>
                <a:lnTo>
                  <a:pt x="668868" y="368807"/>
                </a:lnTo>
                <a:lnTo>
                  <a:pt x="620618" y="365759"/>
                </a:lnTo>
                <a:lnTo>
                  <a:pt x="573739" y="359663"/>
                </a:lnTo>
                <a:lnTo>
                  <a:pt x="528141" y="350519"/>
                </a:lnTo>
                <a:lnTo>
                  <a:pt x="484067" y="344423"/>
                </a:lnTo>
                <a:lnTo>
                  <a:pt x="441395" y="335279"/>
                </a:lnTo>
                <a:lnTo>
                  <a:pt x="400247" y="329183"/>
                </a:lnTo>
                <a:lnTo>
                  <a:pt x="323042" y="310895"/>
                </a:lnTo>
                <a:lnTo>
                  <a:pt x="287106" y="301751"/>
                </a:lnTo>
                <a:lnTo>
                  <a:pt x="252938" y="289559"/>
                </a:lnTo>
                <a:lnTo>
                  <a:pt x="220690" y="280415"/>
                </a:lnTo>
                <a:lnTo>
                  <a:pt x="190575" y="268223"/>
                </a:lnTo>
                <a:lnTo>
                  <a:pt x="162381" y="259079"/>
                </a:lnTo>
                <a:lnTo>
                  <a:pt x="136352" y="246887"/>
                </a:lnTo>
                <a:lnTo>
                  <a:pt x="101421" y="228599"/>
                </a:lnTo>
                <a:lnTo>
                  <a:pt x="63200" y="204215"/>
                </a:lnTo>
                <a:lnTo>
                  <a:pt x="47594" y="188975"/>
                </a:lnTo>
                <a:lnTo>
                  <a:pt x="40736" y="182879"/>
                </a:lnTo>
                <a:lnTo>
                  <a:pt x="18466" y="155819"/>
                </a:lnTo>
                <a:lnTo>
                  <a:pt x="11731" y="152399"/>
                </a:lnTo>
                <a:lnTo>
                  <a:pt x="0" y="143255"/>
                </a:lnTo>
                <a:close/>
              </a:path>
              <a:path w="2189479" h="402589">
                <a:moveTo>
                  <a:pt x="2094474" y="0"/>
                </a:moveTo>
                <a:lnTo>
                  <a:pt x="2103269" y="18287"/>
                </a:lnTo>
                <a:lnTo>
                  <a:pt x="2103721" y="21335"/>
                </a:lnTo>
                <a:lnTo>
                  <a:pt x="2104232" y="21335"/>
                </a:lnTo>
                <a:lnTo>
                  <a:pt x="2137760" y="45719"/>
                </a:lnTo>
                <a:lnTo>
                  <a:pt x="2156292" y="67055"/>
                </a:lnTo>
                <a:lnTo>
                  <a:pt x="2161107" y="73151"/>
                </a:lnTo>
                <a:lnTo>
                  <a:pt x="2176744" y="112775"/>
                </a:lnTo>
                <a:lnTo>
                  <a:pt x="2176987" y="118871"/>
                </a:lnTo>
                <a:lnTo>
                  <a:pt x="2176622" y="124967"/>
                </a:lnTo>
                <a:lnTo>
                  <a:pt x="2160864" y="164591"/>
                </a:lnTo>
                <a:lnTo>
                  <a:pt x="2137607" y="188975"/>
                </a:lnTo>
                <a:lnTo>
                  <a:pt x="2130140" y="198119"/>
                </a:lnTo>
                <a:lnTo>
                  <a:pt x="2094173" y="222503"/>
                </a:lnTo>
                <a:lnTo>
                  <a:pt x="2048728" y="246887"/>
                </a:lnTo>
                <a:lnTo>
                  <a:pt x="1994626" y="268223"/>
                </a:lnTo>
                <a:lnTo>
                  <a:pt x="1964389" y="280415"/>
                </a:lnTo>
                <a:lnTo>
                  <a:pt x="1932264" y="289559"/>
                </a:lnTo>
                <a:lnTo>
                  <a:pt x="1898095" y="301751"/>
                </a:lnTo>
                <a:lnTo>
                  <a:pt x="1862160" y="310895"/>
                </a:lnTo>
                <a:lnTo>
                  <a:pt x="1824303" y="320039"/>
                </a:lnTo>
                <a:lnTo>
                  <a:pt x="1813450" y="323087"/>
                </a:lnTo>
                <a:lnTo>
                  <a:pt x="1784954" y="329183"/>
                </a:lnTo>
                <a:lnTo>
                  <a:pt x="1743806" y="335279"/>
                </a:lnTo>
                <a:lnTo>
                  <a:pt x="1701134" y="344423"/>
                </a:lnTo>
                <a:lnTo>
                  <a:pt x="1611462" y="356615"/>
                </a:lnTo>
                <a:lnTo>
                  <a:pt x="1564583" y="365759"/>
                </a:lnTo>
                <a:lnTo>
                  <a:pt x="1516455" y="368807"/>
                </a:lnTo>
                <a:lnTo>
                  <a:pt x="1466925" y="374903"/>
                </a:lnTo>
                <a:lnTo>
                  <a:pt x="1416390" y="377951"/>
                </a:lnTo>
                <a:lnTo>
                  <a:pt x="1364695" y="384047"/>
                </a:lnTo>
                <a:lnTo>
                  <a:pt x="1311996" y="387095"/>
                </a:lnTo>
                <a:lnTo>
                  <a:pt x="1258259" y="387095"/>
                </a:lnTo>
                <a:lnTo>
                  <a:pt x="1203792" y="390143"/>
                </a:lnTo>
                <a:lnTo>
                  <a:pt x="1417395" y="390143"/>
                </a:lnTo>
                <a:lnTo>
                  <a:pt x="1468206" y="387095"/>
                </a:lnTo>
                <a:lnTo>
                  <a:pt x="1703420" y="356615"/>
                </a:lnTo>
                <a:lnTo>
                  <a:pt x="1746214" y="347471"/>
                </a:lnTo>
                <a:lnTo>
                  <a:pt x="1787605" y="341375"/>
                </a:lnTo>
                <a:lnTo>
                  <a:pt x="1865329" y="323087"/>
                </a:lnTo>
                <a:lnTo>
                  <a:pt x="1865821" y="323087"/>
                </a:lnTo>
                <a:lnTo>
                  <a:pt x="1901540" y="310895"/>
                </a:lnTo>
                <a:lnTo>
                  <a:pt x="1968596" y="292607"/>
                </a:lnTo>
                <a:lnTo>
                  <a:pt x="2027757" y="268223"/>
                </a:lnTo>
                <a:lnTo>
                  <a:pt x="2078446" y="243839"/>
                </a:lnTo>
                <a:lnTo>
                  <a:pt x="2120478" y="219455"/>
                </a:lnTo>
                <a:lnTo>
                  <a:pt x="2145867" y="198119"/>
                </a:lnTo>
                <a:lnTo>
                  <a:pt x="2153244" y="192023"/>
                </a:lnTo>
                <a:lnTo>
                  <a:pt x="2159858" y="185927"/>
                </a:lnTo>
                <a:lnTo>
                  <a:pt x="2165801" y="179831"/>
                </a:lnTo>
                <a:lnTo>
                  <a:pt x="2171135" y="170687"/>
                </a:lnTo>
                <a:lnTo>
                  <a:pt x="2175860" y="164591"/>
                </a:lnTo>
                <a:lnTo>
                  <a:pt x="2179914" y="155447"/>
                </a:lnTo>
                <a:lnTo>
                  <a:pt x="2183205" y="149351"/>
                </a:lnTo>
                <a:lnTo>
                  <a:pt x="2185888" y="140207"/>
                </a:lnTo>
                <a:lnTo>
                  <a:pt x="2187655" y="134111"/>
                </a:lnTo>
                <a:lnTo>
                  <a:pt x="2188814" y="124967"/>
                </a:lnTo>
                <a:lnTo>
                  <a:pt x="2189179" y="118871"/>
                </a:lnTo>
                <a:lnTo>
                  <a:pt x="2188661" y="109727"/>
                </a:lnTo>
                <a:lnTo>
                  <a:pt x="2187534" y="103631"/>
                </a:lnTo>
                <a:lnTo>
                  <a:pt x="2185613" y="94487"/>
                </a:lnTo>
                <a:lnTo>
                  <a:pt x="2183083" y="88391"/>
                </a:lnTo>
                <a:lnTo>
                  <a:pt x="2179670" y="79247"/>
                </a:lnTo>
                <a:lnTo>
                  <a:pt x="2175585" y="73151"/>
                </a:lnTo>
                <a:lnTo>
                  <a:pt x="2170891" y="64007"/>
                </a:lnTo>
                <a:lnTo>
                  <a:pt x="2165557" y="57911"/>
                </a:lnTo>
                <a:lnTo>
                  <a:pt x="2159583" y="51815"/>
                </a:lnTo>
                <a:lnTo>
                  <a:pt x="2152847" y="42671"/>
                </a:lnTo>
                <a:lnTo>
                  <a:pt x="2145745" y="36575"/>
                </a:lnTo>
                <a:lnTo>
                  <a:pt x="2137882" y="30479"/>
                </a:lnTo>
                <a:lnTo>
                  <a:pt x="2129378" y="24383"/>
                </a:lnTo>
                <a:lnTo>
                  <a:pt x="2120356" y="18287"/>
                </a:lnTo>
                <a:lnTo>
                  <a:pt x="2110693" y="9143"/>
                </a:lnTo>
                <a:lnTo>
                  <a:pt x="2100422" y="3047"/>
                </a:lnTo>
                <a:lnTo>
                  <a:pt x="2094474" y="0"/>
                </a:lnTo>
                <a:close/>
              </a:path>
              <a:path w="2189479" h="402589">
                <a:moveTo>
                  <a:pt x="18269" y="155447"/>
                </a:moveTo>
                <a:lnTo>
                  <a:pt x="18466" y="155819"/>
                </a:lnTo>
                <a:lnTo>
                  <a:pt x="47751" y="170687"/>
                </a:lnTo>
                <a:lnTo>
                  <a:pt x="18269" y="155447"/>
                </a:lnTo>
                <a:close/>
              </a:path>
              <a:path w="2189479" h="402589">
                <a:moveTo>
                  <a:pt x="2103721" y="21335"/>
                </a:moveTo>
                <a:lnTo>
                  <a:pt x="2103485" y="21335"/>
                </a:lnTo>
                <a:lnTo>
                  <a:pt x="2106884" y="42671"/>
                </a:lnTo>
                <a:lnTo>
                  <a:pt x="2103721" y="21335"/>
                </a:lnTo>
                <a:close/>
              </a:path>
            </a:pathLst>
          </a:custGeom>
          <a:solidFill>
            <a:srgbClr val="959595"/>
          </a:solidFill>
        </p:spPr>
        <p:txBody>
          <a:bodyPr wrap="square" lIns="0" tIns="0" rIns="0" bIns="0" rtlCol="0"/>
          <a:lstStyle/>
          <a:p>
            <a:endParaRPr/>
          </a:p>
        </p:txBody>
      </p:sp>
      <p:sp>
        <p:nvSpPr>
          <p:cNvPr id="108" name="object 108"/>
          <p:cNvSpPr/>
          <p:nvPr/>
        </p:nvSpPr>
        <p:spPr>
          <a:xfrm>
            <a:off x="8442960" y="4518661"/>
            <a:ext cx="2181225" cy="559435"/>
          </a:xfrm>
          <a:custGeom>
            <a:avLst/>
            <a:gdLst/>
            <a:ahLst/>
            <a:cxnLst/>
            <a:rect l="l" t="t" r="r" b="b"/>
            <a:pathLst>
              <a:path w="2181225" h="559435">
                <a:moveTo>
                  <a:pt x="1090421" y="0"/>
                </a:moveTo>
                <a:lnTo>
                  <a:pt x="1000990" y="927"/>
                </a:lnTo>
                <a:lnTo>
                  <a:pt x="913549" y="3660"/>
                </a:lnTo>
                <a:lnTo>
                  <a:pt x="828380" y="8128"/>
                </a:lnTo>
                <a:lnTo>
                  <a:pt x="745764" y="14258"/>
                </a:lnTo>
                <a:lnTo>
                  <a:pt x="665980" y="21978"/>
                </a:lnTo>
                <a:lnTo>
                  <a:pt x="589310" y="31216"/>
                </a:lnTo>
                <a:lnTo>
                  <a:pt x="516034" y="41901"/>
                </a:lnTo>
                <a:lnTo>
                  <a:pt x="446432" y="53960"/>
                </a:lnTo>
                <a:lnTo>
                  <a:pt x="380786" y="67321"/>
                </a:lnTo>
                <a:lnTo>
                  <a:pt x="319377" y="81913"/>
                </a:lnTo>
                <a:lnTo>
                  <a:pt x="262483" y="97663"/>
                </a:lnTo>
                <a:lnTo>
                  <a:pt x="210388" y="114499"/>
                </a:lnTo>
                <a:lnTo>
                  <a:pt x="163370" y="132349"/>
                </a:lnTo>
                <a:lnTo>
                  <a:pt x="121710" y="151142"/>
                </a:lnTo>
                <a:lnTo>
                  <a:pt x="85690" y="170805"/>
                </a:lnTo>
                <a:lnTo>
                  <a:pt x="31690" y="212453"/>
                </a:lnTo>
                <a:lnTo>
                  <a:pt x="3614" y="256719"/>
                </a:lnTo>
                <a:lnTo>
                  <a:pt x="0" y="279653"/>
                </a:lnTo>
                <a:lnTo>
                  <a:pt x="3614" y="302588"/>
                </a:lnTo>
                <a:lnTo>
                  <a:pt x="31690" y="346853"/>
                </a:lnTo>
                <a:lnTo>
                  <a:pt x="85690" y="388502"/>
                </a:lnTo>
                <a:lnTo>
                  <a:pt x="121710" y="408165"/>
                </a:lnTo>
                <a:lnTo>
                  <a:pt x="163370" y="426958"/>
                </a:lnTo>
                <a:lnTo>
                  <a:pt x="210388" y="444808"/>
                </a:lnTo>
                <a:lnTo>
                  <a:pt x="262483" y="461644"/>
                </a:lnTo>
                <a:lnTo>
                  <a:pt x="319377" y="477394"/>
                </a:lnTo>
                <a:lnTo>
                  <a:pt x="380786" y="491986"/>
                </a:lnTo>
                <a:lnTo>
                  <a:pt x="446432" y="505347"/>
                </a:lnTo>
                <a:lnTo>
                  <a:pt x="516034" y="517406"/>
                </a:lnTo>
                <a:lnTo>
                  <a:pt x="589310" y="528091"/>
                </a:lnTo>
                <a:lnTo>
                  <a:pt x="665980" y="537329"/>
                </a:lnTo>
                <a:lnTo>
                  <a:pt x="745764" y="545049"/>
                </a:lnTo>
                <a:lnTo>
                  <a:pt x="828380" y="551179"/>
                </a:lnTo>
                <a:lnTo>
                  <a:pt x="913549" y="555647"/>
                </a:lnTo>
                <a:lnTo>
                  <a:pt x="1000990" y="558380"/>
                </a:lnTo>
                <a:lnTo>
                  <a:pt x="1090421" y="559307"/>
                </a:lnTo>
                <a:lnTo>
                  <a:pt x="1179853" y="558380"/>
                </a:lnTo>
                <a:lnTo>
                  <a:pt x="1267294" y="555647"/>
                </a:lnTo>
                <a:lnTo>
                  <a:pt x="1352463" y="551179"/>
                </a:lnTo>
                <a:lnTo>
                  <a:pt x="1435079" y="545049"/>
                </a:lnTo>
                <a:lnTo>
                  <a:pt x="1514863" y="537329"/>
                </a:lnTo>
                <a:lnTo>
                  <a:pt x="1591533" y="528091"/>
                </a:lnTo>
                <a:lnTo>
                  <a:pt x="1664809" y="517406"/>
                </a:lnTo>
                <a:lnTo>
                  <a:pt x="1734411" y="505347"/>
                </a:lnTo>
                <a:lnTo>
                  <a:pt x="1800057" y="491986"/>
                </a:lnTo>
                <a:lnTo>
                  <a:pt x="1861466" y="477394"/>
                </a:lnTo>
                <a:lnTo>
                  <a:pt x="1918360" y="461644"/>
                </a:lnTo>
                <a:lnTo>
                  <a:pt x="1970455" y="444808"/>
                </a:lnTo>
                <a:lnTo>
                  <a:pt x="2017473" y="426958"/>
                </a:lnTo>
                <a:lnTo>
                  <a:pt x="2059133" y="408165"/>
                </a:lnTo>
                <a:lnTo>
                  <a:pt x="2095153" y="388502"/>
                </a:lnTo>
                <a:lnTo>
                  <a:pt x="2149153" y="346853"/>
                </a:lnTo>
                <a:lnTo>
                  <a:pt x="2177229" y="302588"/>
                </a:lnTo>
                <a:lnTo>
                  <a:pt x="2180843" y="279653"/>
                </a:lnTo>
                <a:lnTo>
                  <a:pt x="2177229" y="256719"/>
                </a:lnTo>
                <a:lnTo>
                  <a:pt x="2149153" y="212453"/>
                </a:lnTo>
                <a:lnTo>
                  <a:pt x="2095153" y="170805"/>
                </a:lnTo>
                <a:lnTo>
                  <a:pt x="2059133" y="151142"/>
                </a:lnTo>
                <a:lnTo>
                  <a:pt x="2017473" y="132349"/>
                </a:lnTo>
                <a:lnTo>
                  <a:pt x="1970455" y="114499"/>
                </a:lnTo>
                <a:lnTo>
                  <a:pt x="1918360" y="97663"/>
                </a:lnTo>
                <a:lnTo>
                  <a:pt x="1861466" y="81913"/>
                </a:lnTo>
                <a:lnTo>
                  <a:pt x="1800057" y="67321"/>
                </a:lnTo>
                <a:lnTo>
                  <a:pt x="1734411" y="53960"/>
                </a:lnTo>
                <a:lnTo>
                  <a:pt x="1664809" y="41901"/>
                </a:lnTo>
                <a:lnTo>
                  <a:pt x="1591533" y="31216"/>
                </a:lnTo>
                <a:lnTo>
                  <a:pt x="1514863" y="21978"/>
                </a:lnTo>
                <a:lnTo>
                  <a:pt x="1435079" y="14258"/>
                </a:lnTo>
                <a:lnTo>
                  <a:pt x="1352463" y="8128"/>
                </a:lnTo>
                <a:lnTo>
                  <a:pt x="1267294" y="3660"/>
                </a:lnTo>
                <a:lnTo>
                  <a:pt x="1179853" y="927"/>
                </a:lnTo>
                <a:lnTo>
                  <a:pt x="1090421" y="0"/>
                </a:lnTo>
                <a:close/>
              </a:path>
            </a:pathLst>
          </a:custGeom>
          <a:solidFill>
            <a:srgbClr val="A1C1FE"/>
          </a:solidFill>
        </p:spPr>
        <p:txBody>
          <a:bodyPr wrap="square" lIns="0" tIns="0" rIns="0" bIns="0" rtlCol="0"/>
          <a:lstStyle/>
          <a:p>
            <a:endParaRPr/>
          </a:p>
        </p:txBody>
      </p:sp>
      <p:sp>
        <p:nvSpPr>
          <p:cNvPr id="109" name="object 109"/>
          <p:cNvSpPr/>
          <p:nvPr/>
        </p:nvSpPr>
        <p:spPr>
          <a:xfrm>
            <a:off x="8442960" y="4518661"/>
            <a:ext cx="2181225" cy="559435"/>
          </a:xfrm>
          <a:custGeom>
            <a:avLst/>
            <a:gdLst/>
            <a:ahLst/>
            <a:cxnLst/>
            <a:rect l="l" t="t" r="r" b="b"/>
            <a:pathLst>
              <a:path w="2181225" h="559435">
                <a:moveTo>
                  <a:pt x="0" y="279653"/>
                </a:moveTo>
                <a:lnTo>
                  <a:pt x="14271" y="234295"/>
                </a:lnTo>
                <a:lnTo>
                  <a:pt x="55590" y="191266"/>
                </a:lnTo>
                <a:lnTo>
                  <a:pt x="121710" y="151142"/>
                </a:lnTo>
                <a:lnTo>
                  <a:pt x="163370" y="132349"/>
                </a:lnTo>
                <a:lnTo>
                  <a:pt x="210388" y="114499"/>
                </a:lnTo>
                <a:lnTo>
                  <a:pt x="262483" y="97663"/>
                </a:lnTo>
                <a:lnTo>
                  <a:pt x="319377" y="81913"/>
                </a:lnTo>
                <a:lnTo>
                  <a:pt x="380786" y="67321"/>
                </a:lnTo>
                <a:lnTo>
                  <a:pt x="446432" y="53960"/>
                </a:lnTo>
                <a:lnTo>
                  <a:pt x="516034" y="41901"/>
                </a:lnTo>
                <a:lnTo>
                  <a:pt x="589310" y="31216"/>
                </a:lnTo>
                <a:lnTo>
                  <a:pt x="665980" y="21978"/>
                </a:lnTo>
                <a:lnTo>
                  <a:pt x="745764" y="14258"/>
                </a:lnTo>
                <a:lnTo>
                  <a:pt x="828380" y="8128"/>
                </a:lnTo>
                <a:lnTo>
                  <a:pt x="913549" y="3660"/>
                </a:lnTo>
                <a:lnTo>
                  <a:pt x="1000990" y="927"/>
                </a:lnTo>
                <a:lnTo>
                  <a:pt x="1090421" y="0"/>
                </a:lnTo>
                <a:lnTo>
                  <a:pt x="1179853" y="927"/>
                </a:lnTo>
                <a:lnTo>
                  <a:pt x="1267294" y="3660"/>
                </a:lnTo>
                <a:lnTo>
                  <a:pt x="1352463" y="8128"/>
                </a:lnTo>
                <a:lnTo>
                  <a:pt x="1435079" y="14258"/>
                </a:lnTo>
                <a:lnTo>
                  <a:pt x="1514863" y="21978"/>
                </a:lnTo>
                <a:lnTo>
                  <a:pt x="1591533" y="31216"/>
                </a:lnTo>
                <a:lnTo>
                  <a:pt x="1664809" y="41901"/>
                </a:lnTo>
                <a:lnTo>
                  <a:pt x="1734411" y="53960"/>
                </a:lnTo>
                <a:lnTo>
                  <a:pt x="1800057" y="67321"/>
                </a:lnTo>
                <a:lnTo>
                  <a:pt x="1861466" y="81913"/>
                </a:lnTo>
                <a:lnTo>
                  <a:pt x="1918360" y="97663"/>
                </a:lnTo>
                <a:lnTo>
                  <a:pt x="1970455" y="114499"/>
                </a:lnTo>
                <a:lnTo>
                  <a:pt x="2017473" y="132349"/>
                </a:lnTo>
                <a:lnTo>
                  <a:pt x="2059133" y="151142"/>
                </a:lnTo>
                <a:lnTo>
                  <a:pt x="2095153" y="170805"/>
                </a:lnTo>
                <a:lnTo>
                  <a:pt x="2149153" y="212453"/>
                </a:lnTo>
                <a:lnTo>
                  <a:pt x="2177229" y="256719"/>
                </a:lnTo>
                <a:lnTo>
                  <a:pt x="2180843" y="279653"/>
                </a:lnTo>
                <a:lnTo>
                  <a:pt x="2177229" y="302588"/>
                </a:lnTo>
                <a:lnTo>
                  <a:pt x="2149153" y="346853"/>
                </a:lnTo>
                <a:lnTo>
                  <a:pt x="2095153" y="388502"/>
                </a:lnTo>
                <a:lnTo>
                  <a:pt x="2059133" y="408165"/>
                </a:lnTo>
                <a:lnTo>
                  <a:pt x="2017473" y="426958"/>
                </a:lnTo>
                <a:lnTo>
                  <a:pt x="1970455" y="444808"/>
                </a:lnTo>
                <a:lnTo>
                  <a:pt x="1918360" y="461644"/>
                </a:lnTo>
                <a:lnTo>
                  <a:pt x="1861466" y="477394"/>
                </a:lnTo>
                <a:lnTo>
                  <a:pt x="1800057" y="491986"/>
                </a:lnTo>
                <a:lnTo>
                  <a:pt x="1734411" y="505347"/>
                </a:lnTo>
                <a:lnTo>
                  <a:pt x="1664809" y="517406"/>
                </a:lnTo>
                <a:lnTo>
                  <a:pt x="1591533" y="528091"/>
                </a:lnTo>
                <a:lnTo>
                  <a:pt x="1514863" y="537329"/>
                </a:lnTo>
                <a:lnTo>
                  <a:pt x="1435079" y="545049"/>
                </a:lnTo>
                <a:lnTo>
                  <a:pt x="1352463" y="551179"/>
                </a:lnTo>
                <a:lnTo>
                  <a:pt x="1267294" y="555647"/>
                </a:lnTo>
                <a:lnTo>
                  <a:pt x="1179853" y="558380"/>
                </a:lnTo>
                <a:lnTo>
                  <a:pt x="1090421" y="559307"/>
                </a:lnTo>
                <a:lnTo>
                  <a:pt x="1000990" y="558380"/>
                </a:lnTo>
                <a:lnTo>
                  <a:pt x="913549" y="555647"/>
                </a:lnTo>
                <a:lnTo>
                  <a:pt x="828380" y="551179"/>
                </a:lnTo>
                <a:lnTo>
                  <a:pt x="745764" y="545049"/>
                </a:lnTo>
                <a:lnTo>
                  <a:pt x="665980" y="537329"/>
                </a:lnTo>
                <a:lnTo>
                  <a:pt x="589310" y="528091"/>
                </a:lnTo>
                <a:lnTo>
                  <a:pt x="516034" y="517406"/>
                </a:lnTo>
                <a:lnTo>
                  <a:pt x="446432" y="505347"/>
                </a:lnTo>
                <a:lnTo>
                  <a:pt x="380786" y="491986"/>
                </a:lnTo>
                <a:lnTo>
                  <a:pt x="319377" y="477394"/>
                </a:lnTo>
                <a:lnTo>
                  <a:pt x="262483" y="461644"/>
                </a:lnTo>
                <a:lnTo>
                  <a:pt x="210388" y="444808"/>
                </a:lnTo>
                <a:lnTo>
                  <a:pt x="163370" y="426958"/>
                </a:lnTo>
                <a:lnTo>
                  <a:pt x="121710" y="408165"/>
                </a:lnTo>
                <a:lnTo>
                  <a:pt x="85690" y="388502"/>
                </a:lnTo>
                <a:lnTo>
                  <a:pt x="31690" y="346853"/>
                </a:lnTo>
                <a:lnTo>
                  <a:pt x="3614" y="302588"/>
                </a:lnTo>
                <a:lnTo>
                  <a:pt x="0" y="279653"/>
                </a:lnTo>
                <a:close/>
              </a:path>
            </a:pathLst>
          </a:custGeom>
          <a:ln w="12191">
            <a:solidFill>
              <a:srgbClr val="608EFD"/>
            </a:solidFill>
          </a:ln>
        </p:spPr>
        <p:txBody>
          <a:bodyPr wrap="square" lIns="0" tIns="0" rIns="0" bIns="0" rtlCol="0"/>
          <a:lstStyle/>
          <a:p>
            <a:endParaRPr/>
          </a:p>
        </p:txBody>
      </p:sp>
      <p:sp>
        <p:nvSpPr>
          <p:cNvPr id="110" name="object 110"/>
          <p:cNvSpPr/>
          <p:nvPr/>
        </p:nvSpPr>
        <p:spPr>
          <a:xfrm>
            <a:off x="8526937" y="5408925"/>
            <a:ext cx="2173605" cy="388620"/>
          </a:xfrm>
          <a:custGeom>
            <a:avLst/>
            <a:gdLst/>
            <a:ahLst/>
            <a:cxnLst/>
            <a:rect l="l" t="t" r="r" b="b"/>
            <a:pathLst>
              <a:path w="2173604" h="388620">
                <a:moveTo>
                  <a:pt x="0" y="139735"/>
                </a:moveTo>
                <a:lnTo>
                  <a:pt x="23913" y="175340"/>
                </a:lnTo>
                <a:lnTo>
                  <a:pt x="77913" y="217103"/>
                </a:lnTo>
                <a:lnTo>
                  <a:pt x="113933" y="236820"/>
                </a:lnTo>
                <a:lnTo>
                  <a:pt x="155592" y="255664"/>
                </a:lnTo>
                <a:lnTo>
                  <a:pt x="202610" y="273563"/>
                </a:lnTo>
                <a:lnTo>
                  <a:pt x="254706" y="290444"/>
                </a:lnTo>
                <a:lnTo>
                  <a:pt x="311599" y="306237"/>
                </a:lnTo>
                <a:lnTo>
                  <a:pt x="373009" y="320868"/>
                </a:lnTo>
                <a:lnTo>
                  <a:pt x="438655" y="334265"/>
                </a:lnTo>
                <a:lnTo>
                  <a:pt x="508256" y="346356"/>
                </a:lnTo>
                <a:lnTo>
                  <a:pt x="581532" y="357070"/>
                </a:lnTo>
                <a:lnTo>
                  <a:pt x="658203" y="366333"/>
                </a:lnTo>
                <a:lnTo>
                  <a:pt x="737986" y="374074"/>
                </a:lnTo>
                <a:lnTo>
                  <a:pt x="820603" y="380220"/>
                </a:lnTo>
                <a:lnTo>
                  <a:pt x="905772" y="384700"/>
                </a:lnTo>
                <a:lnTo>
                  <a:pt x="993213" y="387440"/>
                </a:lnTo>
                <a:lnTo>
                  <a:pt x="1082644" y="388370"/>
                </a:lnTo>
                <a:lnTo>
                  <a:pt x="1172076" y="387440"/>
                </a:lnTo>
                <a:lnTo>
                  <a:pt x="1259516" y="384700"/>
                </a:lnTo>
                <a:lnTo>
                  <a:pt x="1344685" y="380220"/>
                </a:lnTo>
                <a:lnTo>
                  <a:pt x="1427302" y="374074"/>
                </a:lnTo>
                <a:lnTo>
                  <a:pt x="1507086" y="366333"/>
                </a:lnTo>
                <a:lnTo>
                  <a:pt x="1583756" y="357070"/>
                </a:lnTo>
                <a:lnTo>
                  <a:pt x="1657032" y="346356"/>
                </a:lnTo>
                <a:lnTo>
                  <a:pt x="1726634" y="334265"/>
                </a:lnTo>
                <a:lnTo>
                  <a:pt x="1792279" y="320868"/>
                </a:lnTo>
                <a:lnTo>
                  <a:pt x="1828786" y="312170"/>
                </a:lnTo>
                <a:lnTo>
                  <a:pt x="1006445" y="312170"/>
                </a:lnTo>
                <a:lnTo>
                  <a:pt x="917013" y="311240"/>
                </a:lnTo>
                <a:lnTo>
                  <a:pt x="829573" y="308500"/>
                </a:lnTo>
                <a:lnTo>
                  <a:pt x="744404" y="304020"/>
                </a:lnTo>
                <a:lnTo>
                  <a:pt x="661787" y="297874"/>
                </a:lnTo>
                <a:lnTo>
                  <a:pt x="582003" y="290133"/>
                </a:lnTo>
                <a:lnTo>
                  <a:pt x="505333" y="280870"/>
                </a:lnTo>
                <a:lnTo>
                  <a:pt x="432057" y="270156"/>
                </a:lnTo>
                <a:lnTo>
                  <a:pt x="362455" y="258065"/>
                </a:lnTo>
                <a:lnTo>
                  <a:pt x="296810" y="244668"/>
                </a:lnTo>
                <a:lnTo>
                  <a:pt x="235400" y="230037"/>
                </a:lnTo>
                <a:lnTo>
                  <a:pt x="178507" y="214244"/>
                </a:lnTo>
                <a:lnTo>
                  <a:pt x="126411" y="197362"/>
                </a:lnTo>
                <a:lnTo>
                  <a:pt x="79393" y="179464"/>
                </a:lnTo>
                <a:lnTo>
                  <a:pt x="37734" y="160620"/>
                </a:lnTo>
                <a:lnTo>
                  <a:pt x="1713" y="140903"/>
                </a:lnTo>
                <a:lnTo>
                  <a:pt x="0" y="139735"/>
                </a:lnTo>
                <a:close/>
              </a:path>
              <a:path w="2173604" h="388620">
                <a:moveTo>
                  <a:pt x="2089098" y="0"/>
                </a:moveTo>
                <a:lnTo>
                  <a:pt x="2093252" y="8763"/>
                </a:lnTo>
                <a:lnTo>
                  <a:pt x="2096867" y="31754"/>
                </a:lnTo>
                <a:lnTo>
                  <a:pt x="2093252" y="54752"/>
                </a:lnTo>
                <a:lnTo>
                  <a:pt x="2065176" y="99140"/>
                </a:lnTo>
                <a:lnTo>
                  <a:pt x="2011176" y="140903"/>
                </a:lnTo>
                <a:lnTo>
                  <a:pt x="1975156" y="160620"/>
                </a:lnTo>
                <a:lnTo>
                  <a:pt x="1933497" y="179464"/>
                </a:lnTo>
                <a:lnTo>
                  <a:pt x="1886479" y="197362"/>
                </a:lnTo>
                <a:lnTo>
                  <a:pt x="1834383" y="214244"/>
                </a:lnTo>
                <a:lnTo>
                  <a:pt x="1777490" y="230037"/>
                </a:lnTo>
                <a:lnTo>
                  <a:pt x="1716080" y="244668"/>
                </a:lnTo>
                <a:lnTo>
                  <a:pt x="1650434" y="258065"/>
                </a:lnTo>
                <a:lnTo>
                  <a:pt x="1580833" y="270156"/>
                </a:lnTo>
                <a:lnTo>
                  <a:pt x="1507557" y="280870"/>
                </a:lnTo>
                <a:lnTo>
                  <a:pt x="1430886" y="290133"/>
                </a:lnTo>
                <a:lnTo>
                  <a:pt x="1351103" y="297874"/>
                </a:lnTo>
                <a:lnTo>
                  <a:pt x="1268486" y="304020"/>
                </a:lnTo>
                <a:lnTo>
                  <a:pt x="1183317" y="308500"/>
                </a:lnTo>
                <a:lnTo>
                  <a:pt x="1095876" y="311240"/>
                </a:lnTo>
                <a:lnTo>
                  <a:pt x="1006445" y="312170"/>
                </a:lnTo>
                <a:lnTo>
                  <a:pt x="1828786" y="312170"/>
                </a:lnTo>
                <a:lnTo>
                  <a:pt x="1910582" y="290444"/>
                </a:lnTo>
                <a:lnTo>
                  <a:pt x="1962678" y="273563"/>
                </a:lnTo>
                <a:lnTo>
                  <a:pt x="2009696" y="255664"/>
                </a:lnTo>
                <a:lnTo>
                  <a:pt x="2051355" y="236820"/>
                </a:lnTo>
                <a:lnTo>
                  <a:pt x="2087376" y="217103"/>
                </a:lnTo>
                <a:lnTo>
                  <a:pt x="2141376" y="175340"/>
                </a:lnTo>
                <a:lnTo>
                  <a:pt x="2169452" y="130952"/>
                </a:lnTo>
                <a:lnTo>
                  <a:pt x="2173066" y="107954"/>
                </a:lnTo>
                <a:lnTo>
                  <a:pt x="2169452" y="84963"/>
                </a:lnTo>
                <a:lnTo>
                  <a:pt x="2158794" y="62482"/>
                </a:lnTo>
                <a:lnTo>
                  <a:pt x="2141376" y="40584"/>
                </a:lnTo>
                <a:lnTo>
                  <a:pt x="2117476" y="19341"/>
                </a:lnTo>
                <a:lnTo>
                  <a:pt x="2089098" y="0"/>
                </a:lnTo>
                <a:close/>
              </a:path>
            </a:pathLst>
          </a:custGeom>
          <a:solidFill>
            <a:srgbClr val="959595"/>
          </a:solidFill>
        </p:spPr>
        <p:txBody>
          <a:bodyPr wrap="square" lIns="0" tIns="0" rIns="0" bIns="0" rtlCol="0"/>
          <a:lstStyle/>
          <a:p>
            <a:endParaRPr/>
          </a:p>
        </p:txBody>
      </p:sp>
      <p:sp>
        <p:nvSpPr>
          <p:cNvPr id="111" name="object 111"/>
          <p:cNvSpPr/>
          <p:nvPr/>
        </p:nvSpPr>
        <p:spPr>
          <a:xfrm>
            <a:off x="8517046" y="5400757"/>
            <a:ext cx="2189480" cy="402590"/>
          </a:xfrm>
          <a:custGeom>
            <a:avLst/>
            <a:gdLst/>
            <a:ahLst/>
            <a:cxnLst/>
            <a:rect l="l" t="t" r="r" b="b"/>
            <a:pathLst>
              <a:path w="2189479" h="402589">
                <a:moveTo>
                  <a:pt x="0" y="143255"/>
                </a:moveTo>
                <a:lnTo>
                  <a:pt x="2112" y="149351"/>
                </a:lnTo>
                <a:lnTo>
                  <a:pt x="5557" y="155447"/>
                </a:lnTo>
                <a:lnTo>
                  <a:pt x="9611" y="164591"/>
                </a:lnTo>
                <a:lnTo>
                  <a:pt x="14304" y="170687"/>
                </a:lnTo>
                <a:lnTo>
                  <a:pt x="19638" y="176783"/>
                </a:lnTo>
                <a:lnTo>
                  <a:pt x="25613" y="185927"/>
                </a:lnTo>
                <a:lnTo>
                  <a:pt x="32227" y="192023"/>
                </a:lnTo>
                <a:lnTo>
                  <a:pt x="39450" y="198119"/>
                </a:lnTo>
                <a:lnTo>
                  <a:pt x="47314" y="207263"/>
                </a:lnTo>
                <a:lnTo>
                  <a:pt x="84652" y="231647"/>
                </a:lnTo>
                <a:lnTo>
                  <a:pt x="131287" y="256031"/>
                </a:lnTo>
                <a:lnTo>
                  <a:pt x="186273" y="280415"/>
                </a:lnTo>
                <a:lnTo>
                  <a:pt x="249397" y="301751"/>
                </a:lnTo>
                <a:lnTo>
                  <a:pt x="283809" y="310895"/>
                </a:lnTo>
                <a:lnTo>
                  <a:pt x="319988" y="323087"/>
                </a:lnTo>
                <a:lnTo>
                  <a:pt x="397712" y="341375"/>
                </a:lnTo>
                <a:lnTo>
                  <a:pt x="439135" y="347471"/>
                </a:lnTo>
                <a:lnTo>
                  <a:pt x="481929" y="356615"/>
                </a:lnTo>
                <a:lnTo>
                  <a:pt x="571967" y="368807"/>
                </a:lnTo>
                <a:lnTo>
                  <a:pt x="619089" y="377951"/>
                </a:lnTo>
                <a:lnTo>
                  <a:pt x="667460" y="380999"/>
                </a:lnTo>
                <a:lnTo>
                  <a:pt x="717112" y="387095"/>
                </a:lnTo>
                <a:lnTo>
                  <a:pt x="767922" y="390143"/>
                </a:lnTo>
                <a:lnTo>
                  <a:pt x="819616" y="396239"/>
                </a:lnTo>
                <a:lnTo>
                  <a:pt x="926296" y="402335"/>
                </a:lnTo>
                <a:lnTo>
                  <a:pt x="1204030" y="402335"/>
                </a:lnTo>
                <a:lnTo>
                  <a:pt x="1258772" y="399287"/>
                </a:lnTo>
                <a:lnTo>
                  <a:pt x="1312509" y="399287"/>
                </a:lnTo>
                <a:lnTo>
                  <a:pt x="1365330" y="396239"/>
                </a:lnTo>
                <a:lnTo>
                  <a:pt x="1417268" y="390143"/>
                </a:lnTo>
                <a:lnTo>
                  <a:pt x="926662" y="390143"/>
                </a:lnTo>
                <a:lnTo>
                  <a:pt x="820378" y="384047"/>
                </a:lnTo>
                <a:lnTo>
                  <a:pt x="768684" y="377951"/>
                </a:lnTo>
                <a:lnTo>
                  <a:pt x="718149" y="374903"/>
                </a:lnTo>
                <a:lnTo>
                  <a:pt x="668740" y="368807"/>
                </a:lnTo>
                <a:lnTo>
                  <a:pt x="620491" y="365759"/>
                </a:lnTo>
                <a:lnTo>
                  <a:pt x="573612" y="359663"/>
                </a:lnTo>
                <a:lnTo>
                  <a:pt x="528014" y="350519"/>
                </a:lnTo>
                <a:lnTo>
                  <a:pt x="483940" y="344423"/>
                </a:lnTo>
                <a:lnTo>
                  <a:pt x="441268" y="335279"/>
                </a:lnTo>
                <a:lnTo>
                  <a:pt x="400120" y="329183"/>
                </a:lnTo>
                <a:lnTo>
                  <a:pt x="322914" y="310895"/>
                </a:lnTo>
                <a:lnTo>
                  <a:pt x="286979" y="301751"/>
                </a:lnTo>
                <a:lnTo>
                  <a:pt x="252810" y="289559"/>
                </a:lnTo>
                <a:lnTo>
                  <a:pt x="220685" y="280415"/>
                </a:lnTo>
                <a:lnTo>
                  <a:pt x="190448" y="268223"/>
                </a:lnTo>
                <a:lnTo>
                  <a:pt x="162254" y="256031"/>
                </a:lnTo>
                <a:lnTo>
                  <a:pt x="136224" y="246887"/>
                </a:lnTo>
                <a:lnTo>
                  <a:pt x="101294" y="228599"/>
                </a:lnTo>
                <a:lnTo>
                  <a:pt x="63072" y="201167"/>
                </a:lnTo>
                <a:lnTo>
                  <a:pt x="54934" y="195071"/>
                </a:lnTo>
                <a:lnTo>
                  <a:pt x="24089" y="164591"/>
                </a:lnTo>
                <a:lnTo>
                  <a:pt x="18277" y="155447"/>
                </a:lnTo>
                <a:lnTo>
                  <a:pt x="21895" y="155447"/>
                </a:lnTo>
                <a:lnTo>
                  <a:pt x="11604" y="149351"/>
                </a:lnTo>
                <a:lnTo>
                  <a:pt x="0" y="143255"/>
                </a:lnTo>
                <a:close/>
              </a:path>
              <a:path w="2189479" h="402589">
                <a:moveTo>
                  <a:pt x="2124740" y="18287"/>
                </a:moveTo>
                <a:lnTo>
                  <a:pt x="2103303" y="18287"/>
                </a:lnTo>
                <a:lnTo>
                  <a:pt x="2104105" y="21335"/>
                </a:lnTo>
                <a:lnTo>
                  <a:pt x="2113371" y="27431"/>
                </a:lnTo>
                <a:lnTo>
                  <a:pt x="2121996" y="33527"/>
                </a:lnTo>
                <a:lnTo>
                  <a:pt x="2156043" y="64007"/>
                </a:lnTo>
                <a:lnTo>
                  <a:pt x="2160980" y="73151"/>
                </a:lnTo>
                <a:lnTo>
                  <a:pt x="2165308" y="79247"/>
                </a:lnTo>
                <a:lnTo>
                  <a:pt x="2176860" y="118871"/>
                </a:lnTo>
                <a:lnTo>
                  <a:pt x="2176495" y="124967"/>
                </a:lnTo>
                <a:lnTo>
                  <a:pt x="2175458" y="131063"/>
                </a:lnTo>
                <a:lnTo>
                  <a:pt x="2173934" y="137159"/>
                </a:lnTo>
                <a:lnTo>
                  <a:pt x="2171526" y="143255"/>
                </a:lnTo>
                <a:lnTo>
                  <a:pt x="2168600" y="152399"/>
                </a:lnTo>
                <a:lnTo>
                  <a:pt x="2144216" y="182879"/>
                </a:lnTo>
                <a:lnTo>
                  <a:pt x="2130013" y="195071"/>
                </a:lnTo>
                <a:lnTo>
                  <a:pt x="2121874" y="204215"/>
                </a:lnTo>
                <a:lnTo>
                  <a:pt x="2083531" y="228599"/>
                </a:lnTo>
                <a:lnTo>
                  <a:pt x="2048601" y="246887"/>
                </a:lnTo>
                <a:lnTo>
                  <a:pt x="2022693" y="256031"/>
                </a:lnTo>
                <a:lnTo>
                  <a:pt x="1994499" y="268223"/>
                </a:lnTo>
                <a:lnTo>
                  <a:pt x="1964262" y="280415"/>
                </a:lnTo>
                <a:lnTo>
                  <a:pt x="1932136" y="289559"/>
                </a:lnTo>
                <a:lnTo>
                  <a:pt x="1897968" y="301751"/>
                </a:lnTo>
                <a:lnTo>
                  <a:pt x="1862032" y="310895"/>
                </a:lnTo>
                <a:lnTo>
                  <a:pt x="1824176" y="320039"/>
                </a:lnTo>
                <a:lnTo>
                  <a:pt x="1812487" y="323087"/>
                </a:lnTo>
                <a:lnTo>
                  <a:pt x="1784827" y="329183"/>
                </a:lnTo>
                <a:lnTo>
                  <a:pt x="1743679" y="335279"/>
                </a:lnTo>
                <a:lnTo>
                  <a:pt x="1701007" y="344423"/>
                </a:lnTo>
                <a:lnTo>
                  <a:pt x="1656933" y="350519"/>
                </a:lnTo>
                <a:lnTo>
                  <a:pt x="1466798" y="374903"/>
                </a:lnTo>
                <a:lnTo>
                  <a:pt x="1416262" y="377951"/>
                </a:lnTo>
                <a:lnTo>
                  <a:pt x="1364568" y="384047"/>
                </a:lnTo>
                <a:lnTo>
                  <a:pt x="1311868" y="387095"/>
                </a:lnTo>
                <a:lnTo>
                  <a:pt x="1258132" y="387095"/>
                </a:lnTo>
                <a:lnTo>
                  <a:pt x="1203664" y="390143"/>
                </a:lnTo>
                <a:lnTo>
                  <a:pt x="1417268" y="390143"/>
                </a:lnTo>
                <a:lnTo>
                  <a:pt x="1468078" y="387095"/>
                </a:lnTo>
                <a:lnTo>
                  <a:pt x="1703293" y="356615"/>
                </a:lnTo>
                <a:lnTo>
                  <a:pt x="1746087" y="347471"/>
                </a:lnTo>
                <a:lnTo>
                  <a:pt x="1787478" y="341375"/>
                </a:lnTo>
                <a:lnTo>
                  <a:pt x="1827102" y="332231"/>
                </a:lnTo>
                <a:lnTo>
                  <a:pt x="1864720" y="323087"/>
                </a:lnTo>
                <a:lnTo>
                  <a:pt x="1865202" y="323087"/>
                </a:lnTo>
                <a:lnTo>
                  <a:pt x="1901413" y="310895"/>
                </a:lnTo>
                <a:lnTo>
                  <a:pt x="1935825" y="301751"/>
                </a:lnTo>
                <a:lnTo>
                  <a:pt x="1968469" y="292607"/>
                </a:lnTo>
                <a:lnTo>
                  <a:pt x="2027630" y="268223"/>
                </a:lnTo>
                <a:lnTo>
                  <a:pt x="2078319" y="243839"/>
                </a:lnTo>
                <a:lnTo>
                  <a:pt x="2120350" y="219455"/>
                </a:lnTo>
                <a:lnTo>
                  <a:pt x="2137876" y="204215"/>
                </a:lnTo>
                <a:lnTo>
                  <a:pt x="2145740" y="198119"/>
                </a:lnTo>
                <a:lnTo>
                  <a:pt x="2153116" y="192023"/>
                </a:lnTo>
                <a:lnTo>
                  <a:pt x="2159731" y="185927"/>
                </a:lnTo>
                <a:lnTo>
                  <a:pt x="2165674" y="176783"/>
                </a:lnTo>
                <a:lnTo>
                  <a:pt x="2171008" y="170687"/>
                </a:lnTo>
                <a:lnTo>
                  <a:pt x="2175733" y="164591"/>
                </a:lnTo>
                <a:lnTo>
                  <a:pt x="2179786" y="155447"/>
                </a:lnTo>
                <a:lnTo>
                  <a:pt x="2183078" y="149351"/>
                </a:lnTo>
                <a:lnTo>
                  <a:pt x="2185761" y="140207"/>
                </a:lnTo>
                <a:lnTo>
                  <a:pt x="2187528" y="134111"/>
                </a:lnTo>
                <a:lnTo>
                  <a:pt x="2188687" y="124967"/>
                </a:lnTo>
                <a:lnTo>
                  <a:pt x="2189052" y="115823"/>
                </a:lnTo>
                <a:lnTo>
                  <a:pt x="2188534" y="109727"/>
                </a:lnTo>
                <a:lnTo>
                  <a:pt x="2187406" y="100583"/>
                </a:lnTo>
                <a:lnTo>
                  <a:pt x="2185486" y="94487"/>
                </a:lnTo>
                <a:lnTo>
                  <a:pt x="2182956" y="85343"/>
                </a:lnTo>
                <a:lnTo>
                  <a:pt x="2179543" y="79247"/>
                </a:lnTo>
                <a:lnTo>
                  <a:pt x="2175458" y="73151"/>
                </a:lnTo>
                <a:lnTo>
                  <a:pt x="2170764" y="64007"/>
                </a:lnTo>
                <a:lnTo>
                  <a:pt x="2165430" y="57911"/>
                </a:lnTo>
                <a:lnTo>
                  <a:pt x="2159456" y="48767"/>
                </a:lnTo>
                <a:lnTo>
                  <a:pt x="2152720" y="42671"/>
                </a:lnTo>
                <a:lnTo>
                  <a:pt x="2145618" y="36575"/>
                </a:lnTo>
                <a:lnTo>
                  <a:pt x="2137755" y="30479"/>
                </a:lnTo>
                <a:lnTo>
                  <a:pt x="2129251" y="21335"/>
                </a:lnTo>
                <a:lnTo>
                  <a:pt x="2124740" y="18287"/>
                </a:lnTo>
                <a:close/>
              </a:path>
              <a:path w="2189479" h="402589">
                <a:moveTo>
                  <a:pt x="21895" y="155447"/>
                </a:moveTo>
                <a:lnTo>
                  <a:pt x="18277" y="155447"/>
                </a:lnTo>
                <a:lnTo>
                  <a:pt x="47624" y="170687"/>
                </a:lnTo>
                <a:lnTo>
                  <a:pt x="21895" y="155447"/>
                </a:lnTo>
                <a:close/>
              </a:path>
              <a:path w="2189479" h="402589">
                <a:moveTo>
                  <a:pt x="2094248" y="0"/>
                </a:moveTo>
                <a:lnTo>
                  <a:pt x="2103142" y="18287"/>
                </a:lnTo>
                <a:lnTo>
                  <a:pt x="2106757" y="42671"/>
                </a:lnTo>
                <a:lnTo>
                  <a:pt x="2103303" y="18287"/>
                </a:lnTo>
                <a:lnTo>
                  <a:pt x="2124740" y="18287"/>
                </a:lnTo>
                <a:lnTo>
                  <a:pt x="2120229" y="15239"/>
                </a:lnTo>
                <a:lnTo>
                  <a:pt x="2110566" y="9143"/>
                </a:lnTo>
                <a:lnTo>
                  <a:pt x="2100295" y="3047"/>
                </a:lnTo>
                <a:lnTo>
                  <a:pt x="2094248" y="0"/>
                </a:lnTo>
                <a:close/>
              </a:path>
            </a:pathLst>
          </a:custGeom>
          <a:solidFill>
            <a:srgbClr val="959595"/>
          </a:solidFill>
        </p:spPr>
        <p:txBody>
          <a:bodyPr wrap="square" lIns="0" tIns="0" rIns="0" bIns="0" rtlCol="0"/>
          <a:lstStyle/>
          <a:p>
            <a:endParaRPr/>
          </a:p>
        </p:txBody>
      </p:sp>
      <p:sp>
        <p:nvSpPr>
          <p:cNvPr id="112" name="object 112"/>
          <p:cNvSpPr/>
          <p:nvPr/>
        </p:nvSpPr>
        <p:spPr>
          <a:xfrm>
            <a:off x="8442960" y="5160264"/>
            <a:ext cx="2181225" cy="561340"/>
          </a:xfrm>
          <a:custGeom>
            <a:avLst/>
            <a:gdLst/>
            <a:ahLst/>
            <a:cxnLst/>
            <a:rect l="l" t="t" r="r" b="b"/>
            <a:pathLst>
              <a:path w="2181225" h="561339">
                <a:moveTo>
                  <a:pt x="1090421" y="0"/>
                </a:moveTo>
                <a:lnTo>
                  <a:pt x="1000990" y="929"/>
                </a:lnTo>
                <a:lnTo>
                  <a:pt x="913549" y="3671"/>
                </a:lnTo>
                <a:lnTo>
                  <a:pt x="828380" y="8152"/>
                </a:lnTo>
                <a:lnTo>
                  <a:pt x="745764" y="14300"/>
                </a:lnTo>
                <a:lnTo>
                  <a:pt x="665980" y="22043"/>
                </a:lnTo>
                <a:lnTo>
                  <a:pt x="589310" y="31309"/>
                </a:lnTo>
                <a:lnTo>
                  <a:pt x="516034" y="42025"/>
                </a:lnTo>
                <a:lnTo>
                  <a:pt x="446432" y="54119"/>
                </a:lnTo>
                <a:lnTo>
                  <a:pt x="380786" y="67518"/>
                </a:lnTo>
                <a:lnTo>
                  <a:pt x="319377" y="82151"/>
                </a:lnTo>
                <a:lnTo>
                  <a:pt x="262483" y="97945"/>
                </a:lnTo>
                <a:lnTo>
                  <a:pt x="210388" y="114828"/>
                </a:lnTo>
                <a:lnTo>
                  <a:pt x="163370" y="132728"/>
                </a:lnTo>
                <a:lnTo>
                  <a:pt x="121710" y="151571"/>
                </a:lnTo>
                <a:lnTo>
                  <a:pt x="85690" y="171287"/>
                </a:lnTo>
                <a:lnTo>
                  <a:pt x="31690" y="213045"/>
                </a:lnTo>
                <a:lnTo>
                  <a:pt x="3614" y="257424"/>
                </a:lnTo>
                <a:lnTo>
                  <a:pt x="0" y="280415"/>
                </a:lnTo>
                <a:lnTo>
                  <a:pt x="3614" y="303413"/>
                </a:lnTo>
                <a:lnTo>
                  <a:pt x="31690" y="347802"/>
                </a:lnTo>
                <a:lnTo>
                  <a:pt x="85690" y="389565"/>
                </a:lnTo>
                <a:lnTo>
                  <a:pt x="121710" y="409281"/>
                </a:lnTo>
                <a:lnTo>
                  <a:pt x="163370" y="428125"/>
                </a:lnTo>
                <a:lnTo>
                  <a:pt x="210388" y="446024"/>
                </a:lnTo>
                <a:lnTo>
                  <a:pt x="262483" y="462906"/>
                </a:lnTo>
                <a:lnTo>
                  <a:pt x="319377" y="478698"/>
                </a:lnTo>
                <a:lnTo>
                  <a:pt x="380786" y="493329"/>
                </a:lnTo>
                <a:lnTo>
                  <a:pt x="446432" y="506726"/>
                </a:lnTo>
                <a:lnTo>
                  <a:pt x="516034" y="518818"/>
                </a:lnTo>
                <a:lnTo>
                  <a:pt x="589310" y="529531"/>
                </a:lnTo>
                <a:lnTo>
                  <a:pt x="665980" y="538794"/>
                </a:lnTo>
                <a:lnTo>
                  <a:pt x="745764" y="546535"/>
                </a:lnTo>
                <a:lnTo>
                  <a:pt x="828380" y="552682"/>
                </a:lnTo>
                <a:lnTo>
                  <a:pt x="913549" y="557161"/>
                </a:lnTo>
                <a:lnTo>
                  <a:pt x="1000990" y="559902"/>
                </a:lnTo>
                <a:lnTo>
                  <a:pt x="1090421" y="560831"/>
                </a:lnTo>
                <a:lnTo>
                  <a:pt x="1179853" y="559902"/>
                </a:lnTo>
                <a:lnTo>
                  <a:pt x="1267294" y="557161"/>
                </a:lnTo>
                <a:lnTo>
                  <a:pt x="1352463" y="552682"/>
                </a:lnTo>
                <a:lnTo>
                  <a:pt x="1435079" y="546535"/>
                </a:lnTo>
                <a:lnTo>
                  <a:pt x="1514863" y="538794"/>
                </a:lnTo>
                <a:lnTo>
                  <a:pt x="1591533" y="529531"/>
                </a:lnTo>
                <a:lnTo>
                  <a:pt x="1664809" y="518818"/>
                </a:lnTo>
                <a:lnTo>
                  <a:pt x="1734411" y="506726"/>
                </a:lnTo>
                <a:lnTo>
                  <a:pt x="1800057" y="493329"/>
                </a:lnTo>
                <a:lnTo>
                  <a:pt x="1861466" y="478698"/>
                </a:lnTo>
                <a:lnTo>
                  <a:pt x="1918360" y="462906"/>
                </a:lnTo>
                <a:lnTo>
                  <a:pt x="1970455" y="446024"/>
                </a:lnTo>
                <a:lnTo>
                  <a:pt x="2017473" y="428125"/>
                </a:lnTo>
                <a:lnTo>
                  <a:pt x="2059133" y="409281"/>
                </a:lnTo>
                <a:lnTo>
                  <a:pt x="2095153" y="389565"/>
                </a:lnTo>
                <a:lnTo>
                  <a:pt x="2149153" y="347802"/>
                </a:lnTo>
                <a:lnTo>
                  <a:pt x="2177229" y="303413"/>
                </a:lnTo>
                <a:lnTo>
                  <a:pt x="2180843" y="280415"/>
                </a:lnTo>
                <a:lnTo>
                  <a:pt x="2177229" y="257424"/>
                </a:lnTo>
                <a:lnTo>
                  <a:pt x="2149153" y="213045"/>
                </a:lnTo>
                <a:lnTo>
                  <a:pt x="2095153" y="171287"/>
                </a:lnTo>
                <a:lnTo>
                  <a:pt x="2059133" y="151571"/>
                </a:lnTo>
                <a:lnTo>
                  <a:pt x="2017473" y="132728"/>
                </a:lnTo>
                <a:lnTo>
                  <a:pt x="1970455" y="114828"/>
                </a:lnTo>
                <a:lnTo>
                  <a:pt x="1918360" y="97945"/>
                </a:lnTo>
                <a:lnTo>
                  <a:pt x="1861466" y="82151"/>
                </a:lnTo>
                <a:lnTo>
                  <a:pt x="1800057" y="67518"/>
                </a:lnTo>
                <a:lnTo>
                  <a:pt x="1734411" y="54119"/>
                </a:lnTo>
                <a:lnTo>
                  <a:pt x="1664809" y="42025"/>
                </a:lnTo>
                <a:lnTo>
                  <a:pt x="1591533" y="31309"/>
                </a:lnTo>
                <a:lnTo>
                  <a:pt x="1514863" y="22043"/>
                </a:lnTo>
                <a:lnTo>
                  <a:pt x="1435079" y="14300"/>
                </a:lnTo>
                <a:lnTo>
                  <a:pt x="1352463" y="8152"/>
                </a:lnTo>
                <a:lnTo>
                  <a:pt x="1267294" y="3671"/>
                </a:lnTo>
                <a:lnTo>
                  <a:pt x="1179853" y="929"/>
                </a:lnTo>
                <a:lnTo>
                  <a:pt x="1090421" y="0"/>
                </a:lnTo>
                <a:close/>
              </a:path>
            </a:pathLst>
          </a:custGeom>
          <a:solidFill>
            <a:srgbClr val="A1C1FE"/>
          </a:solidFill>
        </p:spPr>
        <p:txBody>
          <a:bodyPr wrap="square" lIns="0" tIns="0" rIns="0" bIns="0" rtlCol="0"/>
          <a:lstStyle/>
          <a:p>
            <a:endParaRPr/>
          </a:p>
        </p:txBody>
      </p:sp>
      <p:sp>
        <p:nvSpPr>
          <p:cNvPr id="113" name="object 113"/>
          <p:cNvSpPr/>
          <p:nvPr/>
        </p:nvSpPr>
        <p:spPr>
          <a:xfrm>
            <a:off x="8442960" y="5160264"/>
            <a:ext cx="2181225" cy="561340"/>
          </a:xfrm>
          <a:custGeom>
            <a:avLst/>
            <a:gdLst/>
            <a:ahLst/>
            <a:cxnLst/>
            <a:rect l="l" t="t" r="r" b="b"/>
            <a:pathLst>
              <a:path w="2181225" h="561339">
                <a:moveTo>
                  <a:pt x="0" y="280415"/>
                </a:moveTo>
                <a:lnTo>
                  <a:pt x="14271" y="234943"/>
                </a:lnTo>
                <a:lnTo>
                  <a:pt x="55590" y="191802"/>
                </a:lnTo>
                <a:lnTo>
                  <a:pt x="121710" y="151571"/>
                </a:lnTo>
                <a:lnTo>
                  <a:pt x="163370" y="132728"/>
                </a:lnTo>
                <a:lnTo>
                  <a:pt x="210388" y="114828"/>
                </a:lnTo>
                <a:lnTo>
                  <a:pt x="262483" y="97945"/>
                </a:lnTo>
                <a:lnTo>
                  <a:pt x="319377" y="82151"/>
                </a:lnTo>
                <a:lnTo>
                  <a:pt x="380786" y="67518"/>
                </a:lnTo>
                <a:lnTo>
                  <a:pt x="446432" y="54119"/>
                </a:lnTo>
                <a:lnTo>
                  <a:pt x="516034" y="42025"/>
                </a:lnTo>
                <a:lnTo>
                  <a:pt x="589310" y="31309"/>
                </a:lnTo>
                <a:lnTo>
                  <a:pt x="665980" y="22043"/>
                </a:lnTo>
                <a:lnTo>
                  <a:pt x="745764" y="14300"/>
                </a:lnTo>
                <a:lnTo>
                  <a:pt x="828380" y="8152"/>
                </a:lnTo>
                <a:lnTo>
                  <a:pt x="913549" y="3671"/>
                </a:lnTo>
                <a:lnTo>
                  <a:pt x="1000990" y="929"/>
                </a:lnTo>
                <a:lnTo>
                  <a:pt x="1090421" y="0"/>
                </a:lnTo>
                <a:lnTo>
                  <a:pt x="1179853" y="929"/>
                </a:lnTo>
                <a:lnTo>
                  <a:pt x="1267294" y="3671"/>
                </a:lnTo>
                <a:lnTo>
                  <a:pt x="1352463" y="8152"/>
                </a:lnTo>
                <a:lnTo>
                  <a:pt x="1435079" y="14300"/>
                </a:lnTo>
                <a:lnTo>
                  <a:pt x="1514863" y="22043"/>
                </a:lnTo>
                <a:lnTo>
                  <a:pt x="1591533" y="31309"/>
                </a:lnTo>
                <a:lnTo>
                  <a:pt x="1664809" y="42025"/>
                </a:lnTo>
                <a:lnTo>
                  <a:pt x="1734411" y="54119"/>
                </a:lnTo>
                <a:lnTo>
                  <a:pt x="1800057" y="67518"/>
                </a:lnTo>
                <a:lnTo>
                  <a:pt x="1861466" y="82151"/>
                </a:lnTo>
                <a:lnTo>
                  <a:pt x="1918360" y="97945"/>
                </a:lnTo>
                <a:lnTo>
                  <a:pt x="1970455" y="114828"/>
                </a:lnTo>
                <a:lnTo>
                  <a:pt x="2017473" y="132728"/>
                </a:lnTo>
                <a:lnTo>
                  <a:pt x="2059133" y="151571"/>
                </a:lnTo>
                <a:lnTo>
                  <a:pt x="2095153" y="171287"/>
                </a:lnTo>
                <a:lnTo>
                  <a:pt x="2149153" y="213045"/>
                </a:lnTo>
                <a:lnTo>
                  <a:pt x="2177229" y="257424"/>
                </a:lnTo>
                <a:lnTo>
                  <a:pt x="2180843" y="280415"/>
                </a:lnTo>
                <a:lnTo>
                  <a:pt x="2177229" y="303413"/>
                </a:lnTo>
                <a:lnTo>
                  <a:pt x="2149153" y="347802"/>
                </a:lnTo>
                <a:lnTo>
                  <a:pt x="2095153" y="389565"/>
                </a:lnTo>
                <a:lnTo>
                  <a:pt x="2059133" y="409281"/>
                </a:lnTo>
                <a:lnTo>
                  <a:pt x="2017473" y="428125"/>
                </a:lnTo>
                <a:lnTo>
                  <a:pt x="1970455" y="446024"/>
                </a:lnTo>
                <a:lnTo>
                  <a:pt x="1918360" y="462906"/>
                </a:lnTo>
                <a:lnTo>
                  <a:pt x="1861466" y="478698"/>
                </a:lnTo>
                <a:lnTo>
                  <a:pt x="1800057" y="493329"/>
                </a:lnTo>
                <a:lnTo>
                  <a:pt x="1734411" y="506726"/>
                </a:lnTo>
                <a:lnTo>
                  <a:pt x="1664809" y="518818"/>
                </a:lnTo>
                <a:lnTo>
                  <a:pt x="1591533" y="529531"/>
                </a:lnTo>
                <a:lnTo>
                  <a:pt x="1514863" y="538794"/>
                </a:lnTo>
                <a:lnTo>
                  <a:pt x="1435079" y="546535"/>
                </a:lnTo>
                <a:lnTo>
                  <a:pt x="1352463" y="552682"/>
                </a:lnTo>
                <a:lnTo>
                  <a:pt x="1267294" y="557161"/>
                </a:lnTo>
                <a:lnTo>
                  <a:pt x="1179853" y="559902"/>
                </a:lnTo>
                <a:lnTo>
                  <a:pt x="1090421" y="560831"/>
                </a:lnTo>
                <a:lnTo>
                  <a:pt x="1000990" y="559902"/>
                </a:lnTo>
                <a:lnTo>
                  <a:pt x="913549" y="557161"/>
                </a:lnTo>
                <a:lnTo>
                  <a:pt x="828380" y="552682"/>
                </a:lnTo>
                <a:lnTo>
                  <a:pt x="745764" y="546535"/>
                </a:lnTo>
                <a:lnTo>
                  <a:pt x="665980" y="538794"/>
                </a:lnTo>
                <a:lnTo>
                  <a:pt x="589310" y="529531"/>
                </a:lnTo>
                <a:lnTo>
                  <a:pt x="516034" y="518818"/>
                </a:lnTo>
                <a:lnTo>
                  <a:pt x="446432" y="506726"/>
                </a:lnTo>
                <a:lnTo>
                  <a:pt x="380786" y="493329"/>
                </a:lnTo>
                <a:lnTo>
                  <a:pt x="319377" y="478698"/>
                </a:lnTo>
                <a:lnTo>
                  <a:pt x="262483" y="462906"/>
                </a:lnTo>
                <a:lnTo>
                  <a:pt x="210388" y="446024"/>
                </a:lnTo>
                <a:lnTo>
                  <a:pt x="163370" y="428125"/>
                </a:lnTo>
                <a:lnTo>
                  <a:pt x="121710" y="409281"/>
                </a:lnTo>
                <a:lnTo>
                  <a:pt x="85690" y="389565"/>
                </a:lnTo>
                <a:lnTo>
                  <a:pt x="31690" y="347802"/>
                </a:lnTo>
                <a:lnTo>
                  <a:pt x="3614" y="303413"/>
                </a:lnTo>
                <a:lnTo>
                  <a:pt x="0" y="280415"/>
                </a:lnTo>
                <a:close/>
              </a:path>
            </a:pathLst>
          </a:custGeom>
          <a:ln w="12191">
            <a:solidFill>
              <a:srgbClr val="608EFD"/>
            </a:solidFill>
          </a:ln>
        </p:spPr>
        <p:txBody>
          <a:bodyPr wrap="square" lIns="0" tIns="0" rIns="0" bIns="0" rtlCol="0"/>
          <a:lstStyle/>
          <a:p>
            <a:endParaRPr/>
          </a:p>
        </p:txBody>
      </p:sp>
      <p:sp>
        <p:nvSpPr>
          <p:cNvPr id="114" name="object 114"/>
          <p:cNvSpPr/>
          <p:nvPr/>
        </p:nvSpPr>
        <p:spPr>
          <a:xfrm>
            <a:off x="8526937" y="6053552"/>
            <a:ext cx="2173605" cy="388620"/>
          </a:xfrm>
          <a:custGeom>
            <a:avLst/>
            <a:gdLst/>
            <a:ahLst/>
            <a:cxnLst/>
            <a:rect l="l" t="t" r="r" b="b"/>
            <a:pathLst>
              <a:path w="2173604" h="388620">
                <a:moveTo>
                  <a:pt x="0" y="139760"/>
                </a:moveTo>
                <a:lnTo>
                  <a:pt x="23913" y="175365"/>
                </a:lnTo>
                <a:lnTo>
                  <a:pt x="77913" y="217128"/>
                </a:lnTo>
                <a:lnTo>
                  <a:pt x="113933" y="236845"/>
                </a:lnTo>
                <a:lnTo>
                  <a:pt x="155592" y="255689"/>
                </a:lnTo>
                <a:lnTo>
                  <a:pt x="202610" y="273588"/>
                </a:lnTo>
                <a:lnTo>
                  <a:pt x="254706" y="290469"/>
                </a:lnTo>
                <a:lnTo>
                  <a:pt x="311599" y="306262"/>
                </a:lnTo>
                <a:lnTo>
                  <a:pt x="373009" y="320893"/>
                </a:lnTo>
                <a:lnTo>
                  <a:pt x="438655" y="334290"/>
                </a:lnTo>
                <a:lnTo>
                  <a:pt x="508256" y="346382"/>
                </a:lnTo>
                <a:lnTo>
                  <a:pt x="581532" y="357095"/>
                </a:lnTo>
                <a:lnTo>
                  <a:pt x="658203" y="366358"/>
                </a:lnTo>
                <a:lnTo>
                  <a:pt x="737986" y="374099"/>
                </a:lnTo>
                <a:lnTo>
                  <a:pt x="820603" y="380245"/>
                </a:lnTo>
                <a:lnTo>
                  <a:pt x="905772" y="384725"/>
                </a:lnTo>
                <a:lnTo>
                  <a:pt x="993213" y="387466"/>
                </a:lnTo>
                <a:lnTo>
                  <a:pt x="1082644" y="388395"/>
                </a:lnTo>
                <a:lnTo>
                  <a:pt x="1172076" y="387466"/>
                </a:lnTo>
                <a:lnTo>
                  <a:pt x="1259516" y="384725"/>
                </a:lnTo>
                <a:lnTo>
                  <a:pt x="1344685" y="380245"/>
                </a:lnTo>
                <a:lnTo>
                  <a:pt x="1427302" y="374099"/>
                </a:lnTo>
                <a:lnTo>
                  <a:pt x="1507086" y="366358"/>
                </a:lnTo>
                <a:lnTo>
                  <a:pt x="1583756" y="357095"/>
                </a:lnTo>
                <a:lnTo>
                  <a:pt x="1657032" y="346382"/>
                </a:lnTo>
                <a:lnTo>
                  <a:pt x="1726633" y="334290"/>
                </a:lnTo>
                <a:lnTo>
                  <a:pt x="1792279" y="320893"/>
                </a:lnTo>
                <a:lnTo>
                  <a:pt x="1828786" y="312195"/>
                </a:lnTo>
                <a:lnTo>
                  <a:pt x="1006445" y="312195"/>
                </a:lnTo>
                <a:lnTo>
                  <a:pt x="917013" y="311266"/>
                </a:lnTo>
                <a:lnTo>
                  <a:pt x="829572" y="308525"/>
                </a:lnTo>
                <a:lnTo>
                  <a:pt x="744404" y="304045"/>
                </a:lnTo>
                <a:lnTo>
                  <a:pt x="661787" y="297899"/>
                </a:lnTo>
                <a:lnTo>
                  <a:pt x="582003" y="290158"/>
                </a:lnTo>
                <a:lnTo>
                  <a:pt x="505333" y="280895"/>
                </a:lnTo>
                <a:lnTo>
                  <a:pt x="432057" y="270181"/>
                </a:lnTo>
                <a:lnTo>
                  <a:pt x="362455" y="258090"/>
                </a:lnTo>
                <a:lnTo>
                  <a:pt x="296810" y="244693"/>
                </a:lnTo>
                <a:lnTo>
                  <a:pt x="235400" y="230062"/>
                </a:lnTo>
                <a:lnTo>
                  <a:pt x="178507" y="214269"/>
                </a:lnTo>
                <a:lnTo>
                  <a:pt x="126411" y="197388"/>
                </a:lnTo>
                <a:lnTo>
                  <a:pt x="79393" y="179489"/>
                </a:lnTo>
                <a:lnTo>
                  <a:pt x="37734" y="160645"/>
                </a:lnTo>
                <a:lnTo>
                  <a:pt x="1713" y="140928"/>
                </a:lnTo>
                <a:lnTo>
                  <a:pt x="0" y="139760"/>
                </a:lnTo>
                <a:close/>
              </a:path>
              <a:path w="2173604" h="388620">
                <a:moveTo>
                  <a:pt x="2089091" y="0"/>
                </a:moveTo>
                <a:lnTo>
                  <a:pt x="2093252" y="8779"/>
                </a:lnTo>
                <a:lnTo>
                  <a:pt x="2096867" y="31779"/>
                </a:lnTo>
                <a:lnTo>
                  <a:pt x="2093252" y="54777"/>
                </a:lnTo>
                <a:lnTo>
                  <a:pt x="2065176" y="99165"/>
                </a:lnTo>
                <a:lnTo>
                  <a:pt x="2011176" y="140928"/>
                </a:lnTo>
                <a:lnTo>
                  <a:pt x="1975156" y="160645"/>
                </a:lnTo>
                <a:lnTo>
                  <a:pt x="1933497" y="179489"/>
                </a:lnTo>
                <a:lnTo>
                  <a:pt x="1886479" y="197388"/>
                </a:lnTo>
                <a:lnTo>
                  <a:pt x="1834383" y="214269"/>
                </a:lnTo>
                <a:lnTo>
                  <a:pt x="1777490" y="230062"/>
                </a:lnTo>
                <a:lnTo>
                  <a:pt x="1716080" y="244693"/>
                </a:lnTo>
                <a:lnTo>
                  <a:pt x="1650434" y="258090"/>
                </a:lnTo>
                <a:lnTo>
                  <a:pt x="1580833" y="270181"/>
                </a:lnTo>
                <a:lnTo>
                  <a:pt x="1507557" y="280895"/>
                </a:lnTo>
                <a:lnTo>
                  <a:pt x="1430886" y="290158"/>
                </a:lnTo>
                <a:lnTo>
                  <a:pt x="1351103" y="297899"/>
                </a:lnTo>
                <a:lnTo>
                  <a:pt x="1268486" y="304045"/>
                </a:lnTo>
                <a:lnTo>
                  <a:pt x="1183317" y="308525"/>
                </a:lnTo>
                <a:lnTo>
                  <a:pt x="1095876" y="311266"/>
                </a:lnTo>
                <a:lnTo>
                  <a:pt x="1006445" y="312195"/>
                </a:lnTo>
                <a:lnTo>
                  <a:pt x="1828786" y="312195"/>
                </a:lnTo>
                <a:lnTo>
                  <a:pt x="1910582" y="290469"/>
                </a:lnTo>
                <a:lnTo>
                  <a:pt x="1962678" y="273588"/>
                </a:lnTo>
                <a:lnTo>
                  <a:pt x="2009696" y="255689"/>
                </a:lnTo>
                <a:lnTo>
                  <a:pt x="2051355" y="236845"/>
                </a:lnTo>
                <a:lnTo>
                  <a:pt x="2087376" y="217128"/>
                </a:lnTo>
                <a:lnTo>
                  <a:pt x="2141376" y="175365"/>
                </a:lnTo>
                <a:lnTo>
                  <a:pt x="2169452" y="130977"/>
                </a:lnTo>
                <a:lnTo>
                  <a:pt x="2173066" y="107979"/>
                </a:lnTo>
                <a:lnTo>
                  <a:pt x="2169452" y="84981"/>
                </a:lnTo>
                <a:lnTo>
                  <a:pt x="2158794" y="62495"/>
                </a:lnTo>
                <a:lnTo>
                  <a:pt x="2141376" y="40593"/>
                </a:lnTo>
                <a:lnTo>
                  <a:pt x="2117476" y="19347"/>
                </a:lnTo>
                <a:lnTo>
                  <a:pt x="2089091" y="0"/>
                </a:lnTo>
                <a:close/>
              </a:path>
            </a:pathLst>
          </a:custGeom>
          <a:solidFill>
            <a:srgbClr val="959595"/>
          </a:solidFill>
        </p:spPr>
        <p:txBody>
          <a:bodyPr wrap="square" lIns="0" tIns="0" rIns="0" bIns="0" rtlCol="0"/>
          <a:lstStyle/>
          <a:p>
            <a:endParaRPr/>
          </a:p>
        </p:txBody>
      </p:sp>
      <p:sp>
        <p:nvSpPr>
          <p:cNvPr id="115" name="object 115"/>
          <p:cNvSpPr/>
          <p:nvPr/>
        </p:nvSpPr>
        <p:spPr>
          <a:xfrm>
            <a:off x="8517033" y="6045409"/>
            <a:ext cx="2189480" cy="402590"/>
          </a:xfrm>
          <a:custGeom>
            <a:avLst/>
            <a:gdLst/>
            <a:ahLst/>
            <a:cxnLst/>
            <a:rect l="l" t="t" r="r" b="b"/>
            <a:pathLst>
              <a:path w="2189479" h="402589">
                <a:moveTo>
                  <a:pt x="0" y="143255"/>
                </a:moveTo>
                <a:lnTo>
                  <a:pt x="2126" y="149351"/>
                </a:lnTo>
                <a:lnTo>
                  <a:pt x="5570" y="155447"/>
                </a:lnTo>
                <a:lnTo>
                  <a:pt x="9624" y="164591"/>
                </a:lnTo>
                <a:lnTo>
                  <a:pt x="14318" y="170687"/>
                </a:lnTo>
                <a:lnTo>
                  <a:pt x="19652" y="176783"/>
                </a:lnTo>
                <a:lnTo>
                  <a:pt x="25626" y="185927"/>
                </a:lnTo>
                <a:lnTo>
                  <a:pt x="32240" y="192023"/>
                </a:lnTo>
                <a:lnTo>
                  <a:pt x="39464" y="198119"/>
                </a:lnTo>
                <a:lnTo>
                  <a:pt x="47328" y="207263"/>
                </a:lnTo>
                <a:lnTo>
                  <a:pt x="84666" y="231647"/>
                </a:lnTo>
                <a:lnTo>
                  <a:pt x="131300" y="256031"/>
                </a:lnTo>
                <a:lnTo>
                  <a:pt x="186286" y="280415"/>
                </a:lnTo>
                <a:lnTo>
                  <a:pt x="249410" y="301751"/>
                </a:lnTo>
                <a:lnTo>
                  <a:pt x="283822" y="310895"/>
                </a:lnTo>
                <a:lnTo>
                  <a:pt x="320002" y="323087"/>
                </a:lnTo>
                <a:lnTo>
                  <a:pt x="397726" y="341375"/>
                </a:lnTo>
                <a:lnTo>
                  <a:pt x="439148" y="347471"/>
                </a:lnTo>
                <a:lnTo>
                  <a:pt x="481942" y="356615"/>
                </a:lnTo>
                <a:lnTo>
                  <a:pt x="571980" y="368807"/>
                </a:lnTo>
                <a:lnTo>
                  <a:pt x="619102" y="377951"/>
                </a:lnTo>
                <a:lnTo>
                  <a:pt x="667474" y="380999"/>
                </a:lnTo>
                <a:lnTo>
                  <a:pt x="717126" y="387095"/>
                </a:lnTo>
                <a:lnTo>
                  <a:pt x="767936" y="390143"/>
                </a:lnTo>
                <a:lnTo>
                  <a:pt x="819630" y="396239"/>
                </a:lnTo>
                <a:lnTo>
                  <a:pt x="926310" y="402335"/>
                </a:lnTo>
                <a:lnTo>
                  <a:pt x="1204044" y="402335"/>
                </a:lnTo>
                <a:lnTo>
                  <a:pt x="1258786" y="399287"/>
                </a:lnTo>
                <a:lnTo>
                  <a:pt x="1312522" y="399287"/>
                </a:lnTo>
                <a:lnTo>
                  <a:pt x="1365344" y="396239"/>
                </a:lnTo>
                <a:lnTo>
                  <a:pt x="1417282" y="390143"/>
                </a:lnTo>
                <a:lnTo>
                  <a:pt x="926676" y="390143"/>
                </a:lnTo>
                <a:lnTo>
                  <a:pt x="820392" y="384047"/>
                </a:lnTo>
                <a:lnTo>
                  <a:pt x="768698" y="377951"/>
                </a:lnTo>
                <a:lnTo>
                  <a:pt x="718162" y="374903"/>
                </a:lnTo>
                <a:lnTo>
                  <a:pt x="668754" y="368807"/>
                </a:lnTo>
                <a:lnTo>
                  <a:pt x="620504" y="365759"/>
                </a:lnTo>
                <a:lnTo>
                  <a:pt x="573626" y="359663"/>
                </a:lnTo>
                <a:lnTo>
                  <a:pt x="528028" y="350519"/>
                </a:lnTo>
                <a:lnTo>
                  <a:pt x="483954" y="344423"/>
                </a:lnTo>
                <a:lnTo>
                  <a:pt x="441282" y="335279"/>
                </a:lnTo>
                <a:lnTo>
                  <a:pt x="400134" y="329183"/>
                </a:lnTo>
                <a:lnTo>
                  <a:pt x="322928" y="310895"/>
                </a:lnTo>
                <a:lnTo>
                  <a:pt x="286992" y="301751"/>
                </a:lnTo>
                <a:lnTo>
                  <a:pt x="252824" y="289559"/>
                </a:lnTo>
                <a:lnTo>
                  <a:pt x="220698" y="280415"/>
                </a:lnTo>
                <a:lnTo>
                  <a:pt x="190462" y="268223"/>
                </a:lnTo>
                <a:lnTo>
                  <a:pt x="162268" y="256031"/>
                </a:lnTo>
                <a:lnTo>
                  <a:pt x="136238" y="246887"/>
                </a:lnTo>
                <a:lnTo>
                  <a:pt x="101308" y="228599"/>
                </a:lnTo>
                <a:lnTo>
                  <a:pt x="63086" y="201167"/>
                </a:lnTo>
                <a:lnTo>
                  <a:pt x="54948" y="195071"/>
                </a:lnTo>
                <a:lnTo>
                  <a:pt x="24102" y="164591"/>
                </a:lnTo>
                <a:lnTo>
                  <a:pt x="18283" y="155447"/>
                </a:lnTo>
                <a:lnTo>
                  <a:pt x="21908" y="155447"/>
                </a:lnTo>
                <a:lnTo>
                  <a:pt x="11617" y="149351"/>
                </a:lnTo>
                <a:lnTo>
                  <a:pt x="0" y="143255"/>
                </a:lnTo>
                <a:close/>
              </a:path>
              <a:path w="2189479" h="402589">
                <a:moveTo>
                  <a:pt x="2124753" y="18287"/>
                </a:moveTo>
                <a:lnTo>
                  <a:pt x="2103325" y="18287"/>
                </a:lnTo>
                <a:lnTo>
                  <a:pt x="2104118" y="21335"/>
                </a:lnTo>
                <a:lnTo>
                  <a:pt x="2113384" y="27431"/>
                </a:lnTo>
                <a:lnTo>
                  <a:pt x="2122010" y="33527"/>
                </a:lnTo>
                <a:lnTo>
                  <a:pt x="2156056" y="64007"/>
                </a:lnTo>
                <a:lnTo>
                  <a:pt x="2160994" y="73151"/>
                </a:lnTo>
                <a:lnTo>
                  <a:pt x="2165322" y="79247"/>
                </a:lnTo>
                <a:lnTo>
                  <a:pt x="2176874" y="118871"/>
                </a:lnTo>
                <a:lnTo>
                  <a:pt x="2176508" y="124967"/>
                </a:lnTo>
                <a:lnTo>
                  <a:pt x="2175472" y="131063"/>
                </a:lnTo>
                <a:lnTo>
                  <a:pt x="2173948" y="137159"/>
                </a:lnTo>
                <a:lnTo>
                  <a:pt x="2171540" y="143255"/>
                </a:lnTo>
                <a:lnTo>
                  <a:pt x="2168614" y="149351"/>
                </a:lnTo>
                <a:lnTo>
                  <a:pt x="2165078" y="158495"/>
                </a:lnTo>
                <a:lnTo>
                  <a:pt x="2137494" y="188975"/>
                </a:lnTo>
                <a:lnTo>
                  <a:pt x="2130026" y="195071"/>
                </a:lnTo>
                <a:lnTo>
                  <a:pt x="2121888" y="204215"/>
                </a:lnTo>
                <a:lnTo>
                  <a:pt x="2083544" y="228599"/>
                </a:lnTo>
                <a:lnTo>
                  <a:pt x="2048614" y="246887"/>
                </a:lnTo>
                <a:lnTo>
                  <a:pt x="2022706" y="256031"/>
                </a:lnTo>
                <a:lnTo>
                  <a:pt x="1994512" y="268223"/>
                </a:lnTo>
                <a:lnTo>
                  <a:pt x="1964276" y="280415"/>
                </a:lnTo>
                <a:lnTo>
                  <a:pt x="1932150" y="289559"/>
                </a:lnTo>
                <a:lnTo>
                  <a:pt x="1897982" y="301751"/>
                </a:lnTo>
                <a:lnTo>
                  <a:pt x="1862046" y="310895"/>
                </a:lnTo>
                <a:lnTo>
                  <a:pt x="1824190" y="320039"/>
                </a:lnTo>
                <a:lnTo>
                  <a:pt x="1812500" y="323087"/>
                </a:lnTo>
                <a:lnTo>
                  <a:pt x="1784840" y="329183"/>
                </a:lnTo>
                <a:lnTo>
                  <a:pt x="1743692" y="335279"/>
                </a:lnTo>
                <a:lnTo>
                  <a:pt x="1701020" y="344423"/>
                </a:lnTo>
                <a:lnTo>
                  <a:pt x="1656946" y="350519"/>
                </a:lnTo>
                <a:lnTo>
                  <a:pt x="1466812" y="374903"/>
                </a:lnTo>
                <a:lnTo>
                  <a:pt x="1416276" y="377951"/>
                </a:lnTo>
                <a:lnTo>
                  <a:pt x="1364582" y="384047"/>
                </a:lnTo>
                <a:lnTo>
                  <a:pt x="1311882" y="387095"/>
                </a:lnTo>
                <a:lnTo>
                  <a:pt x="1258146" y="387095"/>
                </a:lnTo>
                <a:lnTo>
                  <a:pt x="1203678" y="390143"/>
                </a:lnTo>
                <a:lnTo>
                  <a:pt x="1417282" y="390143"/>
                </a:lnTo>
                <a:lnTo>
                  <a:pt x="1468092" y="387095"/>
                </a:lnTo>
                <a:lnTo>
                  <a:pt x="1703306" y="356615"/>
                </a:lnTo>
                <a:lnTo>
                  <a:pt x="1746100" y="347471"/>
                </a:lnTo>
                <a:lnTo>
                  <a:pt x="1787492" y="341375"/>
                </a:lnTo>
                <a:lnTo>
                  <a:pt x="1827116" y="332231"/>
                </a:lnTo>
                <a:lnTo>
                  <a:pt x="1864733" y="323087"/>
                </a:lnTo>
                <a:lnTo>
                  <a:pt x="1865216" y="323087"/>
                </a:lnTo>
                <a:lnTo>
                  <a:pt x="1901426" y="310895"/>
                </a:lnTo>
                <a:lnTo>
                  <a:pt x="1935838" y="301751"/>
                </a:lnTo>
                <a:lnTo>
                  <a:pt x="1968482" y="292607"/>
                </a:lnTo>
                <a:lnTo>
                  <a:pt x="2027644" y="268223"/>
                </a:lnTo>
                <a:lnTo>
                  <a:pt x="2078332" y="243839"/>
                </a:lnTo>
                <a:lnTo>
                  <a:pt x="2120364" y="219455"/>
                </a:lnTo>
                <a:lnTo>
                  <a:pt x="2137890" y="204215"/>
                </a:lnTo>
                <a:lnTo>
                  <a:pt x="2145754" y="198119"/>
                </a:lnTo>
                <a:lnTo>
                  <a:pt x="2153130" y="192023"/>
                </a:lnTo>
                <a:lnTo>
                  <a:pt x="2159744" y="185927"/>
                </a:lnTo>
                <a:lnTo>
                  <a:pt x="2165688" y="176783"/>
                </a:lnTo>
                <a:lnTo>
                  <a:pt x="2171022" y="170687"/>
                </a:lnTo>
                <a:lnTo>
                  <a:pt x="2175746" y="164591"/>
                </a:lnTo>
                <a:lnTo>
                  <a:pt x="2179800" y="155447"/>
                </a:lnTo>
                <a:lnTo>
                  <a:pt x="2183092" y="149351"/>
                </a:lnTo>
                <a:lnTo>
                  <a:pt x="2185774" y="140207"/>
                </a:lnTo>
                <a:lnTo>
                  <a:pt x="2187542" y="134111"/>
                </a:lnTo>
                <a:lnTo>
                  <a:pt x="2188700" y="124967"/>
                </a:lnTo>
                <a:lnTo>
                  <a:pt x="2189066" y="115823"/>
                </a:lnTo>
                <a:lnTo>
                  <a:pt x="2188548" y="109727"/>
                </a:lnTo>
                <a:lnTo>
                  <a:pt x="2187420" y="100583"/>
                </a:lnTo>
                <a:lnTo>
                  <a:pt x="2185500" y="94487"/>
                </a:lnTo>
                <a:lnTo>
                  <a:pt x="2182970" y="85343"/>
                </a:lnTo>
                <a:lnTo>
                  <a:pt x="2179556" y="79247"/>
                </a:lnTo>
                <a:lnTo>
                  <a:pt x="2175472" y="73151"/>
                </a:lnTo>
                <a:lnTo>
                  <a:pt x="2170778" y="64007"/>
                </a:lnTo>
                <a:lnTo>
                  <a:pt x="2165444" y="57911"/>
                </a:lnTo>
                <a:lnTo>
                  <a:pt x="2159470" y="48767"/>
                </a:lnTo>
                <a:lnTo>
                  <a:pt x="2152734" y="42671"/>
                </a:lnTo>
                <a:lnTo>
                  <a:pt x="2145632" y="36575"/>
                </a:lnTo>
                <a:lnTo>
                  <a:pt x="2137768" y="30479"/>
                </a:lnTo>
                <a:lnTo>
                  <a:pt x="2129264" y="21335"/>
                </a:lnTo>
                <a:lnTo>
                  <a:pt x="2124753" y="18287"/>
                </a:lnTo>
                <a:close/>
              </a:path>
              <a:path w="2189479" h="402589">
                <a:moveTo>
                  <a:pt x="21908" y="155447"/>
                </a:moveTo>
                <a:lnTo>
                  <a:pt x="18283" y="155447"/>
                </a:lnTo>
                <a:lnTo>
                  <a:pt x="47637" y="170687"/>
                </a:lnTo>
                <a:lnTo>
                  <a:pt x="21908" y="155447"/>
                </a:lnTo>
                <a:close/>
              </a:path>
              <a:path w="2189479" h="402589">
                <a:moveTo>
                  <a:pt x="2094256" y="0"/>
                </a:moveTo>
                <a:lnTo>
                  <a:pt x="2103155" y="18287"/>
                </a:lnTo>
                <a:lnTo>
                  <a:pt x="2106770" y="42671"/>
                </a:lnTo>
                <a:lnTo>
                  <a:pt x="2103325" y="18287"/>
                </a:lnTo>
                <a:lnTo>
                  <a:pt x="2124753" y="18287"/>
                </a:lnTo>
                <a:lnTo>
                  <a:pt x="2120242" y="15239"/>
                </a:lnTo>
                <a:lnTo>
                  <a:pt x="2110580" y="9143"/>
                </a:lnTo>
                <a:lnTo>
                  <a:pt x="2100308" y="3047"/>
                </a:lnTo>
                <a:lnTo>
                  <a:pt x="2094256" y="0"/>
                </a:lnTo>
                <a:close/>
              </a:path>
            </a:pathLst>
          </a:custGeom>
          <a:solidFill>
            <a:srgbClr val="959595"/>
          </a:solidFill>
        </p:spPr>
        <p:txBody>
          <a:bodyPr wrap="square" lIns="0" tIns="0" rIns="0" bIns="0" rtlCol="0"/>
          <a:lstStyle/>
          <a:p>
            <a:endParaRPr/>
          </a:p>
        </p:txBody>
      </p:sp>
      <p:sp>
        <p:nvSpPr>
          <p:cNvPr id="116" name="object 116"/>
          <p:cNvSpPr/>
          <p:nvPr/>
        </p:nvSpPr>
        <p:spPr>
          <a:xfrm>
            <a:off x="8442960" y="5804916"/>
            <a:ext cx="2181225" cy="561340"/>
          </a:xfrm>
          <a:custGeom>
            <a:avLst/>
            <a:gdLst/>
            <a:ahLst/>
            <a:cxnLst/>
            <a:rect l="l" t="t" r="r" b="b"/>
            <a:pathLst>
              <a:path w="2181225" h="561339">
                <a:moveTo>
                  <a:pt x="1090421" y="0"/>
                </a:moveTo>
                <a:lnTo>
                  <a:pt x="1000990" y="929"/>
                </a:lnTo>
                <a:lnTo>
                  <a:pt x="913549" y="3670"/>
                </a:lnTo>
                <a:lnTo>
                  <a:pt x="828380" y="8149"/>
                </a:lnTo>
                <a:lnTo>
                  <a:pt x="745764" y="14296"/>
                </a:lnTo>
                <a:lnTo>
                  <a:pt x="665980" y="22036"/>
                </a:lnTo>
                <a:lnTo>
                  <a:pt x="589310" y="31300"/>
                </a:lnTo>
                <a:lnTo>
                  <a:pt x="516034" y="42013"/>
                </a:lnTo>
                <a:lnTo>
                  <a:pt x="446432" y="54105"/>
                </a:lnTo>
                <a:lnTo>
                  <a:pt x="380786" y="67502"/>
                </a:lnTo>
                <a:lnTo>
                  <a:pt x="319377" y="82133"/>
                </a:lnTo>
                <a:lnTo>
                  <a:pt x="262483" y="97925"/>
                </a:lnTo>
                <a:lnTo>
                  <a:pt x="210388" y="114807"/>
                </a:lnTo>
                <a:lnTo>
                  <a:pt x="163370" y="132706"/>
                </a:lnTo>
                <a:lnTo>
                  <a:pt x="121710" y="151550"/>
                </a:lnTo>
                <a:lnTo>
                  <a:pt x="85690" y="171266"/>
                </a:lnTo>
                <a:lnTo>
                  <a:pt x="31690" y="213029"/>
                </a:lnTo>
                <a:lnTo>
                  <a:pt x="3614" y="257418"/>
                </a:lnTo>
                <a:lnTo>
                  <a:pt x="0" y="280415"/>
                </a:lnTo>
                <a:lnTo>
                  <a:pt x="3614" y="303413"/>
                </a:lnTo>
                <a:lnTo>
                  <a:pt x="31690" y="347802"/>
                </a:lnTo>
                <a:lnTo>
                  <a:pt x="85690" y="389565"/>
                </a:lnTo>
                <a:lnTo>
                  <a:pt x="121710" y="409281"/>
                </a:lnTo>
                <a:lnTo>
                  <a:pt x="163370" y="428125"/>
                </a:lnTo>
                <a:lnTo>
                  <a:pt x="210388" y="446024"/>
                </a:lnTo>
                <a:lnTo>
                  <a:pt x="262483" y="462906"/>
                </a:lnTo>
                <a:lnTo>
                  <a:pt x="319377" y="478698"/>
                </a:lnTo>
                <a:lnTo>
                  <a:pt x="380786" y="493329"/>
                </a:lnTo>
                <a:lnTo>
                  <a:pt x="446432" y="506726"/>
                </a:lnTo>
                <a:lnTo>
                  <a:pt x="516034" y="518818"/>
                </a:lnTo>
                <a:lnTo>
                  <a:pt x="589310" y="529531"/>
                </a:lnTo>
                <a:lnTo>
                  <a:pt x="665980" y="538794"/>
                </a:lnTo>
                <a:lnTo>
                  <a:pt x="745764" y="546535"/>
                </a:lnTo>
                <a:lnTo>
                  <a:pt x="828380" y="552682"/>
                </a:lnTo>
                <a:lnTo>
                  <a:pt x="913549" y="557161"/>
                </a:lnTo>
                <a:lnTo>
                  <a:pt x="1000990" y="559902"/>
                </a:lnTo>
                <a:lnTo>
                  <a:pt x="1090421" y="560831"/>
                </a:lnTo>
                <a:lnTo>
                  <a:pt x="1179853" y="559902"/>
                </a:lnTo>
                <a:lnTo>
                  <a:pt x="1267294" y="557161"/>
                </a:lnTo>
                <a:lnTo>
                  <a:pt x="1352463" y="552682"/>
                </a:lnTo>
                <a:lnTo>
                  <a:pt x="1435079" y="546535"/>
                </a:lnTo>
                <a:lnTo>
                  <a:pt x="1514863" y="538794"/>
                </a:lnTo>
                <a:lnTo>
                  <a:pt x="1591533" y="529531"/>
                </a:lnTo>
                <a:lnTo>
                  <a:pt x="1664809" y="518818"/>
                </a:lnTo>
                <a:lnTo>
                  <a:pt x="1734411" y="506726"/>
                </a:lnTo>
                <a:lnTo>
                  <a:pt x="1800057" y="493329"/>
                </a:lnTo>
                <a:lnTo>
                  <a:pt x="1861466" y="478698"/>
                </a:lnTo>
                <a:lnTo>
                  <a:pt x="1918360" y="462906"/>
                </a:lnTo>
                <a:lnTo>
                  <a:pt x="1970455" y="446024"/>
                </a:lnTo>
                <a:lnTo>
                  <a:pt x="2017473" y="428125"/>
                </a:lnTo>
                <a:lnTo>
                  <a:pt x="2059133" y="409281"/>
                </a:lnTo>
                <a:lnTo>
                  <a:pt x="2095153" y="389565"/>
                </a:lnTo>
                <a:lnTo>
                  <a:pt x="2149153" y="347802"/>
                </a:lnTo>
                <a:lnTo>
                  <a:pt x="2177229" y="303413"/>
                </a:lnTo>
                <a:lnTo>
                  <a:pt x="2180843" y="280415"/>
                </a:lnTo>
                <a:lnTo>
                  <a:pt x="2177229" y="257418"/>
                </a:lnTo>
                <a:lnTo>
                  <a:pt x="2149153" y="213029"/>
                </a:lnTo>
                <a:lnTo>
                  <a:pt x="2095153" y="171266"/>
                </a:lnTo>
                <a:lnTo>
                  <a:pt x="2059133" y="151550"/>
                </a:lnTo>
                <a:lnTo>
                  <a:pt x="2017473" y="132706"/>
                </a:lnTo>
                <a:lnTo>
                  <a:pt x="1970455" y="114807"/>
                </a:lnTo>
                <a:lnTo>
                  <a:pt x="1918360" y="97925"/>
                </a:lnTo>
                <a:lnTo>
                  <a:pt x="1861466" y="82133"/>
                </a:lnTo>
                <a:lnTo>
                  <a:pt x="1800057" y="67502"/>
                </a:lnTo>
                <a:lnTo>
                  <a:pt x="1734411" y="54105"/>
                </a:lnTo>
                <a:lnTo>
                  <a:pt x="1664809" y="42013"/>
                </a:lnTo>
                <a:lnTo>
                  <a:pt x="1591533" y="31300"/>
                </a:lnTo>
                <a:lnTo>
                  <a:pt x="1514863" y="22036"/>
                </a:lnTo>
                <a:lnTo>
                  <a:pt x="1435079" y="14296"/>
                </a:lnTo>
                <a:lnTo>
                  <a:pt x="1352463" y="8149"/>
                </a:lnTo>
                <a:lnTo>
                  <a:pt x="1267294" y="3670"/>
                </a:lnTo>
                <a:lnTo>
                  <a:pt x="1179853" y="929"/>
                </a:lnTo>
                <a:lnTo>
                  <a:pt x="1090421" y="0"/>
                </a:lnTo>
                <a:close/>
              </a:path>
            </a:pathLst>
          </a:custGeom>
          <a:solidFill>
            <a:srgbClr val="A1C1FE"/>
          </a:solidFill>
        </p:spPr>
        <p:txBody>
          <a:bodyPr wrap="square" lIns="0" tIns="0" rIns="0" bIns="0" rtlCol="0"/>
          <a:lstStyle/>
          <a:p>
            <a:endParaRPr/>
          </a:p>
        </p:txBody>
      </p:sp>
      <p:sp>
        <p:nvSpPr>
          <p:cNvPr id="117" name="object 117"/>
          <p:cNvSpPr/>
          <p:nvPr/>
        </p:nvSpPr>
        <p:spPr>
          <a:xfrm>
            <a:off x="8442960" y="5804916"/>
            <a:ext cx="2181225" cy="561340"/>
          </a:xfrm>
          <a:custGeom>
            <a:avLst/>
            <a:gdLst/>
            <a:ahLst/>
            <a:cxnLst/>
            <a:rect l="l" t="t" r="r" b="b"/>
            <a:pathLst>
              <a:path w="2181225" h="561339">
                <a:moveTo>
                  <a:pt x="0" y="280415"/>
                </a:moveTo>
                <a:lnTo>
                  <a:pt x="14271" y="234931"/>
                </a:lnTo>
                <a:lnTo>
                  <a:pt x="55590" y="191784"/>
                </a:lnTo>
                <a:lnTo>
                  <a:pt x="121710" y="151550"/>
                </a:lnTo>
                <a:lnTo>
                  <a:pt x="163370" y="132706"/>
                </a:lnTo>
                <a:lnTo>
                  <a:pt x="210388" y="114807"/>
                </a:lnTo>
                <a:lnTo>
                  <a:pt x="262483" y="97925"/>
                </a:lnTo>
                <a:lnTo>
                  <a:pt x="319377" y="82133"/>
                </a:lnTo>
                <a:lnTo>
                  <a:pt x="380786" y="67502"/>
                </a:lnTo>
                <a:lnTo>
                  <a:pt x="446432" y="54105"/>
                </a:lnTo>
                <a:lnTo>
                  <a:pt x="516034" y="42013"/>
                </a:lnTo>
                <a:lnTo>
                  <a:pt x="589310" y="31300"/>
                </a:lnTo>
                <a:lnTo>
                  <a:pt x="665980" y="22036"/>
                </a:lnTo>
                <a:lnTo>
                  <a:pt x="745764" y="14296"/>
                </a:lnTo>
                <a:lnTo>
                  <a:pt x="828380" y="8149"/>
                </a:lnTo>
                <a:lnTo>
                  <a:pt x="913549" y="3670"/>
                </a:lnTo>
                <a:lnTo>
                  <a:pt x="1000990" y="929"/>
                </a:lnTo>
                <a:lnTo>
                  <a:pt x="1090421" y="0"/>
                </a:lnTo>
                <a:lnTo>
                  <a:pt x="1179853" y="929"/>
                </a:lnTo>
                <a:lnTo>
                  <a:pt x="1267294" y="3670"/>
                </a:lnTo>
                <a:lnTo>
                  <a:pt x="1352463" y="8149"/>
                </a:lnTo>
                <a:lnTo>
                  <a:pt x="1435079" y="14296"/>
                </a:lnTo>
                <a:lnTo>
                  <a:pt x="1514863" y="22036"/>
                </a:lnTo>
                <a:lnTo>
                  <a:pt x="1591533" y="31300"/>
                </a:lnTo>
                <a:lnTo>
                  <a:pt x="1664809" y="42013"/>
                </a:lnTo>
                <a:lnTo>
                  <a:pt x="1734411" y="54105"/>
                </a:lnTo>
                <a:lnTo>
                  <a:pt x="1800057" y="67502"/>
                </a:lnTo>
                <a:lnTo>
                  <a:pt x="1861466" y="82133"/>
                </a:lnTo>
                <a:lnTo>
                  <a:pt x="1918360" y="97925"/>
                </a:lnTo>
                <a:lnTo>
                  <a:pt x="1970455" y="114807"/>
                </a:lnTo>
                <a:lnTo>
                  <a:pt x="2017473" y="132706"/>
                </a:lnTo>
                <a:lnTo>
                  <a:pt x="2059133" y="151550"/>
                </a:lnTo>
                <a:lnTo>
                  <a:pt x="2095153" y="171266"/>
                </a:lnTo>
                <a:lnTo>
                  <a:pt x="2149153" y="213029"/>
                </a:lnTo>
                <a:lnTo>
                  <a:pt x="2177229" y="257418"/>
                </a:lnTo>
                <a:lnTo>
                  <a:pt x="2180843" y="280415"/>
                </a:lnTo>
                <a:lnTo>
                  <a:pt x="2177229" y="303413"/>
                </a:lnTo>
                <a:lnTo>
                  <a:pt x="2149153" y="347802"/>
                </a:lnTo>
                <a:lnTo>
                  <a:pt x="2095153" y="389565"/>
                </a:lnTo>
                <a:lnTo>
                  <a:pt x="2059133" y="409281"/>
                </a:lnTo>
                <a:lnTo>
                  <a:pt x="2017473" y="428125"/>
                </a:lnTo>
                <a:lnTo>
                  <a:pt x="1970455" y="446024"/>
                </a:lnTo>
                <a:lnTo>
                  <a:pt x="1918360" y="462906"/>
                </a:lnTo>
                <a:lnTo>
                  <a:pt x="1861466" y="478698"/>
                </a:lnTo>
                <a:lnTo>
                  <a:pt x="1800057" y="493329"/>
                </a:lnTo>
                <a:lnTo>
                  <a:pt x="1734411" y="506726"/>
                </a:lnTo>
                <a:lnTo>
                  <a:pt x="1664809" y="518818"/>
                </a:lnTo>
                <a:lnTo>
                  <a:pt x="1591533" y="529531"/>
                </a:lnTo>
                <a:lnTo>
                  <a:pt x="1514863" y="538794"/>
                </a:lnTo>
                <a:lnTo>
                  <a:pt x="1435079" y="546535"/>
                </a:lnTo>
                <a:lnTo>
                  <a:pt x="1352463" y="552682"/>
                </a:lnTo>
                <a:lnTo>
                  <a:pt x="1267294" y="557161"/>
                </a:lnTo>
                <a:lnTo>
                  <a:pt x="1179853" y="559902"/>
                </a:lnTo>
                <a:lnTo>
                  <a:pt x="1090421" y="560831"/>
                </a:lnTo>
                <a:lnTo>
                  <a:pt x="1000990" y="559902"/>
                </a:lnTo>
                <a:lnTo>
                  <a:pt x="913549" y="557161"/>
                </a:lnTo>
                <a:lnTo>
                  <a:pt x="828380" y="552682"/>
                </a:lnTo>
                <a:lnTo>
                  <a:pt x="745764" y="546535"/>
                </a:lnTo>
                <a:lnTo>
                  <a:pt x="665980" y="538794"/>
                </a:lnTo>
                <a:lnTo>
                  <a:pt x="589310" y="529531"/>
                </a:lnTo>
                <a:lnTo>
                  <a:pt x="516034" y="518818"/>
                </a:lnTo>
                <a:lnTo>
                  <a:pt x="446432" y="506726"/>
                </a:lnTo>
                <a:lnTo>
                  <a:pt x="380786" y="493329"/>
                </a:lnTo>
                <a:lnTo>
                  <a:pt x="319377" y="478698"/>
                </a:lnTo>
                <a:lnTo>
                  <a:pt x="262483" y="462906"/>
                </a:lnTo>
                <a:lnTo>
                  <a:pt x="210388" y="446024"/>
                </a:lnTo>
                <a:lnTo>
                  <a:pt x="163370" y="428125"/>
                </a:lnTo>
                <a:lnTo>
                  <a:pt x="121710" y="409281"/>
                </a:lnTo>
                <a:lnTo>
                  <a:pt x="85690" y="389565"/>
                </a:lnTo>
                <a:lnTo>
                  <a:pt x="31690" y="347802"/>
                </a:lnTo>
                <a:lnTo>
                  <a:pt x="3614" y="303413"/>
                </a:lnTo>
                <a:lnTo>
                  <a:pt x="0" y="280415"/>
                </a:lnTo>
                <a:close/>
              </a:path>
            </a:pathLst>
          </a:custGeom>
          <a:ln w="12191">
            <a:solidFill>
              <a:srgbClr val="608EFD"/>
            </a:solidFill>
          </a:ln>
        </p:spPr>
        <p:txBody>
          <a:bodyPr wrap="square" lIns="0" tIns="0" rIns="0" bIns="0" rtlCol="0"/>
          <a:lstStyle/>
          <a:p>
            <a:endParaRPr/>
          </a:p>
        </p:txBody>
      </p:sp>
      <p:sp>
        <p:nvSpPr>
          <p:cNvPr id="118" name="object 118"/>
          <p:cNvSpPr txBox="1"/>
          <p:nvPr/>
        </p:nvSpPr>
        <p:spPr>
          <a:xfrm>
            <a:off x="9123433" y="6042500"/>
            <a:ext cx="958215" cy="246221"/>
          </a:xfrm>
          <a:prstGeom prst="rect">
            <a:avLst/>
          </a:prstGeom>
        </p:spPr>
        <p:txBody>
          <a:bodyPr vert="horz" wrap="square" lIns="0" tIns="0" rIns="0" bIns="0" rtlCol="0">
            <a:spAutoFit/>
          </a:bodyPr>
          <a:lstStyle/>
          <a:p>
            <a:pPr marL="12700"/>
            <a:r>
              <a:rPr sz="1600" b="1" spc="-65" dirty="0">
                <a:solidFill>
                  <a:srgbClr val="3232FF"/>
                </a:solidFill>
                <a:latin typeface="Arial"/>
                <a:cs typeface="Arial"/>
              </a:rPr>
              <a:t>A</a:t>
            </a:r>
            <a:r>
              <a:rPr sz="1600" b="1" spc="-5" dirty="0">
                <a:solidFill>
                  <a:srgbClr val="3232FF"/>
                </a:solidFill>
                <a:latin typeface="Arial"/>
                <a:cs typeface="Arial"/>
              </a:rPr>
              <a:t>ffi</a:t>
            </a:r>
            <a:r>
              <a:rPr sz="1600" b="1" dirty="0">
                <a:solidFill>
                  <a:srgbClr val="3232FF"/>
                </a:solidFill>
                <a:latin typeface="Arial"/>
                <a:cs typeface="Arial"/>
              </a:rPr>
              <a:t>l</a:t>
            </a:r>
            <a:r>
              <a:rPr sz="1600" b="1" spc="-5" dirty="0">
                <a:solidFill>
                  <a:srgbClr val="3232FF"/>
                </a:solidFill>
                <a:latin typeface="Arial"/>
                <a:cs typeface="Arial"/>
              </a:rPr>
              <a:t>i</a:t>
            </a:r>
            <a:r>
              <a:rPr sz="1600" b="1" dirty="0">
                <a:solidFill>
                  <a:srgbClr val="3232FF"/>
                </a:solidFill>
                <a:latin typeface="Arial"/>
                <a:cs typeface="Arial"/>
              </a:rPr>
              <a:t>a</a:t>
            </a:r>
            <a:r>
              <a:rPr sz="1600" b="1" spc="-5" dirty="0">
                <a:solidFill>
                  <a:srgbClr val="3232FF"/>
                </a:solidFill>
                <a:latin typeface="Arial"/>
                <a:cs typeface="Arial"/>
              </a:rPr>
              <a:t>tio</a:t>
            </a:r>
            <a:r>
              <a:rPr sz="1600" b="1" spc="-10" dirty="0">
                <a:solidFill>
                  <a:srgbClr val="3232FF"/>
                </a:solidFill>
                <a:latin typeface="Arial"/>
                <a:cs typeface="Arial"/>
              </a:rPr>
              <a:t>n</a:t>
            </a:r>
            <a:endParaRPr sz="1600">
              <a:latin typeface="Arial"/>
              <a:cs typeface="Arial"/>
            </a:endParaRPr>
          </a:p>
        </p:txBody>
      </p:sp>
      <p:sp>
        <p:nvSpPr>
          <p:cNvPr id="119" name="object 119"/>
          <p:cNvSpPr txBox="1"/>
          <p:nvPr/>
        </p:nvSpPr>
        <p:spPr>
          <a:xfrm>
            <a:off x="9148067" y="5396323"/>
            <a:ext cx="780415" cy="246221"/>
          </a:xfrm>
          <a:prstGeom prst="rect">
            <a:avLst/>
          </a:prstGeom>
        </p:spPr>
        <p:txBody>
          <a:bodyPr vert="horz" wrap="square" lIns="0" tIns="0" rIns="0" bIns="0" rtlCol="0">
            <a:spAutoFit/>
          </a:bodyPr>
          <a:lstStyle/>
          <a:p>
            <a:pPr marL="12700"/>
            <a:r>
              <a:rPr sz="1600" b="1" spc="-10" dirty="0">
                <a:solidFill>
                  <a:srgbClr val="3232FF"/>
                </a:solidFill>
                <a:latin typeface="Arial"/>
                <a:cs typeface="Arial"/>
              </a:rPr>
              <a:t>Mission</a:t>
            </a:r>
            <a:endParaRPr sz="1600">
              <a:latin typeface="Arial"/>
              <a:cs typeface="Arial"/>
            </a:endParaRPr>
          </a:p>
        </p:txBody>
      </p:sp>
      <p:sp>
        <p:nvSpPr>
          <p:cNvPr id="120" name="object 120"/>
          <p:cNvSpPr txBox="1"/>
          <p:nvPr/>
        </p:nvSpPr>
        <p:spPr>
          <a:xfrm>
            <a:off x="9143245" y="4716618"/>
            <a:ext cx="814069" cy="246221"/>
          </a:xfrm>
          <a:prstGeom prst="rect">
            <a:avLst/>
          </a:prstGeom>
        </p:spPr>
        <p:txBody>
          <a:bodyPr vert="horz" wrap="square" lIns="0" tIns="0" rIns="0" bIns="0" rtlCol="0">
            <a:spAutoFit/>
          </a:bodyPr>
          <a:lstStyle/>
          <a:p>
            <a:pPr marL="12700"/>
            <a:r>
              <a:rPr sz="1600" b="1" spc="-15" dirty="0">
                <a:solidFill>
                  <a:srgbClr val="3232FF"/>
                </a:solidFill>
                <a:latin typeface="Arial"/>
                <a:cs typeface="Arial"/>
              </a:rPr>
              <a:t>Po</a:t>
            </a:r>
            <a:r>
              <a:rPr sz="1600" b="1" spc="-20" dirty="0">
                <a:solidFill>
                  <a:srgbClr val="3232FF"/>
                </a:solidFill>
                <a:latin typeface="Arial"/>
                <a:cs typeface="Arial"/>
              </a:rPr>
              <a:t>t</a:t>
            </a:r>
            <a:r>
              <a:rPr sz="1600" b="1" spc="-15" dirty="0">
                <a:solidFill>
                  <a:srgbClr val="3232FF"/>
                </a:solidFill>
                <a:latin typeface="Arial"/>
                <a:cs typeface="Arial"/>
              </a:rPr>
              <a:t>ency</a:t>
            </a:r>
            <a:endParaRPr sz="1600">
              <a:latin typeface="Arial"/>
              <a:cs typeface="Arial"/>
            </a:endParaRPr>
          </a:p>
        </p:txBody>
      </p:sp>
      <p:sp>
        <p:nvSpPr>
          <p:cNvPr id="121" name="object 121"/>
          <p:cNvSpPr/>
          <p:nvPr/>
        </p:nvSpPr>
        <p:spPr>
          <a:xfrm>
            <a:off x="8968740" y="2484121"/>
            <a:ext cx="1354074" cy="454913"/>
          </a:xfrm>
          <a:prstGeom prst="rect">
            <a:avLst/>
          </a:prstGeom>
          <a:blipFill>
            <a:blip r:embed="rId24" cstate="print"/>
            <a:stretch>
              <a:fillRect/>
            </a:stretch>
          </a:blipFill>
        </p:spPr>
        <p:txBody>
          <a:bodyPr wrap="square" lIns="0" tIns="0" rIns="0" bIns="0" rtlCol="0"/>
          <a:lstStyle/>
          <a:p>
            <a:endParaRPr/>
          </a:p>
        </p:txBody>
      </p:sp>
      <p:sp>
        <p:nvSpPr>
          <p:cNvPr id="122" name="object 122"/>
          <p:cNvSpPr txBox="1"/>
          <p:nvPr/>
        </p:nvSpPr>
        <p:spPr>
          <a:xfrm>
            <a:off x="9084951" y="2572984"/>
            <a:ext cx="1107440" cy="246221"/>
          </a:xfrm>
          <a:prstGeom prst="rect">
            <a:avLst/>
          </a:prstGeom>
        </p:spPr>
        <p:txBody>
          <a:bodyPr vert="horz" wrap="square" lIns="0" tIns="0" rIns="0" bIns="0" rtlCol="0">
            <a:spAutoFit/>
          </a:bodyPr>
          <a:lstStyle/>
          <a:p>
            <a:pPr marL="12700"/>
            <a:r>
              <a:rPr sz="1600" b="1" spc="-10" dirty="0">
                <a:solidFill>
                  <a:srgbClr val="FF0000"/>
                </a:solidFill>
                <a:latin typeface="Arial"/>
                <a:cs typeface="Arial"/>
              </a:rPr>
              <a:t>EXTRINSIC</a:t>
            </a:r>
            <a:endParaRPr sz="1600">
              <a:latin typeface="Arial"/>
              <a:cs typeface="Arial"/>
            </a:endParaRPr>
          </a:p>
        </p:txBody>
      </p:sp>
      <p:sp>
        <p:nvSpPr>
          <p:cNvPr id="123" name="object 123"/>
          <p:cNvSpPr/>
          <p:nvPr/>
        </p:nvSpPr>
        <p:spPr>
          <a:xfrm>
            <a:off x="9025128" y="3226308"/>
            <a:ext cx="1285494" cy="454913"/>
          </a:xfrm>
          <a:prstGeom prst="rect">
            <a:avLst/>
          </a:prstGeom>
          <a:blipFill>
            <a:blip r:embed="rId25" cstate="print"/>
            <a:stretch>
              <a:fillRect/>
            </a:stretch>
          </a:blipFill>
        </p:spPr>
        <p:txBody>
          <a:bodyPr wrap="square" lIns="0" tIns="0" rIns="0" bIns="0" rtlCol="0"/>
          <a:lstStyle/>
          <a:p>
            <a:endParaRPr/>
          </a:p>
        </p:txBody>
      </p:sp>
      <p:sp>
        <p:nvSpPr>
          <p:cNvPr id="124" name="object 124"/>
          <p:cNvSpPr txBox="1"/>
          <p:nvPr/>
        </p:nvSpPr>
        <p:spPr>
          <a:xfrm>
            <a:off x="9141974" y="3315426"/>
            <a:ext cx="1039494" cy="246221"/>
          </a:xfrm>
          <a:prstGeom prst="rect">
            <a:avLst/>
          </a:prstGeom>
        </p:spPr>
        <p:txBody>
          <a:bodyPr vert="horz" wrap="square" lIns="0" tIns="0" rIns="0" bIns="0" rtlCol="0">
            <a:spAutoFit/>
          </a:bodyPr>
          <a:lstStyle/>
          <a:p>
            <a:pPr marL="12700"/>
            <a:r>
              <a:rPr sz="1600" b="1" spc="-10" dirty="0">
                <a:solidFill>
                  <a:srgbClr val="FF0000"/>
                </a:solidFill>
                <a:latin typeface="Arial"/>
                <a:cs typeface="Arial"/>
              </a:rPr>
              <a:t>INTRINSIC</a:t>
            </a:r>
            <a:endParaRPr sz="1600">
              <a:latin typeface="Arial"/>
              <a:cs typeface="Arial"/>
            </a:endParaRPr>
          </a:p>
        </p:txBody>
      </p:sp>
      <p:sp>
        <p:nvSpPr>
          <p:cNvPr id="125" name="object 125"/>
          <p:cNvSpPr txBox="1"/>
          <p:nvPr/>
        </p:nvSpPr>
        <p:spPr>
          <a:xfrm>
            <a:off x="4030475" y="1252262"/>
            <a:ext cx="262255" cy="430887"/>
          </a:xfrm>
          <a:prstGeom prst="rect">
            <a:avLst/>
          </a:prstGeom>
        </p:spPr>
        <p:txBody>
          <a:bodyPr vert="horz" wrap="square" lIns="0" tIns="0" rIns="0" bIns="0" rtlCol="0">
            <a:spAutoFit/>
          </a:bodyPr>
          <a:lstStyle/>
          <a:p>
            <a:pPr marL="12700"/>
            <a:r>
              <a:rPr sz="2800" b="1" spc="-20" dirty="0">
                <a:latin typeface="Arial"/>
                <a:cs typeface="Arial"/>
              </a:rPr>
              <a:t>P</a:t>
            </a:r>
            <a:endParaRPr sz="2800">
              <a:latin typeface="Arial"/>
              <a:cs typeface="Arial"/>
            </a:endParaRPr>
          </a:p>
        </p:txBody>
      </p:sp>
      <p:sp>
        <p:nvSpPr>
          <p:cNvPr id="126" name="object 126"/>
          <p:cNvSpPr txBox="1"/>
          <p:nvPr/>
        </p:nvSpPr>
        <p:spPr>
          <a:xfrm>
            <a:off x="5122933" y="1250110"/>
            <a:ext cx="1488440" cy="430887"/>
          </a:xfrm>
          <a:prstGeom prst="rect">
            <a:avLst/>
          </a:prstGeom>
        </p:spPr>
        <p:txBody>
          <a:bodyPr vert="horz" wrap="square" lIns="0" tIns="0" rIns="0" bIns="0" rtlCol="0">
            <a:spAutoFit/>
          </a:bodyPr>
          <a:lstStyle/>
          <a:p>
            <a:pPr marL="12700">
              <a:tabLst>
                <a:tab pos="1237615" algn="l"/>
              </a:tabLst>
            </a:pPr>
            <a:r>
              <a:rPr sz="2800" b="1" spc="-25" dirty="0">
                <a:latin typeface="Arial"/>
                <a:cs typeface="Arial"/>
              </a:rPr>
              <a:t>A</a:t>
            </a:r>
            <a:r>
              <a:rPr sz="2800" b="1" spc="-25" dirty="0">
                <a:latin typeface="Times New Roman"/>
                <a:cs typeface="Times New Roman"/>
              </a:rPr>
              <a:t>	</a:t>
            </a:r>
            <a:r>
              <a:rPr sz="2800" b="1" spc="-20" dirty="0">
                <a:latin typeface="Arial"/>
                <a:cs typeface="Arial"/>
              </a:rPr>
              <a:t>E</a:t>
            </a:r>
            <a:endParaRPr sz="2800">
              <a:latin typeface="Arial"/>
              <a:cs typeface="Arial"/>
            </a:endParaRPr>
          </a:p>
        </p:txBody>
      </p:sp>
      <p:sp>
        <p:nvSpPr>
          <p:cNvPr id="127" name="object 127"/>
          <p:cNvSpPr txBox="1"/>
          <p:nvPr/>
        </p:nvSpPr>
        <p:spPr>
          <a:xfrm>
            <a:off x="7467989" y="1252262"/>
            <a:ext cx="124460" cy="430887"/>
          </a:xfrm>
          <a:prstGeom prst="rect">
            <a:avLst/>
          </a:prstGeom>
        </p:spPr>
        <p:txBody>
          <a:bodyPr vert="horz" wrap="square" lIns="0" tIns="0" rIns="0" bIns="0" rtlCol="0">
            <a:spAutoFit/>
          </a:bodyPr>
          <a:lstStyle/>
          <a:p>
            <a:pPr marL="12700"/>
            <a:r>
              <a:rPr sz="2800" b="1" spc="-10" dirty="0">
                <a:latin typeface="Arial"/>
                <a:cs typeface="Arial"/>
              </a:rPr>
              <a:t>I</a:t>
            </a:r>
            <a:endParaRPr sz="2800">
              <a:latin typeface="Arial"/>
              <a:cs typeface="Arial"/>
            </a:endParaRPr>
          </a:p>
        </p:txBody>
      </p:sp>
      <p:sp>
        <p:nvSpPr>
          <p:cNvPr id="128" name="object 128"/>
          <p:cNvSpPr txBox="1">
            <a:spLocks noGrp="1"/>
          </p:cNvSpPr>
          <p:nvPr>
            <p:ph type="title"/>
          </p:nvPr>
        </p:nvSpPr>
        <p:spPr>
          <a:xfrm>
            <a:off x="1981200" y="710924"/>
            <a:ext cx="10515600" cy="633964"/>
          </a:xfrm>
          <a:prstGeom prst="rect">
            <a:avLst/>
          </a:prstGeom>
        </p:spPr>
        <p:txBody>
          <a:bodyPr vert="horz" wrap="square" lIns="0" tIns="201113" rIns="0" bIns="0" rtlCol="0" anchor="ctr">
            <a:spAutoFit/>
          </a:bodyPr>
          <a:lstStyle/>
          <a:p>
            <a:pPr marL="2860040">
              <a:lnSpc>
                <a:spcPct val="100000"/>
              </a:lnSpc>
            </a:pPr>
            <a:r>
              <a:rPr spc="-25" dirty="0"/>
              <a:t>Rewa</a:t>
            </a:r>
            <a:r>
              <a:rPr spc="-10" dirty="0"/>
              <a:t>r</a:t>
            </a:r>
            <a:r>
              <a:rPr spc="-20" dirty="0"/>
              <a:t>ds</a:t>
            </a:r>
            <a:r>
              <a:rPr spc="100" dirty="0">
                <a:latin typeface="Times New Roman"/>
                <a:cs typeface="Times New Roman"/>
              </a:rPr>
              <a:t> </a:t>
            </a:r>
            <a:r>
              <a:rPr spc="-25" dirty="0"/>
              <a:t>&amp;</a:t>
            </a:r>
            <a:r>
              <a:rPr spc="75" dirty="0">
                <a:latin typeface="Times New Roman"/>
                <a:cs typeface="Times New Roman"/>
              </a:rPr>
              <a:t> </a:t>
            </a:r>
            <a:r>
              <a:rPr spc="-229" dirty="0"/>
              <a:t>P</a:t>
            </a:r>
            <a:r>
              <a:rPr spc="-25" dirty="0"/>
              <a:t>AEI</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587815"/>
            <a:ext cx="10515600" cy="880182"/>
          </a:xfrm>
          <a:prstGeom prst="rect">
            <a:avLst/>
          </a:prstGeom>
        </p:spPr>
        <p:txBody>
          <a:bodyPr vert="horz" wrap="square" lIns="0" tIns="201110" rIns="0" bIns="0" rtlCol="0" anchor="ctr">
            <a:spAutoFit/>
          </a:bodyPr>
          <a:lstStyle/>
          <a:p>
            <a:pPr marL="2806700">
              <a:lnSpc>
                <a:spcPct val="100000"/>
              </a:lnSpc>
            </a:pPr>
            <a:r>
              <a:rPr spc="-15" dirty="0">
                <a:latin typeface="Arial"/>
                <a:cs typeface="Arial"/>
              </a:rPr>
              <a:t>Ext</a:t>
            </a:r>
            <a:r>
              <a:rPr spc="-5" dirty="0">
                <a:latin typeface="Arial"/>
                <a:cs typeface="Arial"/>
              </a:rPr>
              <a:t>r</a:t>
            </a:r>
            <a:r>
              <a:rPr spc="-15" dirty="0">
                <a:latin typeface="Arial"/>
                <a:cs typeface="Arial"/>
              </a:rPr>
              <a:t>ins</a:t>
            </a:r>
            <a:r>
              <a:rPr spc="-5" dirty="0">
                <a:latin typeface="Arial"/>
                <a:cs typeface="Arial"/>
              </a:rPr>
              <a:t>i</a:t>
            </a:r>
            <a:r>
              <a:rPr spc="-15" dirty="0">
                <a:latin typeface="Arial"/>
                <a:cs typeface="Arial"/>
              </a:rPr>
              <a:t>c</a:t>
            </a:r>
            <a:r>
              <a:rPr spc="75" dirty="0">
                <a:latin typeface="Times New Roman"/>
                <a:cs typeface="Times New Roman"/>
              </a:rPr>
              <a:t> </a:t>
            </a:r>
            <a:r>
              <a:rPr spc="-25" dirty="0">
                <a:latin typeface="Arial"/>
                <a:cs typeface="Arial"/>
              </a:rPr>
              <a:t>Rewar</a:t>
            </a:r>
            <a:r>
              <a:rPr spc="-15" dirty="0">
                <a:latin typeface="Arial"/>
                <a:cs typeface="Arial"/>
              </a:rPr>
              <a:t>ds</a:t>
            </a:r>
          </a:p>
        </p:txBody>
      </p:sp>
      <p:sp>
        <p:nvSpPr>
          <p:cNvPr id="3" name="object 3"/>
          <p:cNvSpPr/>
          <p:nvPr/>
        </p:nvSpPr>
        <p:spPr>
          <a:xfrm>
            <a:off x="7746492" y="1828801"/>
            <a:ext cx="2065020" cy="1269491"/>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552139" y="2308437"/>
            <a:ext cx="5859145" cy="3185487"/>
          </a:xfrm>
          <a:prstGeom prst="rect">
            <a:avLst/>
          </a:prstGeom>
        </p:spPr>
        <p:txBody>
          <a:bodyPr vert="horz" wrap="square" lIns="0" tIns="0" rIns="0" bIns="0" rtlCol="0">
            <a:spAutoFit/>
          </a:bodyPr>
          <a:lstStyle/>
          <a:p>
            <a:pPr marL="12700" indent="3467100"/>
            <a:r>
              <a:rPr sz="3200" b="1" dirty="0">
                <a:latin typeface="Arial"/>
                <a:cs typeface="Arial"/>
              </a:rPr>
              <a:t>MONE</a:t>
            </a:r>
            <a:r>
              <a:rPr sz="3200" b="1" spc="-240" dirty="0">
                <a:latin typeface="Arial"/>
                <a:cs typeface="Arial"/>
              </a:rPr>
              <a:t>T</a:t>
            </a:r>
            <a:r>
              <a:rPr sz="3200" b="1" spc="-5" dirty="0">
                <a:latin typeface="Arial"/>
                <a:cs typeface="Arial"/>
              </a:rPr>
              <a:t>A</a:t>
            </a:r>
            <a:r>
              <a:rPr sz="3200" b="1" spc="-120" dirty="0">
                <a:latin typeface="Arial"/>
                <a:cs typeface="Arial"/>
              </a:rPr>
              <a:t>R</a:t>
            </a:r>
            <a:r>
              <a:rPr sz="3200" b="1" dirty="0">
                <a:latin typeface="Arial"/>
                <a:cs typeface="Arial"/>
              </a:rPr>
              <a:t>Y</a:t>
            </a:r>
            <a:endParaRPr sz="3200">
              <a:latin typeface="Arial"/>
              <a:cs typeface="Arial"/>
            </a:endParaRPr>
          </a:p>
          <a:p>
            <a:pPr>
              <a:spcBef>
                <a:spcPts val="19"/>
              </a:spcBef>
            </a:pPr>
            <a:endParaRPr sz="3700">
              <a:latin typeface="Times New Roman"/>
              <a:cs typeface="Times New Roman"/>
            </a:endParaRPr>
          </a:p>
          <a:p>
            <a:pPr marL="12700"/>
            <a:r>
              <a:rPr sz="3200" b="1" dirty="0">
                <a:latin typeface="Arial"/>
                <a:cs typeface="Arial"/>
              </a:rPr>
              <a:t>EXTR</a:t>
            </a:r>
            <a:r>
              <a:rPr sz="3200" b="1" spc="-10" dirty="0">
                <a:latin typeface="Arial"/>
                <a:cs typeface="Arial"/>
              </a:rPr>
              <a:t>I</a:t>
            </a:r>
            <a:r>
              <a:rPr sz="3200" b="1" spc="-5" dirty="0">
                <a:latin typeface="Arial"/>
                <a:cs typeface="Arial"/>
              </a:rPr>
              <a:t>NSIC</a:t>
            </a:r>
            <a:endParaRPr sz="3200">
              <a:latin typeface="Arial"/>
              <a:cs typeface="Arial"/>
            </a:endParaRPr>
          </a:p>
          <a:p>
            <a:pPr>
              <a:spcBef>
                <a:spcPts val="21"/>
              </a:spcBef>
            </a:pPr>
            <a:endParaRPr sz="4200">
              <a:latin typeface="Times New Roman"/>
              <a:cs typeface="Times New Roman"/>
            </a:endParaRPr>
          </a:p>
          <a:p>
            <a:pPr marL="3562350"/>
            <a:r>
              <a:rPr sz="3200" b="1" dirty="0">
                <a:latin typeface="Arial"/>
                <a:cs typeface="Arial"/>
              </a:rPr>
              <a:t>NO</a:t>
            </a:r>
            <a:r>
              <a:rPr sz="3200" b="1" spc="5" dirty="0">
                <a:latin typeface="Arial"/>
                <a:cs typeface="Arial"/>
              </a:rPr>
              <a:t>N</a:t>
            </a:r>
            <a:r>
              <a:rPr sz="3200" b="1" dirty="0">
                <a:latin typeface="Arial"/>
                <a:cs typeface="Arial"/>
              </a:rPr>
              <a:t>-</a:t>
            </a:r>
            <a:endParaRPr sz="3200">
              <a:latin typeface="Arial"/>
              <a:cs typeface="Arial"/>
            </a:endParaRPr>
          </a:p>
          <a:p>
            <a:pPr marL="3562350"/>
            <a:r>
              <a:rPr sz="3200" b="1" dirty="0">
                <a:latin typeface="Arial"/>
                <a:cs typeface="Arial"/>
              </a:rPr>
              <a:t>MONE</a:t>
            </a:r>
            <a:r>
              <a:rPr sz="3200" b="1" spc="-250" dirty="0">
                <a:latin typeface="Arial"/>
                <a:cs typeface="Arial"/>
              </a:rPr>
              <a:t>T</a:t>
            </a:r>
            <a:r>
              <a:rPr sz="3200" b="1" spc="-5" dirty="0">
                <a:latin typeface="Arial"/>
                <a:cs typeface="Arial"/>
              </a:rPr>
              <a:t>A</a:t>
            </a:r>
            <a:r>
              <a:rPr sz="3200" b="1" spc="-120" dirty="0">
                <a:latin typeface="Arial"/>
                <a:cs typeface="Arial"/>
              </a:rPr>
              <a:t>R</a:t>
            </a:r>
            <a:r>
              <a:rPr sz="3200" b="1" dirty="0">
                <a:latin typeface="Arial"/>
                <a:cs typeface="Arial"/>
              </a:rPr>
              <a:t>Y</a:t>
            </a:r>
            <a:endParaRPr sz="3200">
              <a:latin typeface="Arial"/>
              <a:cs typeface="Arial"/>
            </a:endParaRPr>
          </a:p>
        </p:txBody>
      </p:sp>
      <p:sp>
        <p:nvSpPr>
          <p:cNvPr id="5" name="object 5"/>
          <p:cNvSpPr/>
          <p:nvPr/>
        </p:nvSpPr>
        <p:spPr>
          <a:xfrm>
            <a:off x="4363212" y="1944624"/>
            <a:ext cx="247015" cy="3429000"/>
          </a:xfrm>
          <a:custGeom>
            <a:avLst/>
            <a:gdLst/>
            <a:ahLst/>
            <a:cxnLst/>
            <a:rect l="l" t="t" r="r" b="b"/>
            <a:pathLst>
              <a:path w="247014" h="3429000">
                <a:moveTo>
                  <a:pt x="246887" y="3428999"/>
                </a:moveTo>
                <a:lnTo>
                  <a:pt x="207867" y="3413266"/>
                </a:lnTo>
                <a:lnTo>
                  <a:pt x="181859" y="3382762"/>
                </a:lnTo>
                <a:lnTo>
                  <a:pt x="159597" y="3338609"/>
                </a:lnTo>
                <a:lnTo>
                  <a:pt x="141936" y="3282951"/>
                </a:lnTo>
                <a:lnTo>
                  <a:pt x="133143" y="3240513"/>
                </a:lnTo>
                <a:lnTo>
                  <a:pt x="127031" y="3194551"/>
                </a:lnTo>
                <a:lnTo>
                  <a:pt x="123853" y="3145700"/>
                </a:lnTo>
                <a:lnTo>
                  <a:pt x="123443" y="3120389"/>
                </a:lnTo>
                <a:lnTo>
                  <a:pt x="123443" y="2023109"/>
                </a:lnTo>
                <a:lnTo>
                  <a:pt x="123035" y="1997798"/>
                </a:lnTo>
                <a:lnTo>
                  <a:pt x="119858" y="1948946"/>
                </a:lnTo>
                <a:lnTo>
                  <a:pt x="113748" y="1902983"/>
                </a:lnTo>
                <a:lnTo>
                  <a:pt x="104958" y="1860545"/>
                </a:lnTo>
                <a:lnTo>
                  <a:pt x="93741" y="1822268"/>
                </a:lnTo>
                <a:lnTo>
                  <a:pt x="72920" y="1774042"/>
                </a:lnTo>
                <a:lnTo>
                  <a:pt x="48066" y="1738751"/>
                </a:lnTo>
                <a:lnTo>
                  <a:pt x="10129" y="1715522"/>
                </a:lnTo>
                <a:lnTo>
                  <a:pt x="0" y="1714499"/>
                </a:lnTo>
                <a:lnTo>
                  <a:pt x="10129" y="1713476"/>
                </a:lnTo>
                <a:lnTo>
                  <a:pt x="48066" y="1690248"/>
                </a:lnTo>
                <a:lnTo>
                  <a:pt x="72920" y="1654957"/>
                </a:lnTo>
                <a:lnTo>
                  <a:pt x="93741" y="1606731"/>
                </a:lnTo>
                <a:lnTo>
                  <a:pt x="104958" y="1568454"/>
                </a:lnTo>
                <a:lnTo>
                  <a:pt x="113748" y="1526016"/>
                </a:lnTo>
                <a:lnTo>
                  <a:pt x="119858" y="1480053"/>
                </a:lnTo>
                <a:lnTo>
                  <a:pt x="123035" y="1431201"/>
                </a:lnTo>
                <a:lnTo>
                  <a:pt x="123443" y="1405889"/>
                </a:lnTo>
                <a:lnTo>
                  <a:pt x="123443" y="308609"/>
                </a:lnTo>
                <a:lnTo>
                  <a:pt x="123853" y="283298"/>
                </a:lnTo>
                <a:lnTo>
                  <a:pt x="127031" y="234446"/>
                </a:lnTo>
                <a:lnTo>
                  <a:pt x="133143" y="188483"/>
                </a:lnTo>
                <a:lnTo>
                  <a:pt x="141936" y="146045"/>
                </a:lnTo>
                <a:lnTo>
                  <a:pt x="153156" y="107768"/>
                </a:lnTo>
                <a:lnTo>
                  <a:pt x="173980" y="59542"/>
                </a:lnTo>
                <a:lnTo>
                  <a:pt x="198834" y="24251"/>
                </a:lnTo>
                <a:lnTo>
                  <a:pt x="236762" y="1023"/>
                </a:lnTo>
                <a:lnTo>
                  <a:pt x="246887" y="0"/>
                </a:lnTo>
              </a:path>
            </a:pathLst>
          </a:custGeom>
          <a:ln w="9143">
            <a:solidFill>
              <a:srgbClr val="000000"/>
            </a:solidFill>
          </a:ln>
        </p:spPr>
        <p:txBody>
          <a:bodyPr wrap="square" lIns="0" tIns="0" rIns="0" bIns="0" rtlCol="0"/>
          <a:lstStyle/>
          <a:p>
            <a:endParaRPr/>
          </a:p>
        </p:txBody>
      </p:sp>
      <p:sp>
        <p:nvSpPr>
          <p:cNvPr id="6" name="object 6"/>
          <p:cNvSpPr/>
          <p:nvPr/>
        </p:nvSpPr>
        <p:spPr>
          <a:xfrm>
            <a:off x="7746493" y="3429000"/>
            <a:ext cx="1397507" cy="2046732"/>
          </a:xfrm>
          <a:prstGeom prst="rect">
            <a:avLst/>
          </a:prstGeom>
          <a:blipFill>
            <a:blip r:embed="rId4" cstate="print"/>
            <a:stretch>
              <a:fillRect/>
            </a:stretch>
          </a:blipFill>
        </p:spPr>
        <p:txBody>
          <a:bodyPr wrap="square" lIns="0" tIns="0" rIns="0" bIns="0" rtlCol="0"/>
          <a:lstStyle/>
          <a:p>
            <a:endParaRPr/>
          </a:p>
        </p:txBody>
      </p:sp>
      <p:sp>
        <p:nvSpPr>
          <p:cNvPr id="7" name="object 7"/>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757165" y="4281678"/>
            <a:ext cx="1981200" cy="304800"/>
          </a:xfrm>
          <a:custGeom>
            <a:avLst/>
            <a:gdLst/>
            <a:ahLst/>
            <a:cxnLst/>
            <a:rect l="l" t="t" r="r" b="b"/>
            <a:pathLst>
              <a:path w="1981200" h="304800">
                <a:moveTo>
                  <a:pt x="0" y="304799"/>
                </a:moveTo>
                <a:lnTo>
                  <a:pt x="1981199" y="304799"/>
                </a:lnTo>
                <a:lnTo>
                  <a:pt x="1981199" y="0"/>
                </a:lnTo>
                <a:lnTo>
                  <a:pt x="0" y="0"/>
                </a:lnTo>
                <a:lnTo>
                  <a:pt x="0" y="304799"/>
                </a:lnTo>
                <a:close/>
              </a:path>
            </a:pathLst>
          </a:custGeom>
          <a:solidFill>
            <a:srgbClr val="00CC98"/>
          </a:solidFill>
        </p:spPr>
        <p:txBody>
          <a:bodyPr wrap="square" lIns="0" tIns="0" rIns="0" bIns="0" rtlCol="0"/>
          <a:lstStyle/>
          <a:p>
            <a:endParaRPr/>
          </a:p>
        </p:txBody>
      </p:sp>
      <p:sp>
        <p:nvSpPr>
          <p:cNvPr id="3" name="object 3"/>
          <p:cNvSpPr/>
          <p:nvPr/>
        </p:nvSpPr>
        <p:spPr>
          <a:xfrm>
            <a:off x="7893557" y="4281678"/>
            <a:ext cx="744220" cy="304800"/>
          </a:xfrm>
          <a:custGeom>
            <a:avLst/>
            <a:gdLst/>
            <a:ahLst/>
            <a:cxnLst/>
            <a:rect l="l" t="t" r="r" b="b"/>
            <a:pathLst>
              <a:path w="744220" h="304800">
                <a:moveTo>
                  <a:pt x="0" y="304799"/>
                </a:moveTo>
                <a:lnTo>
                  <a:pt x="743711" y="304799"/>
                </a:lnTo>
                <a:lnTo>
                  <a:pt x="743711" y="0"/>
                </a:lnTo>
                <a:lnTo>
                  <a:pt x="0" y="0"/>
                </a:lnTo>
                <a:lnTo>
                  <a:pt x="0" y="304799"/>
                </a:lnTo>
                <a:close/>
              </a:path>
            </a:pathLst>
          </a:custGeom>
          <a:solidFill>
            <a:srgbClr val="00CC98"/>
          </a:solidFill>
        </p:spPr>
        <p:txBody>
          <a:bodyPr wrap="square" lIns="0" tIns="0" rIns="0" bIns="0" rtlCol="0"/>
          <a:lstStyle/>
          <a:p>
            <a:endParaRPr/>
          </a:p>
        </p:txBody>
      </p:sp>
      <p:sp>
        <p:nvSpPr>
          <p:cNvPr id="4" name="object 4"/>
          <p:cNvSpPr/>
          <p:nvPr/>
        </p:nvSpPr>
        <p:spPr>
          <a:xfrm>
            <a:off x="8637269" y="4281678"/>
            <a:ext cx="577850" cy="304800"/>
          </a:xfrm>
          <a:custGeom>
            <a:avLst/>
            <a:gdLst/>
            <a:ahLst/>
            <a:cxnLst/>
            <a:rect l="l" t="t" r="r" b="b"/>
            <a:pathLst>
              <a:path w="577850" h="304800">
                <a:moveTo>
                  <a:pt x="0" y="304799"/>
                </a:moveTo>
                <a:lnTo>
                  <a:pt x="577595" y="304799"/>
                </a:lnTo>
                <a:lnTo>
                  <a:pt x="577595" y="0"/>
                </a:lnTo>
                <a:lnTo>
                  <a:pt x="0" y="0"/>
                </a:lnTo>
                <a:lnTo>
                  <a:pt x="0" y="304799"/>
                </a:lnTo>
                <a:close/>
              </a:path>
            </a:pathLst>
          </a:custGeom>
          <a:solidFill>
            <a:srgbClr val="00CC98"/>
          </a:solidFill>
        </p:spPr>
        <p:txBody>
          <a:bodyPr wrap="square" lIns="0" tIns="0" rIns="0" bIns="0" rtlCol="0"/>
          <a:lstStyle/>
          <a:p>
            <a:endParaRPr/>
          </a:p>
        </p:txBody>
      </p:sp>
      <p:sp>
        <p:nvSpPr>
          <p:cNvPr id="5" name="object 5"/>
          <p:cNvSpPr/>
          <p:nvPr/>
        </p:nvSpPr>
        <p:spPr>
          <a:xfrm>
            <a:off x="4757165" y="3672078"/>
            <a:ext cx="1651000" cy="304800"/>
          </a:xfrm>
          <a:custGeom>
            <a:avLst/>
            <a:gdLst/>
            <a:ahLst/>
            <a:cxnLst/>
            <a:rect l="l" t="t" r="r" b="b"/>
            <a:pathLst>
              <a:path w="1651000" h="304800">
                <a:moveTo>
                  <a:pt x="0" y="304799"/>
                </a:moveTo>
                <a:lnTo>
                  <a:pt x="1650491" y="304799"/>
                </a:lnTo>
                <a:lnTo>
                  <a:pt x="1650491" y="0"/>
                </a:lnTo>
                <a:lnTo>
                  <a:pt x="0" y="0"/>
                </a:lnTo>
                <a:lnTo>
                  <a:pt x="0" y="304799"/>
                </a:lnTo>
                <a:close/>
              </a:path>
            </a:pathLst>
          </a:custGeom>
          <a:solidFill>
            <a:srgbClr val="00CC98"/>
          </a:solidFill>
        </p:spPr>
        <p:txBody>
          <a:bodyPr wrap="square" lIns="0" tIns="0" rIns="0" bIns="0" rtlCol="0"/>
          <a:lstStyle/>
          <a:p>
            <a:endParaRPr/>
          </a:p>
        </p:txBody>
      </p:sp>
      <p:sp>
        <p:nvSpPr>
          <p:cNvPr id="6" name="object 6"/>
          <p:cNvSpPr/>
          <p:nvPr/>
        </p:nvSpPr>
        <p:spPr>
          <a:xfrm>
            <a:off x="6407657" y="3672078"/>
            <a:ext cx="1156970" cy="304800"/>
          </a:xfrm>
          <a:custGeom>
            <a:avLst/>
            <a:gdLst/>
            <a:ahLst/>
            <a:cxnLst/>
            <a:rect l="l" t="t" r="r" b="b"/>
            <a:pathLst>
              <a:path w="1156970" h="304800">
                <a:moveTo>
                  <a:pt x="0" y="304799"/>
                </a:moveTo>
                <a:lnTo>
                  <a:pt x="1156715" y="304799"/>
                </a:lnTo>
                <a:lnTo>
                  <a:pt x="1156715" y="0"/>
                </a:lnTo>
                <a:lnTo>
                  <a:pt x="0" y="0"/>
                </a:lnTo>
                <a:lnTo>
                  <a:pt x="0" y="304799"/>
                </a:lnTo>
                <a:close/>
              </a:path>
            </a:pathLst>
          </a:custGeom>
          <a:solidFill>
            <a:srgbClr val="00CC98"/>
          </a:solidFill>
        </p:spPr>
        <p:txBody>
          <a:bodyPr wrap="square" lIns="0" tIns="0" rIns="0" bIns="0" rtlCol="0"/>
          <a:lstStyle/>
          <a:p>
            <a:endParaRPr/>
          </a:p>
        </p:txBody>
      </p:sp>
      <p:sp>
        <p:nvSpPr>
          <p:cNvPr id="7" name="object 7"/>
          <p:cNvSpPr/>
          <p:nvPr/>
        </p:nvSpPr>
        <p:spPr>
          <a:xfrm>
            <a:off x="6738365" y="4281678"/>
            <a:ext cx="1155700" cy="304800"/>
          </a:xfrm>
          <a:custGeom>
            <a:avLst/>
            <a:gdLst/>
            <a:ahLst/>
            <a:cxnLst/>
            <a:rect l="l" t="t" r="r" b="b"/>
            <a:pathLst>
              <a:path w="1155700" h="304800">
                <a:moveTo>
                  <a:pt x="0" y="304799"/>
                </a:moveTo>
                <a:lnTo>
                  <a:pt x="1155191" y="304799"/>
                </a:lnTo>
                <a:lnTo>
                  <a:pt x="1155191" y="0"/>
                </a:lnTo>
                <a:lnTo>
                  <a:pt x="0" y="0"/>
                </a:lnTo>
                <a:lnTo>
                  <a:pt x="0" y="304799"/>
                </a:lnTo>
                <a:close/>
              </a:path>
            </a:pathLst>
          </a:custGeom>
          <a:solidFill>
            <a:srgbClr val="00CC98"/>
          </a:solidFill>
        </p:spPr>
        <p:txBody>
          <a:bodyPr wrap="square" lIns="0" tIns="0" rIns="0" bIns="0" rtlCol="0"/>
          <a:lstStyle/>
          <a:p>
            <a:endParaRPr/>
          </a:p>
        </p:txBody>
      </p:sp>
      <p:sp>
        <p:nvSpPr>
          <p:cNvPr id="9" name="object 9"/>
          <p:cNvSpPr/>
          <p:nvPr/>
        </p:nvSpPr>
        <p:spPr>
          <a:xfrm>
            <a:off x="7564373" y="3672078"/>
            <a:ext cx="1073150" cy="304800"/>
          </a:xfrm>
          <a:custGeom>
            <a:avLst/>
            <a:gdLst/>
            <a:ahLst/>
            <a:cxnLst/>
            <a:rect l="l" t="t" r="r" b="b"/>
            <a:pathLst>
              <a:path w="1073150" h="304800">
                <a:moveTo>
                  <a:pt x="0" y="304799"/>
                </a:moveTo>
                <a:lnTo>
                  <a:pt x="1072895" y="304799"/>
                </a:lnTo>
                <a:lnTo>
                  <a:pt x="1072895" y="0"/>
                </a:lnTo>
                <a:lnTo>
                  <a:pt x="0" y="0"/>
                </a:lnTo>
                <a:lnTo>
                  <a:pt x="0" y="304799"/>
                </a:lnTo>
                <a:close/>
              </a:path>
            </a:pathLst>
          </a:custGeom>
          <a:solidFill>
            <a:srgbClr val="00CC98"/>
          </a:solidFill>
        </p:spPr>
        <p:txBody>
          <a:bodyPr wrap="square" lIns="0" tIns="0" rIns="0" bIns="0" rtlCol="0"/>
          <a:lstStyle/>
          <a:p>
            <a:endParaRPr/>
          </a:p>
        </p:txBody>
      </p:sp>
      <p:sp>
        <p:nvSpPr>
          <p:cNvPr id="10" name="object 10"/>
          <p:cNvSpPr/>
          <p:nvPr/>
        </p:nvSpPr>
        <p:spPr>
          <a:xfrm>
            <a:off x="8637270" y="3672078"/>
            <a:ext cx="908685" cy="304800"/>
          </a:xfrm>
          <a:custGeom>
            <a:avLst/>
            <a:gdLst/>
            <a:ahLst/>
            <a:cxnLst/>
            <a:rect l="l" t="t" r="r" b="b"/>
            <a:pathLst>
              <a:path w="908684" h="304800">
                <a:moveTo>
                  <a:pt x="0" y="304799"/>
                </a:moveTo>
                <a:lnTo>
                  <a:pt x="908303" y="304799"/>
                </a:lnTo>
                <a:lnTo>
                  <a:pt x="908303" y="0"/>
                </a:lnTo>
                <a:lnTo>
                  <a:pt x="0" y="0"/>
                </a:lnTo>
                <a:lnTo>
                  <a:pt x="0" y="304799"/>
                </a:lnTo>
                <a:close/>
              </a:path>
            </a:pathLst>
          </a:custGeom>
          <a:solidFill>
            <a:srgbClr val="00CC98"/>
          </a:solidFill>
        </p:spPr>
        <p:txBody>
          <a:bodyPr wrap="square" lIns="0" tIns="0" rIns="0" bIns="0" rtlCol="0"/>
          <a:lstStyle/>
          <a:p>
            <a:endParaRPr/>
          </a:p>
        </p:txBody>
      </p:sp>
      <p:sp>
        <p:nvSpPr>
          <p:cNvPr id="11" name="object 11"/>
          <p:cNvSpPr txBox="1"/>
          <p:nvPr/>
        </p:nvSpPr>
        <p:spPr>
          <a:xfrm>
            <a:off x="2142546" y="2495308"/>
            <a:ext cx="2467610" cy="2005964"/>
          </a:xfrm>
          <a:prstGeom prst="rect">
            <a:avLst/>
          </a:prstGeom>
        </p:spPr>
        <p:txBody>
          <a:bodyPr vert="horz" wrap="square" lIns="0" tIns="0" rIns="0" bIns="0" rtlCol="0">
            <a:spAutoFit/>
          </a:bodyPr>
          <a:lstStyle/>
          <a:p>
            <a:pPr marL="12700"/>
            <a:r>
              <a:rPr sz="2000" b="1" spc="-5" dirty="0">
                <a:latin typeface="Arial"/>
                <a:cs typeface="Arial"/>
              </a:rPr>
              <a:t>CEO</a:t>
            </a:r>
            <a:endParaRPr sz="2000">
              <a:latin typeface="Arial"/>
              <a:cs typeface="Arial"/>
            </a:endParaRPr>
          </a:p>
          <a:p>
            <a:pPr>
              <a:spcBef>
                <a:spcPts val="42"/>
              </a:spcBef>
            </a:pPr>
            <a:endParaRPr sz="2050">
              <a:latin typeface="Times New Roman"/>
              <a:cs typeface="Times New Roman"/>
            </a:endParaRPr>
          </a:p>
          <a:p>
            <a:pPr marL="12700" indent="44450"/>
            <a:r>
              <a:rPr sz="2000" b="1" spc="-150" dirty="0">
                <a:latin typeface="Arial"/>
                <a:cs typeface="Arial"/>
              </a:rPr>
              <a:t>T</a:t>
            </a:r>
            <a:r>
              <a:rPr sz="2000" b="1" dirty="0">
                <a:latin typeface="Arial"/>
                <a:cs typeface="Arial"/>
              </a:rPr>
              <a:t>op</a:t>
            </a:r>
            <a:r>
              <a:rPr sz="2000" b="1" spc="45" dirty="0">
                <a:latin typeface="Times New Roman"/>
                <a:cs typeface="Times New Roman"/>
              </a:rPr>
              <a:t> </a:t>
            </a:r>
            <a:r>
              <a:rPr sz="2000" b="1" spc="-10" dirty="0">
                <a:latin typeface="Arial"/>
                <a:cs typeface="Arial"/>
              </a:rPr>
              <a:t>m</a:t>
            </a:r>
            <a:r>
              <a:rPr sz="2000" b="1" spc="-5" dirty="0">
                <a:latin typeface="Arial"/>
                <a:cs typeface="Arial"/>
              </a:rPr>
              <a:t>anage</a:t>
            </a:r>
            <a:r>
              <a:rPr sz="2000" b="1" spc="-10" dirty="0">
                <a:latin typeface="Arial"/>
                <a:cs typeface="Arial"/>
              </a:rPr>
              <a:t>m</a:t>
            </a:r>
            <a:r>
              <a:rPr sz="2000" b="1" spc="-5" dirty="0">
                <a:latin typeface="Arial"/>
                <a:cs typeface="Arial"/>
              </a:rPr>
              <a:t>ent</a:t>
            </a:r>
            <a:endParaRPr sz="2000">
              <a:latin typeface="Arial"/>
              <a:cs typeface="Arial"/>
            </a:endParaRPr>
          </a:p>
          <a:p>
            <a:pPr marL="73025" marR="5080" indent="-60960">
              <a:lnSpc>
                <a:spcPct val="166200"/>
              </a:lnSpc>
              <a:spcBef>
                <a:spcPts val="810"/>
              </a:spcBef>
            </a:pPr>
            <a:r>
              <a:rPr sz="2000" b="1" dirty="0">
                <a:latin typeface="Arial"/>
                <a:cs typeface="Arial"/>
              </a:rPr>
              <a:t>M</a:t>
            </a:r>
            <a:r>
              <a:rPr sz="2000" b="1" spc="-10" dirty="0">
                <a:latin typeface="Arial"/>
                <a:cs typeface="Arial"/>
              </a:rPr>
              <a:t>i</a:t>
            </a:r>
            <a:r>
              <a:rPr sz="2000" b="1" dirty="0">
                <a:latin typeface="Arial"/>
                <a:cs typeface="Arial"/>
              </a:rPr>
              <a:t>ddle</a:t>
            </a:r>
            <a:r>
              <a:rPr sz="2000" b="1" spc="30" dirty="0">
                <a:latin typeface="Times New Roman"/>
                <a:cs typeface="Times New Roman"/>
              </a:rPr>
              <a:t> </a:t>
            </a:r>
            <a:r>
              <a:rPr sz="2000" b="1" spc="-5" dirty="0">
                <a:latin typeface="Arial"/>
                <a:cs typeface="Arial"/>
              </a:rPr>
              <a:t>management</a:t>
            </a:r>
            <a:r>
              <a:rPr sz="2000" b="1" spc="-5" dirty="0">
                <a:latin typeface="Times New Roman"/>
                <a:cs typeface="Times New Roman"/>
              </a:rPr>
              <a:t> </a:t>
            </a:r>
            <a:r>
              <a:rPr sz="2000" b="1" dirty="0">
                <a:latin typeface="Arial"/>
                <a:cs typeface="Arial"/>
              </a:rPr>
              <a:t>Staff</a:t>
            </a:r>
            <a:endParaRPr sz="2000">
              <a:latin typeface="Arial"/>
              <a:cs typeface="Arial"/>
            </a:endParaRPr>
          </a:p>
        </p:txBody>
      </p:sp>
      <p:sp>
        <p:nvSpPr>
          <p:cNvPr id="13" name="object 13"/>
          <p:cNvSpPr/>
          <p:nvPr/>
        </p:nvSpPr>
        <p:spPr>
          <a:xfrm>
            <a:off x="4757166" y="3062477"/>
            <a:ext cx="1237615" cy="304800"/>
          </a:xfrm>
          <a:custGeom>
            <a:avLst/>
            <a:gdLst/>
            <a:ahLst/>
            <a:cxnLst/>
            <a:rect l="l" t="t" r="r" b="b"/>
            <a:pathLst>
              <a:path w="1237614" h="304800">
                <a:moveTo>
                  <a:pt x="0" y="304799"/>
                </a:moveTo>
                <a:lnTo>
                  <a:pt x="1237487" y="304799"/>
                </a:lnTo>
                <a:lnTo>
                  <a:pt x="1237487" y="0"/>
                </a:lnTo>
                <a:lnTo>
                  <a:pt x="0" y="0"/>
                </a:lnTo>
                <a:lnTo>
                  <a:pt x="0" y="304799"/>
                </a:lnTo>
                <a:close/>
              </a:path>
            </a:pathLst>
          </a:custGeom>
          <a:solidFill>
            <a:srgbClr val="00CC98"/>
          </a:solidFill>
        </p:spPr>
        <p:txBody>
          <a:bodyPr wrap="square" lIns="0" tIns="0" rIns="0" bIns="0" rtlCol="0"/>
          <a:lstStyle/>
          <a:p>
            <a:endParaRPr/>
          </a:p>
        </p:txBody>
      </p:sp>
      <p:sp>
        <p:nvSpPr>
          <p:cNvPr id="14" name="object 14"/>
          <p:cNvSpPr/>
          <p:nvPr/>
        </p:nvSpPr>
        <p:spPr>
          <a:xfrm>
            <a:off x="5994653" y="3062477"/>
            <a:ext cx="1156970" cy="304800"/>
          </a:xfrm>
          <a:custGeom>
            <a:avLst/>
            <a:gdLst/>
            <a:ahLst/>
            <a:cxnLst/>
            <a:rect l="l" t="t" r="r" b="b"/>
            <a:pathLst>
              <a:path w="1156970" h="304800">
                <a:moveTo>
                  <a:pt x="0" y="304799"/>
                </a:moveTo>
                <a:lnTo>
                  <a:pt x="1156715" y="304799"/>
                </a:lnTo>
                <a:lnTo>
                  <a:pt x="1156715" y="0"/>
                </a:lnTo>
                <a:lnTo>
                  <a:pt x="0" y="0"/>
                </a:lnTo>
                <a:lnTo>
                  <a:pt x="0" y="304799"/>
                </a:lnTo>
                <a:close/>
              </a:path>
            </a:pathLst>
          </a:custGeom>
          <a:solidFill>
            <a:srgbClr val="00CC98"/>
          </a:solidFill>
        </p:spPr>
        <p:txBody>
          <a:bodyPr wrap="square" lIns="0" tIns="0" rIns="0" bIns="0" rtlCol="0"/>
          <a:lstStyle/>
          <a:p>
            <a:endParaRPr/>
          </a:p>
        </p:txBody>
      </p:sp>
      <p:sp>
        <p:nvSpPr>
          <p:cNvPr id="15" name="object 15"/>
          <p:cNvSpPr/>
          <p:nvPr/>
        </p:nvSpPr>
        <p:spPr>
          <a:xfrm>
            <a:off x="7151369" y="3062477"/>
            <a:ext cx="1485900" cy="304800"/>
          </a:xfrm>
          <a:custGeom>
            <a:avLst/>
            <a:gdLst/>
            <a:ahLst/>
            <a:cxnLst/>
            <a:rect l="l" t="t" r="r" b="b"/>
            <a:pathLst>
              <a:path w="1485900" h="304800">
                <a:moveTo>
                  <a:pt x="0" y="304799"/>
                </a:moveTo>
                <a:lnTo>
                  <a:pt x="1485899" y="304799"/>
                </a:lnTo>
                <a:lnTo>
                  <a:pt x="1485899" y="0"/>
                </a:lnTo>
                <a:lnTo>
                  <a:pt x="0" y="0"/>
                </a:lnTo>
                <a:lnTo>
                  <a:pt x="0" y="304799"/>
                </a:lnTo>
                <a:close/>
              </a:path>
            </a:pathLst>
          </a:custGeom>
          <a:solidFill>
            <a:srgbClr val="00CC98"/>
          </a:solidFill>
        </p:spPr>
        <p:txBody>
          <a:bodyPr wrap="square" lIns="0" tIns="0" rIns="0" bIns="0" rtlCol="0"/>
          <a:lstStyle/>
          <a:p>
            <a:endParaRPr/>
          </a:p>
        </p:txBody>
      </p:sp>
      <p:sp>
        <p:nvSpPr>
          <p:cNvPr id="16" name="object 16"/>
          <p:cNvSpPr/>
          <p:nvPr/>
        </p:nvSpPr>
        <p:spPr>
          <a:xfrm>
            <a:off x="8637270" y="3062477"/>
            <a:ext cx="1320165" cy="304800"/>
          </a:xfrm>
          <a:custGeom>
            <a:avLst/>
            <a:gdLst/>
            <a:ahLst/>
            <a:cxnLst/>
            <a:rect l="l" t="t" r="r" b="b"/>
            <a:pathLst>
              <a:path w="1320165" h="304800">
                <a:moveTo>
                  <a:pt x="0" y="304799"/>
                </a:moveTo>
                <a:lnTo>
                  <a:pt x="1319783" y="304799"/>
                </a:lnTo>
                <a:lnTo>
                  <a:pt x="1319783" y="0"/>
                </a:lnTo>
                <a:lnTo>
                  <a:pt x="0" y="0"/>
                </a:lnTo>
                <a:lnTo>
                  <a:pt x="0" y="304799"/>
                </a:lnTo>
                <a:close/>
              </a:path>
            </a:pathLst>
          </a:custGeom>
          <a:solidFill>
            <a:srgbClr val="00CC98"/>
          </a:solidFill>
        </p:spPr>
        <p:txBody>
          <a:bodyPr wrap="square" lIns="0" tIns="0" rIns="0" bIns="0" rtlCol="0"/>
          <a:lstStyle/>
          <a:p>
            <a:endParaRPr/>
          </a:p>
        </p:txBody>
      </p:sp>
      <p:sp>
        <p:nvSpPr>
          <p:cNvPr id="18" name="object 18"/>
          <p:cNvSpPr/>
          <p:nvPr/>
        </p:nvSpPr>
        <p:spPr>
          <a:xfrm>
            <a:off x="4757165" y="2452878"/>
            <a:ext cx="990600" cy="304800"/>
          </a:xfrm>
          <a:custGeom>
            <a:avLst/>
            <a:gdLst/>
            <a:ahLst/>
            <a:cxnLst/>
            <a:rect l="l" t="t" r="r" b="b"/>
            <a:pathLst>
              <a:path w="990600" h="304800">
                <a:moveTo>
                  <a:pt x="0" y="304799"/>
                </a:moveTo>
                <a:lnTo>
                  <a:pt x="990599" y="304799"/>
                </a:lnTo>
                <a:lnTo>
                  <a:pt x="990599" y="0"/>
                </a:lnTo>
                <a:lnTo>
                  <a:pt x="0" y="0"/>
                </a:lnTo>
                <a:lnTo>
                  <a:pt x="0" y="304799"/>
                </a:lnTo>
                <a:close/>
              </a:path>
            </a:pathLst>
          </a:custGeom>
          <a:solidFill>
            <a:srgbClr val="00CC98"/>
          </a:solidFill>
        </p:spPr>
        <p:txBody>
          <a:bodyPr wrap="square" lIns="0" tIns="0" rIns="0" bIns="0" rtlCol="0"/>
          <a:lstStyle/>
          <a:p>
            <a:endParaRPr/>
          </a:p>
        </p:txBody>
      </p:sp>
      <p:sp>
        <p:nvSpPr>
          <p:cNvPr id="19" name="object 19"/>
          <p:cNvSpPr/>
          <p:nvPr/>
        </p:nvSpPr>
        <p:spPr>
          <a:xfrm>
            <a:off x="5747765" y="2452878"/>
            <a:ext cx="1155700" cy="304800"/>
          </a:xfrm>
          <a:custGeom>
            <a:avLst/>
            <a:gdLst/>
            <a:ahLst/>
            <a:cxnLst/>
            <a:rect l="l" t="t" r="r" b="b"/>
            <a:pathLst>
              <a:path w="1155700" h="304800">
                <a:moveTo>
                  <a:pt x="0" y="304799"/>
                </a:moveTo>
                <a:lnTo>
                  <a:pt x="1155191" y="304799"/>
                </a:lnTo>
                <a:lnTo>
                  <a:pt x="1155191" y="0"/>
                </a:lnTo>
                <a:lnTo>
                  <a:pt x="0" y="0"/>
                </a:lnTo>
                <a:lnTo>
                  <a:pt x="0" y="304799"/>
                </a:lnTo>
                <a:close/>
              </a:path>
            </a:pathLst>
          </a:custGeom>
          <a:solidFill>
            <a:srgbClr val="00CC98"/>
          </a:solidFill>
        </p:spPr>
        <p:txBody>
          <a:bodyPr wrap="square" lIns="0" tIns="0" rIns="0" bIns="0" rtlCol="0"/>
          <a:lstStyle/>
          <a:p>
            <a:endParaRPr/>
          </a:p>
        </p:txBody>
      </p:sp>
      <p:sp>
        <p:nvSpPr>
          <p:cNvPr id="20" name="object 20"/>
          <p:cNvSpPr/>
          <p:nvPr/>
        </p:nvSpPr>
        <p:spPr>
          <a:xfrm>
            <a:off x="6902957" y="2452878"/>
            <a:ext cx="1734820" cy="304800"/>
          </a:xfrm>
          <a:custGeom>
            <a:avLst/>
            <a:gdLst/>
            <a:ahLst/>
            <a:cxnLst/>
            <a:rect l="l" t="t" r="r" b="b"/>
            <a:pathLst>
              <a:path w="1734820" h="304800">
                <a:moveTo>
                  <a:pt x="0" y="304799"/>
                </a:moveTo>
                <a:lnTo>
                  <a:pt x="1734311" y="304799"/>
                </a:lnTo>
                <a:lnTo>
                  <a:pt x="1734311" y="0"/>
                </a:lnTo>
                <a:lnTo>
                  <a:pt x="0" y="0"/>
                </a:lnTo>
                <a:lnTo>
                  <a:pt x="0" y="304799"/>
                </a:lnTo>
                <a:close/>
              </a:path>
            </a:pathLst>
          </a:custGeom>
          <a:solidFill>
            <a:srgbClr val="00CC98"/>
          </a:solidFill>
        </p:spPr>
        <p:txBody>
          <a:bodyPr wrap="square" lIns="0" tIns="0" rIns="0" bIns="0" rtlCol="0"/>
          <a:lstStyle/>
          <a:p>
            <a:endParaRPr/>
          </a:p>
        </p:txBody>
      </p:sp>
      <p:sp>
        <p:nvSpPr>
          <p:cNvPr id="21" name="object 21"/>
          <p:cNvSpPr/>
          <p:nvPr/>
        </p:nvSpPr>
        <p:spPr>
          <a:xfrm>
            <a:off x="8637269" y="2452878"/>
            <a:ext cx="1732914" cy="304800"/>
          </a:xfrm>
          <a:custGeom>
            <a:avLst/>
            <a:gdLst/>
            <a:ahLst/>
            <a:cxnLst/>
            <a:rect l="l" t="t" r="r" b="b"/>
            <a:pathLst>
              <a:path w="1732915" h="304800">
                <a:moveTo>
                  <a:pt x="0" y="304799"/>
                </a:moveTo>
                <a:lnTo>
                  <a:pt x="1732787" y="304799"/>
                </a:lnTo>
                <a:lnTo>
                  <a:pt x="1732787" y="0"/>
                </a:lnTo>
                <a:lnTo>
                  <a:pt x="0" y="0"/>
                </a:lnTo>
                <a:lnTo>
                  <a:pt x="0" y="304799"/>
                </a:lnTo>
                <a:close/>
              </a:path>
            </a:pathLst>
          </a:custGeom>
          <a:solidFill>
            <a:srgbClr val="00CC98"/>
          </a:solidFill>
        </p:spPr>
        <p:txBody>
          <a:bodyPr wrap="square" lIns="0" tIns="0" rIns="0" bIns="0" rtlCol="0"/>
          <a:lstStyle/>
          <a:p>
            <a:endParaRPr/>
          </a:p>
        </p:txBody>
      </p:sp>
      <p:sp>
        <p:nvSpPr>
          <p:cNvPr id="23" name="object 23"/>
          <p:cNvSpPr/>
          <p:nvPr/>
        </p:nvSpPr>
        <p:spPr>
          <a:xfrm>
            <a:off x="1143000" y="1557528"/>
            <a:ext cx="9889236" cy="4104131"/>
          </a:xfrm>
          <a:prstGeom prst="rect">
            <a:avLst/>
          </a:prstGeom>
          <a:blipFill>
            <a:blip r:embed="rId3" cstate="print"/>
            <a:stretch>
              <a:fillRect/>
            </a:stretch>
          </a:blipFill>
        </p:spPr>
        <p:txBody>
          <a:bodyPr wrap="square" lIns="0" tIns="0" rIns="0" bIns="0" rtlCol="0"/>
          <a:lstStyle/>
          <a:p>
            <a:endParaRPr/>
          </a:p>
        </p:txBody>
      </p:sp>
      <p:sp>
        <p:nvSpPr>
          <p:cNvPr id="24" name="object 24"/>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43053" y="1386624"/>
            <a:ext cx="2418715" cy="1472198"/>
          </a:xfrm>
          <a:prstGeom prst="rect">
            <a:avLst/>
          </a:prstGeom>
        </p:spPr>
        <p:txBody>
          <a:bodyPr vert="horz" wrap="square" lIns="0" tIns="0" rIns="0" bIns="0" rtlCol="0">
            <a:spAutoFit/>
          </a:bodyPr>
          <a:lstStyle/>
          <a:p>
            <a:pPr marL="948055"/>
            <a:r>
              <a:rPr sz="2800" spc="-20" dirty="0">
                <a:latin typeface="Arial"/>
                <a:cs typeface="Arial"/>
              </a:rPr>
              <a:t>Money</a:t>
            </a:r>
            <a:endParaRPr sz="2800">
              <a:latin typeface="Arial"/>
              <a:cs typeface="Arial"/>
            </a:endParaRPr>
          </a:p>
          <a:p>
            <a:pPr marL="240029" algn="ctr">
              <a:spcBef>
                <a:spcPts val="675"/>
              </a:spcBef>
            </a:pPr>
            <a:r>
              <a:rPr sz="2800" spc="-20" dirty="0">
                <a:latin typeface="Arial"/>
                <a:cs typeface="Arial"/>
              </a:rPr>
              <a:t>+</a:t>
            </a:r>
            <a:endParaRPr sz="2800">
              <a:latin typeface="Arial"/>
              <a:cs typeface="Arial"/>
            </a:endParaRPr>
          </a:p>
          <a:p>
            <a:pPr marL="12700">
              <a:spcBef>
                <a:spcPts val="670"/>
              </a:spcBef>
            </a:pPr>
            <a:r>
              <a:rPr sz="2800" spc="-15" dirty="0">
                <a:latin typeface="Arial"/>
                <a:cs typeface="Arial"/>
              </a:rPr>
              <a:t>Frin</a:t>
            </a:r>
            <a:r>
              <a:rPr sz="2800" spc="-25" dirty="0">
                <a:latin typeface="Arial"/>
                <a:cs typeface="Arial"/>
              </a:rPr>
              <a:t>g</a:t>
            </a:r>
            <a:r>
              <a:rPr sz="2800" spc="-20" dirty="0">
                <a:latin typeface="Arial"/>
                <a:cs typeface="Arial"/>
              </a:rPr>
              <a:t>e</a:t>
            </a:r>
            <a:r>
              <a:rPr sz="2800" spc="95" dirty="0">
                <a:latin typeface="Times New Roman"/>
                <a:cs typeface="Times New Roman"/>
              </a:rPr>
              <a:t> </a:t>
            </a:r>
            <a:r>
              <a:rPr sz="2800" spc="-20" dirty="0">
                <a:latin typeface="Arial"/>
                <a:cs typeface="Arial"/>
              </a:rPr>
              <a:t>Ben</a:t>
            </a:r>
            <a:r>
              <a:rPr sz="2800" spc="-15" dirty="0">
                <a:latin typeface="Arial"/>
                <a:cs typeface="Arial"/>
              </a:rPr>
              <a:t>e</a:t>
            </a:r>
            <a:r>
              <a:rPr sz="2800" spc="-10" dirty="0">
                <a:latin typeface="Arial"/>
                <a:cs typeface="Arial"/>
              </a:rPr>
              <a:t>fi</a:t>
            </a:r>
            <a:r>
              <a:rPr sz="2800" spc="-5" dirty="0">
                <a:latin typeface="Arial"/>
                <a:cs typeface="Arial"/>
              </a:rPr>
              <a:t>t</a:t>
            </a:r>
            <a:r>
              <a:rPr sz="2800" spc="-15" dirty="0">
                <a:latin typeface="Arial"/>
                <a:cs typeface="Arial"/>
              </a:rPr>
              <a:t>s</a:t>
            </a:r>
            <a:endParaRPr sz="2800">
              <a:latin typeface="Arial"/>
              <a:cs typeface="Arial"/>
            </a:endParaRPr>
          </a:p>
        </p:txBody>
      </p:sp>
      <p:sp>
        <p:nvSpPr>
          <p:cNvPr id="3" name="object 3"/>
          <p:cNvSpPr txBox="1"/>
          <p:nvPr/>
        </p:nvSpPr>
        <p:spPr>
          <a:xfrm>
            <a:off x="1418337" y="1899317"/>
            <a:ext cx="953769" cy="430887"/>
          </a:xfrm>
          <a:prstGeom prst="rect">
            <a:avLst/>
          </a:prstGeom>
        </p:spPr>
        <p:txBody>
          <a:bodyPr vert="horz" wrap="square" lIns="0" tIns="0" rIns="0" bIns="0" rtlCol="0">
            <a:spAutoFit/>
          </a:bodyPr>
          <a:lstStyle/>
          <a:p>
            <a:pPr marL="12700"/>
            <a:r>
              <a:rPr sz="2800" b="1" spc="-15" dirty="0">
                <a:latin typeface="Arial"/>
                <a:cs typeface="Arial"/>
              </a:rPr>
              <a:t>Fixed</a:t>
            </a:r>
            <a:endParaRPr sz="2800">
              <a:latin typeface="Arial"/>
              <a:cs typeface="Arial"/>
            </a:endParaRPr>
          </a:p>
        </p:txBody>
      </p:sp>
      <p:sp>
        <p:nvSpPr>
          <p:cNvPr id="4" name="object 4"/>
          <p:cNvSpPr txBox="1"/>
          <p:nvPr/>
        </p:nvSpPr>
        <p:spPr>
          <a:xfrm>
            <a:off x="5009519" y="1899317"/>
            <a:ext cx="499109" cy="430887"/>
          </a:xfrm>
          <a:prstGeom prst="rect">
            <a:avLst/>
          </a:prstGeom>
        </p:spPr>
        <p:txBody>
          <a:bodyPr vert="horz" wrap="square" lIns="0" tIns="0" rIns="0" bIns="0" rtlCol="0">
            <a:spAutoFit/>
          </a:bodyPr>
          <a:lstStyle/>
          <a:p>
            <a:pPr marL="12700"/>
            <a:r>
              <a:rPr sz="2800" spc="-15" dirty="0">
                <a:latin typeface="Arial"/>
                <a:cs typeface="Arial"/>
              </a:rPr>
              <a:t>(A)</a:t>
            </a:r>
            <a:endParaRPr sz="2800">
              <a:latin typeface="Arial"/>
              <a:cs typeface="Arial"/>
            </a:endParaRPr>
          </a:p>
        </p:txBody>
      </p:sp>
      <p:sp>
        <p:nvSpPr>
          <p:cNvPr id="5" name="object 5"/>
          <p:cNvSpPr txBox="1"/>
          <p:nvPr/>
        </p:nvSpPr>
        <p:spPr>
          <a:xfrm>
            <a:off x="5794379" y="3810434"/>
            <a:ext cx="499745" cy="430887"/>
          </a:xfrm>
          <a:prstGeom prst="rect">
            <a:avLst/>
          </a:prstGeom>
        </p:spPr>
        <p:txBody>
          <a:bodyPr vert="horz" wrap="square" lIns="0" tIns="0" rIns="0" bIns="0" rtlCol="0">
            <a:spAutoFit/>
          </a:bodyPr>
          <a:lstStyle/>
          <a:p>
            <a:pPr marL="12700"/>
            <a:r>
              <a:rPr sz="2800" spc="-15" dirty="0">
                <a:latin typeface="Arial"/>
                <a:cs typeface="Arial"/>
              </a:rPr>
              <a:t>(P)</a:t>
            </a:r>
            <a:endParaRPr sz="2800">
              <a:latin typeface="Arial"/>
              <a:cs typeface="Arial"/>
            </a:endParaRPr>
          </a:p>
        </p:txBody>
      </p:sp>
      <p:sp>
        <p:nvSpPr>
          <p:cNvPr id="6" name="object 6"/>
          <p:cNvSpPr txBox="1"/>
          <p:nvPr/>
        </p:nvSpPr>
        <p:spPr>
          <a:xfrm>
            <a:off x="7351731" y="3810434"/>
            <a:ext cx="1530350" cy="430887"/>
          </a:xfrm>
          <a:prstGeom prst="rect">
            <a:avLst/>
          </a:prstGeom>
        </p:spPr>
        <p:txBody>
          <a:bodyPr vert="horz" wrap="square" lIns="0" tIns="0" rIns="0" bIns="0" rtlCol="0">
            <a:spAutoFit/>
          </a:bodyPr>
          <a:lstStyle/>
          <a:p>
            <a:pPr marL="12700"/>
            <a:r>
              <a:rPr sz="2800" spc="-15" dirty="0">
                <a:latin typeface="Arial"/>
                <a:cs typeface="Arial"/>
              </a:rPr>
              <a:t>Ind</a:t>
            </a:r>
            <a:r>
              <a:rPr sz="2800" spc="-20" dirty="0">
                <a:latin typeface="Arial"/>
                <a:cs typeface="Arial"/>
              </a:rPr>
              <a:t>iv</a:t>
            </a:r>
            <a:r>
              <a:rPr sz="2800" spc="-5" dirty="0">
                <a:latin typeface="Arial"/>
                <a:cs typeface="Arial"/>
              </a:rPr>
              <a:t>i</a:t>
            </a:r>
            <a:r>
              <a:rPr sz="2800" spc="-25" dirty="0">
                <a:latin typeface="Arial"/>
                <a:cs typeface="Arial"/>
              </a:rPr>
              <a:t>du</a:t>
            </a:r>
            <a:r>
              <a:rPr sz="2800" spc="-15" dirty="0">
                <a:latin typeface="Arial"/>
                <a:cs typeface="Arial"/>
              </a:rPr>
              <a:t>a</a:t>
            </a:r>
            <a:r>
              <a:rPr sz="2800" dirty="0">
                <a:latin typeface="Arial"/>
                <a:cs typeface="Arial"/>
              </a:rPr>
              <a:t>l</a:t>
            </a:r>
            <a:endParaRPr sz="2800">
              <a:latin typeface="Arial"/>
              <a:cs typeface="Arial"/>
            </a:endParaRPr>
          </a:p>
        </p:txBody>
      </p:sp>
      <p:sp>
        <p:nvSpPr>
          <p:cNvPr id="7" name="object 7"/>
          <p:cNvSpPr txBox="1"/>
          <p:nvPr/>
        </p:nvSpPr>
        <p:spPr>
          <a:xfrm>
            <a:off x="1418337" y="4536487"/>
            <a:ext cx="2197735" cy="743585"/>
          </a:xfrm>
          <a:prstGeom prst="rect">
            <a:avLst/>
          </a:prstGeom>
        </p:spPr>
        <p:txBody>
          <a:bodyPr vert="horz" wrap="square" lIns="0" tIns="0" rIns="0" bIns="0" rtlCol="0">
            <a:spAutoFit/>
          </a:bodyPr>
          <a:lstStyle/>
          <a:p>
            <a:pPr marL="12700" marR="5080">
              <a:lnSpc>
                <a:spcPts val="2860"/>
              </a:lnSpc>
            </a:pPr>
            <a:r>
              <a:rPr sz="2800" b="1" spc="-15" dirty="0">
                <a:latin typeface="Arial"/>
                <a:cs typeface="Arial"/>
              </a:rPr>
              <a:t>Vari</a:t>
            </a:r>
            <a:r>
              <a:rPr sz="2800" b="1" spc="-10" dirty="0">
                <a:latin typeface="Arial"/>
                <a:cs typeface="Arial"/>
              </a:rPr>
              <a:t>a</a:t>
            </a:r>
            <a:r>
              <a:rPr sz="2800" b="1" spc="-15" dirty="0">
                <a:latin typeface="Arial"/>
                <a:cs typeface="Arial"/>
              </a:rPr>
              <a:t>ble</a:t>
            </a:r>
            <a:r>
              <a:rPr sz="2800" b="1" spc="75" dirty="0">
                <a:latin typeface="Times New Roman"/>
                <a:cs typeface="Times New Roman"/>
              </a:rPr>
              <a:t> </a:t>
            </a:r>
            <a:r>
              <a:rPr sz="2800" b="1" spc="-5" dirty="0">
                <a:latin typeface="Arial"/>
                <a:cs typeface="Arial"/>
              </a:rPr>
              <a:t>f</a:t>
            </a:r>
            <a:r>
              <a:rPr sz="2800" b="1" spc="-15" dirty="0">
                <a:latin typeface="Arial"/>
                <a:cs typeface="Arial"/>
              </a:rPr>
              <a:t>or</a:t>
            </a:r>
            <a:r>
              <a:rPr sz="2800" b="1" spc="-10" dirty="0">
                <a:latin typeface="Times New Roman"/>
                <a:cs typeface="Times New Roman"/>
              </a:rPr>
              <a:t> </a:t>
            </a:r>
            <a:r>
              <a:rPr sz="2800" b="1" spc="-20" dirty="0">
                <a:latin typeface="Arial"/>
                <a:cs typeface="Arial"/>
              </a:rPr>
              <a:t>Performance</a:t>
            </a:r>
            <a:endParaRPr sz="2800">
              <a:latin typeface="Arial"/>
              <a:cs typeface="Arial"/>
            </a:endParaRPr>
          </a:p>
        </p:txBody>
      </p:sp>
      <p:sp>
        <p:nvSpPr>
          <p:cNvPr id="8" name="object 8"/>
          <p:cNvSpPr txBox="1"/>
          <p:nvPr/>
        </p:nvSpPr>
        <p:spPr>
          <a:xfrm>
            <a:off x="5794379" y="4536487"/>
            <a:ext cx="3338829" cy="1533753"/>
          </a:xfrm>
          <a:prstGeom prst="rect">
            <a:avLst/>
          </a:prstGeom>
        </p:spPr>
        <p:txBody>
          <a:bodyPr vert="horz" wrap="square" lIns="0" tIns="0" rIns="0" bIns="0" rtlCol="0">
            <a:spAutoFit/>
          </a:bodyPr>
          <a:lstStyle/>
          <a:p>
            <a:pPr marL="12700">
              <a:tabLst>
                <a:tab pos="1666875" algn="l"/>
              </a:tabLst>
            </a:pPr>
            <a:r>
              <a:rPr sz="2800" spc="-15" dirty="0">
                <a:latin typeface="Arial"/>
                <a:cs typeface="Arial"/>
              </a:rPr>
              <a:t>(E)</a:t>
            </a:r>
            <a:r>
              <a:rPr sz="2800" spc="-15" dirty="0">
                <a:latin typeface="Times New Roman"/>
                <a:cs typeface="Times New Roman"/>
              </a:rPr>
              <a:t>	</a:t>
            </a:r>
            <a:r>
              <a:rPr sz="2800" spc="-25" dirty="0">
                <a:latin typeface="Arial"/>
                <a:cs typeface="Arial"/>
              </a:rPr>
              <a:t>Un</a:t>
            </a:r>
            <a:r>
              <a:rPr sz="2800" spc="-5" dirty="0">
                <a:latin typeface="Arial"/>
                <a:cs typeface="Arial"/>
              </a:rPr>
              <a:t>i</a:t>
            </a:r>
            <a:r>
              <a:rPr sz="2800" spc="-10" dirty="0">
                <a:latin typeface="Arial"/>
                <a:cs typeface="Arial"/>
              </a:rPr>
              <a:t>t</a:t>
            </a:r>
            <a:endParaRPr sz="2800">
              <a:latin typeface="Arial"/>
              <a:cs typeface="Arial"/>
            </a:endParaRPr>
          </a:p>
          <a:p>
            <a:pPr marL="12700">
              <a:lnSpc>
                <a:spcPts val="3110"/>
              </a:lnSpc>
              <a:spcBef>
                <a:spcPts val="2350"/>
              </a:spcBef>
              <a:tabLst>
                <a:tab pos="549910" algn="l"/>
                <a:tab pos="1529080" algn="l"/>
              </a:tabLst>
            </a:pPr>
            <a:r>
              <a:rPr sz="2800" spc="-10" dirty="0">
                <a:latin typeface="Arial"/>
                <a:cs typeface="Arial"/>
              </a:rPr>
              <a:t>(I)</a:t>
            </a:r>
            <a:r>
              <a:rPr sz="2800" spc="-10" dirty="0">
                <a:latin typeface="Times New Roman"/>
                <a:cs typeface="Times New Roman"/>
              </a:rPr>
              <a:t>	</a:t>
            </a:r>
            <a:r>
              <a:rPr sz="2800" u="sng" spc="-10" dirty="0">
                <a:latin typeface="Arial"/>
                <a:cs typeface="Arial"/>
              </a:rPr>
              <a:t> </a:t>
            </a:r>
            <a:r>
              <a:rPr sz="2800" u="sng" spc="-10" dirty="0">
                <a:latin typeface="Times New Roman"/>
                <a:cs typeface="Times New Roman"/>
              </a:rPr>
              <a:t>	</a:t>
            </a:r>
            <a:r>
              <a:rPr sz="2800" spc="-25" dirty="0">
                <a:latin typeface="Arial"/>
                <a:cs typeface="Arial"/>
              </a:rPr>
              <a:t>Co</a:t>
            </a:r>
            <a:r>
              <a:rPr sz="2800" spc="-20" dirty="0">
                <a:latin typeface="Arial"/>
                <a:cs typeface="Arial"/>
              </a:rPr>
              <a:t>m</a:t>
            </a:r>
            <a:r>
              <a:rPr sz="2800" spc="-25" dirty="0">
                <a:latin typeface="Arial"/>
                <a:cs typeface="Arial"/>
              </a:rPr>
              <a:t>p</a:t>
            </a:r>
            <a:r>
              <a:rPr sz="2800" spc="-15" dirty="0">
                <a:latin typeface="Arial"/>
                <a:cs typeface="Arial"/>
              </a:rPr>
              <a:t>a</a:t>
            </a:r>
            <a:r>
              <a:rPr sz="2800" spc="-20" dirty="0">
                <a:latin typeface="Arial"/>
                <a:cs typeface="Arial"/>
              </a:rPr>
              <a:t>ny</a:t>
            </a:r>
            <a:endParaRPr sz="2800">
              <a:latin typeface="Arial"/>
              <a:cs typeface="Arial"/>
            </a:endParaRPr>
          </a:p>
          <a:p>
            <a:pPr marL="1149350">
              <a:lnSpc>
                <a:spcPts val="3110"/>
              </a:lnSpc>
            </a:pPr>
            <a:r>
              <a:rPr sz="2800" spc="-25" dirty="0">
                <a:latin typeface="Arial"/>
                <a:cs typeface="Arial"/>
              </a:rPr>
              <a:t>o</a:t>
            </a:r>
            <a:r>
              <a:rPr sz="2800" spc="-10" dirty="0">
                <a:latin typeface="Arial"/>
                <a:cs typeface="Arial"/>
              </a:rPr>
              <a:t>r</a:t>
            </a:r>
            <a:r>
              <a:rPr sz="2800" spc="85" dirty="0">
                <a:latin typeface="Times New Roman"/>
                <a:cs typeface="Times New Roman"/>
              </a:rPr>
              <a:t> </a:t>
            </a:r>
            <a:r>
              <a:rPr sz="2800" spc="-25" dirty="0">
                <a:latin typeface="Arial"/>
                <a:cs typeface="Arial"/>
              </a:rPr>
              <a:t>L</a:t>
            </a:r>
            <a:r>
              <a:rPr sz="2800" spc="-10" dirty="0">
                <a:latin typeface="Arial"/>
                <a:cs typeface="Arial"/>
              </a:rPr>
              <a:t>ar</a:t>
            </a:r>
            <a:r>
              <a:rPr sz="2800" spc="-15" dirty="0">
                <a:latin typeface="Arial"/>
                <a:cs typeface="Arial"/>
              </a:rPr>
              <a:t>g</a:t>
            </a:r>
            <a:r>
              <a:rPr sz="2800" spc="-25" dirty="0">
                <a:latin typeface="Arial"/>
                <a:cs typeface="Arial"/>
              </a:rPr>
              <a:t>e</a:t>
            </a:r>
            <a:r>
              <a:rPr sz="2800" spc="-10" dirty="0">
                <a:latin typeface="Arial"/>
                <a:cs typeface="Arial"/>
              </a:rPr>
              <a:t>r</a:t>
            </a:r>
            <a:r>
              <a:rPr sz="2800" spc="85" dirty="0">
                <a:latin typeface="Times New Roman"/>
                <a:cs typeface="Times New Roman"/>
              </a:rPr>
              <a:t> </a:t>
            </a:r>
            <a:r>
              <a:rPr sz="2800" spc="-25" dirty="0">
                <a:latin typeface="Arial"/>
                <a:cs typeface="Arial"/>
              </a:rPr>
              <a:t>Un</a:t>
            </a:r>
            <a:r>
              <a:rPr sz="2800" spc="-5" dirty="0">
                <a:latin typeface="Arial"/>
                <a:cs typeface="Arial"/>
              </a:rPr>
              <a:t>i</a:t>
            </a:r>
            <a:r>
              <a:rPr sz="2800" spc="-10" dirty="0">
                <a:latin typeface="Arial"/>
                <a:cs typeface="Arial"/>
              </a:rPr>
              <a:t>t</a:t>
            </a:r>
            <a:endParaRPr sz="2800">
              <a:latin typeface="Arial"/>
              <a:cs typeface="Arial"/>
            </a:endParaRPr>
          </a:p>
        </p:txBody>
      </p:sp>
      <p:sp>
        <p:nvSpPr>
          <p:cNvPr id="9" name="object 9"/>
          <p:cNvSpPr/>
          <p:nvPr/>
        </p:nvSpPr>
        <p:spPr>
          <a:xfrm>
            <a:off x="2642615" y="2133600"/>
            <a:ext cx="2230120" cy="0"/>
          </a:xfrm>
          <a:custGeom>
            <a:avLst/>
            <a:gdLst/>
            <a:ahLst/>
            <a:cxnLst/>
            <a:rect l="l" t="t" r="r" b="b"/>
            <a:pathLst>
              <a:path w="2230120">
                <a:moveTo>
                  <a:pt x="0" y="0"/>
                </a:moveTo>
                <a:lnTo>
                  <a:pt x="2229611" y="0"/>
                </a:lnTo>
              </a:path>
            </a:pathLst>
          </a:custGeom>
          <a:ln w="9143">
            <a:solidFill>
              <a:srgbClr val="000000"/>
            </a:solidFill>
          </a:ln>
        </p:spPr>
        <p:txBody>
          <a:bodyPr wrap="square" lIns="0" tIns="0" rIns="0" bIns="0" rtlCol="0"/>
          <a:lstStyle/>
          <a:p>
            <a:endParaRPr/>
          </a:p>
        </p:txBody>
      </p:sp>
      <p:sp>
        <p:nvSpPr>
          <p:cNvPr id="10" name="object 10"/>
          <p:cNvSpPr/>
          <p:nvPr/>
        </p:nvSpPr>
        <p:spPr>
          <a:xfrm>
            <a:off x="6260591" y="3962400"/>
            <a:ext cx="990600" cy="0"/>
          </a:xfrm>
          <a:custGeom>
            <a:avLst/>
            <a:gdLst/>
            <a:ahLst/>
            <a:cxnLst/>
            <a:rect l="l" t="t" r="r" b="b"/>
            <a:pathLst>
              <a:path w="990600">
                <a:moveTo>
                  <a:pt x="0" y="0"/>
                </a:moveTo>
                <a:lnTo>
                  <a:pt x="990599" y="0"/>
                </a:lnTo>
              </a:path>
            </a:pathLst>
          </a:custGeom>
          <a:ln w="9143">
            <a:solidFill>
              <a:srgbClr val="000000"/>
            </a:solidFill>
          </a:ln>
        </p:spPr>
        <p:txBody>
          <a:bodyPr wrap="square" lIns="0" tIns="0" rIns="0" bIns="0" rtlCol="0"/>
          <a:lstStyle/>
          <a:p>
            <a:endParaRPr/>
          </a:p>
        </p:txBody>
      </p:sp>
      <p:sp>
        <p:nvSpPr>
          <p:cNvPr id="11" name="object 11"/>
          <p:cNvSpPr/>
          <p:nvPr/>
        </p:nvSpPr>
        <p:spPr>
          <a:xfrm>
            <a:off x="6344411" y="4800600"/>
            <a:ext cx="990600" cy="0"/>
          </a:xfrm>
          <a:custGeom>
            <a:avLst/>
            <a:gdLst/>
            <a:ahLst/>
            <a:cxnLst/>
            <a:rect l="l" t="t" r="r" b="b"/>
            <a:pathLst>
              <a:path w="990600">
                <a:moveTo>
                  <a:pt x="0" y="0"/>
                </a:moveTo>
                <a:lnTo>
                  <a:pt x="990599" y="0"/>
                </a:lnTo>
              </a:path>
            </a:pathLst>
          </a:custGeom>
          <a:ln w="9143">
            <a:solidFill>
              <a:srgbClr val="000000"/>
            </a:solidFill>
          </a:ln>
        </p:spPr>
        <p:txBody>
          <a:bodyPr wrap="square" lIns="0" tIns="0" rIns="0" bIns="0" rtlCol="0"/>
          <a:lstStyle/>
          <a:p>
            <a:endParaRPr/>
          </a:p>
        </p:txBody>
      </p:sp>
      <p:sp>
        <p:nvSpPr>
          <p:cNvPr id="12" name="object 12"/>
          <p:cNvSpPr/>
          <p:nvPr/>
        </p:nvSpPr>
        <p:spPr>
          <a:xfrm>
            <a:off x="3784092" y="4038600"/>
            <a:ext cx="1816735" cy="762000"/>
          </a:xfrm>
          <a:custGeom>
            <a:avLst/>
            <a:gdLst/>
            <a:ahLst/>
            <a:cxnLst/>
            <a:rect l="l" t="t" r="r" b="b"/>
            <a:pathLst>
              <a:path w="1816735" h="762000">
                <a:moveTo>
                  <a:pt x="0" y="761999"/>
                </a:moveTo>
                <a:lnTo>
                  <a:pt x="1816607" y="0"/>
                </a:lnTo>
              </a:path>
            </a:pathLst>
          </a:custGeom>
          <a:ln w="9143">
            <a:solidFill>
              <a:srgbClr val="000000"/>
            </a:solidFill>
          </a:ln>
        </p:spPr>
        <p:txBody>
          <a:bodyPr wrap="square" lIns="0" tIns="0" rIns="0" bIns="0" rtlCol="0"/>
          <a:lstStyle/>
          <a:p>
            <a:endParaRPr/>
          </a:p>
        </p:txBody>
      </p:sp>
      <p:sp>
        <p:nvSpPr>
          <p:cNvPr id="13" name="object 13"/>
          <p:cNvSpPr/>
          <p:nvPr/>
        </p:nvSpPr>
        <p:spPr>
          <a:xfrm>
            <a:off x="3784092" y="4800600"/>
            <a:ext cx="1816735" cy="838200"/>
          </a:xfrm>
          <a:custGeom>
            <a:avLst/>
            <a:gdLst/>
            <a:ahLst/>
            <a:cxnLst/>
            <a:rect l="l" t="t" r="r" b="b"/>
            <a:pathLst>
              <a:path w="1816735" h="838200">
                <a:moveTo>
                  <a:pt x="0" y="0"/>
                </a:moveTo>
                <a:lnTo>
                  <a:pt x="1816607" y="838199"/>
                </a:lnTo>
              </a:path>
            </a:pathLst>
          </a:custGeom>
          <a:ln w="9143">
            <a:solidFill>
              <a:srgbClr val="000000"/>
            </a:solidFill>
          </a:ln>
        </p:spPr>
        <p:txBody>
          <a:bodyPr wrap="square" lIns="0" tIns="0" rIns="0" bIns="0" rtlCol="0"/>
          <a:lstStyle/>
          <a:p>
            <a:endParaRPr/>
          </a:p>
        </p:txBody>
      </p:sp>
      <p:sp>
        <p:nvSpPr>
          <p:cNvPr id="14" name="object 14"/>
          <p:cNvSpPr/>
          <p:nvPr/>
        </p:nvSpPr>
        <p:spPr>
          <a:xfrm>
            <a:off x="3867911" y="4800600"/>
            <a:ext cx="1815464" cy="0"/>
          </a:xfrm>
          <a:custGeom>
            <a:avLst/>
            <a:gdLst/>
            <a:ahLst/>
            <a:cxnLst/>
            <a:rect l="l" t="t" r="r" b="b"/>
            <a:pathLst>
              <a:path w="1815464">
                <a:moveTo>
                  <a:pt x="0" y="0"/>
                </a:moveTo>
                <a:lnTo>
                  <a:pt x="1815083" y="0"/>
                </a:lnTo>
              </a:path>
            </a:pathLst>
          </a:custGeom>
          <a:ln w="9143">
            <a:solidFill>
              <a:srgbClr val="000000"/>
            </a:solidFill>
          </a:ln>
        </p:spPr>
        <p:txBody>
          <a:bodyPr wrap="square" lIns="0" tIns="0" rIns="0" bIns="0" rtlCol="0"/>
          <a:lstStyle/>
          <a:p>
            <a:endParaRPr/>
          </a:p>
        </p:txBody>
      </p:sp>
      <p:sp>
        <p:nvSpPr>
          <p:cNvPr id="15" name="object 15"/>
          <p:cNvSpPr/>
          <p:nvPr/>
        </p:nvSpPr>
        <p:spPr>
          <a:xfrm>
            <a:off x="5605480" y="1295884"/>
            <a:ext cx="315595" cy="1524000"/>
          </a:xfrm>
          <a:custGeom>
            <a:avLst/>
            <a:gdLst/>
            <a:ahLst/>
            <a:cxnLst/>
            <a:rect l="l" t="t" r="r" b="b"/>
            <a:pathLst>
              <a:path w="315595" h="1524000">
                <a:moveTo>
                  <a:pt x="315260" y="1523515"/>
                </a:moveTo>
                <a:lnTo>
                  <a:pt x="268708" y="1517949"/>
                </a:lnTo>
                <a:lnTo>
                  <a:pt x="227334" y="1502312"/>
                </a:lnTo>
                <a:lnTo>
                  <a:pt x="193039" y="1478202"/>
                </a:lnTo>
                <a:lnTo>
                  <a:pt x="167729" y="1447211"/>
                </a:lnTo>
                <a:lnTo>
                  <a:pt x="153307" y="1410936"/>
                </a:lnTo>
                <a:lnTo>
                  <a:pt x="150668" y="898675"/>
                </a:lnTo>
                <a:lnTo>
                  <a:pt x="149903" y="885376"/>
                </a:lnTo>
                <a:lnTo>
                  <a:pt x="138995" y="847867"/>
                </a:lnTo>
                <a:lnTo>
                  <a:pt x="116647" y="815180"/>
                </a:lnTo>
                <a:lnTo>
                  <a:pt x="84763" y="788909"/>
                </a:lnTo>
                <a:lnTo>
                  <a:pt x="45246" y="770651"/>
                </a:lnTo>
                <a:lnTo>
                  <a:pt x="0" y="761999"/>
                </a:lnTo>
                <a:lnTo>
                  <a:pt x="14319" y="761212"/>
                </a:lnTo>
                <a:lnTo>
                  <a:pt x="55797" y="751021"/>
                </a:lnTo>
                <a:lnTo>
                  <a:pt x="92916" y="730511"/>
                </a:lnTo>
                <a:lnTo>
                  <a:pt x="122932" y="701507"/>
                </a:lnTo>
                <a:lnTo>
                  <a:pt x="143097" y="665838"/>
                </a:lnTo>
                <a:lnTo>
                  <a:pt x="150664" y="625329"/>
                </a:lnTo>
                <a:lnTo>
                  <a:pt x="150668" y="136675"/>
                </a:lnTo>
                <a:lnTo>
                  <a:pt x="151433" y="123376"/>
                </a:lnTo>
                <a:lnTo>
                  <a:pt x="162341" y="85867"/>
                </a:lnTo>
                <a:lnTo>
                  <a:pt x="184689" y="53180"/>
                </a:lnTo>
                <a:lnTo>
                  <a:pt x="216573" y="26909"/>
                </a:lnTo>
                <a:lnTo>
                  <a:pt x="256090" y="8651"/>
                </a:lnTo>
                <a:lnTo>
                  <a:pt x="285735" y="1717"/>
                </a:lnTo>
                <a:lnTo>
                  <a:pt x="301337" y="0"/>
                </a:lnTo>
              </a:path>
            </a:pathLst>
          </a:custGeom>
          <a:ln w="9143">
            <a:solidFill>
              <a:srgbClr val="000000"/>
            </a:solidFill>
          </a:ln>
        </p:spPr>
        <p:txBody>
          <a:bodyPr wrap="square" lIns="0" tIns="0" rIns="0" bIns="0" rtlCol="0"/>
          <a:lstStyle/>
          <a:p>
            <a:endParaRPr/>
          </a:p>
        </p:txBody>
      </p:sp>
      <p:sp>
        <p:nvSpPr>
          <p:cNvPr id="16" name="object 16"/>
          <p:cNvSpPr txBox="1"/>
          <p:nvPr/>
        </p:nvSpPr>
        <p:spPr>
          <a:xfrm>
            <a:off x="3868677" y="366182"/>
            <a:ext cx="4451985" cy="430887"/>
          </a:xfrm>
          <a:prstGeom prst="rect">
            <a:avLst/>
          </a:prstGeom>
        </p:spPr>
        <p:txBody>
          <a:bodyPr vert="horz" wrap="square" lIns="0" tIns="0" rIns="0" bIns="0" rtlCol="0">
            <a:spAutoFit/>
          </a:bodyPr>
          <a:lstStyle/>
          <a:p>
            <a:pPr marL="12700"/>
            <a:r>
              <a:rPr sz="2800" spc="-15" dirty="0">
                <a:latin typeface="Arial"/>
                <a:cs typeface="Arial"/>
              </a:rPr>
              <a:t>Ext</a:t>
            </a:r>
            <a:r>
              <a:rPr sz="2800" spc="-5" dirty="0">
                <a:latin typeface="Arial"/>
                <a:cs typeface="Arial"/>
              </a:rPr>
              <a:t>r</a:t>
            </a:r>
            <a:r>
              <a:rPr sz="2800" spc="-15" dirty="0">
                <a:latin typeface="Arial"/>
                <a:cs typeface="Arial"/>
              </a:rPr>
              <a:t>ins</a:t>
            </a:r>
            <a:r>
              <a:rPr sz="2800" spc="-5" dirty="0">
                <a:latin typeface="Arial"/>
                <a:cs typeface="Arial"/>
              </a:rPr>
              <a:t>i</a:t>
            </a:r>
            <a:r>
              <a:rPr sz="2800" spc="-15" dirty="0">
                <a:latin typeface="Arial"/>
                <a:cs typeface="Arial"/>
              </a:rPr>
              <a:t>c</a:t>
            </a:r>
            <a:r>
              <a:rPr sz="2800" spc="75" dirty="0">
                <a:latin typeface="Times New Roman"/>
                <a:cs typeface="Times New Roman"/>
              </a:rPr>
              <a:t> </a:t>
            </a:r>
            <a:r>
              <a:rPr sz="2800" spc="-20" dirty="0">
                <a:latin typeface="Arial"/>
                <a:cs typeface="Arial"/>
              </a:rPr>
              <a:t>Mon</a:t>
            </a:r>
            <a:r>
              <a:rPr sz="2800" spc="-15" dirty="0">
                <a:latin typeface="Arial"/>
                <a:cs typeface="Arial"/>
              </a:rPr>
              <a:t>eta</a:t>
            </a:r>
            <a:r>
              <a:rPr sz="2800" dirty="0">
                <a:latin typeface="Arial"/>
                <a:cs typeface="Arial"/>
              </a:rPr>
              <a:t>r</a:t>
            </a:r>
            <a:r>
              <a:rPr sz="2800" spc="-15" dirty="0">
                <a:latin typeface="Arial"/>
                <a:cs typeface="Arial"/>
              </a:rPr>
              <a:t>y</a:t>
            </a:r>
            <a:r>
              <a:rPr sz="2800" spc="80" dirty="0">
                <a:latin typeface="Times New Roman"/>
                <a:cs typeface="Times New Roman"/>
              </a:rPr>
              <a:t> </a:t>
            </a:r>
            <a:r>
              <a:rPr sz="2800" spc="-25" dirty="0">
                <a:latin typeface="Arial"/>
                <a:cs typeface="Arial"/>
              </a:rPr>
              <a:t>Rewa</a:t>
            </a:r>
            <a:r>
              <a:rPr sz="2800" spc="-5" dirty="0">
                <a:latin typeface="Arial"/>
                <a:cs typeface="Arial"/>
              </a:rPr>
              <a:t>r</a:t>
            </a:r>
            <a:r>
              <a:rPr sz="2800" spc="-20" dirty="0">
                <a:latin typeface="Arial"/>
                <a:cs typeface="Arial"/>
              </a:rPr>
              <a:t>ds</a:t>
            </a:r>
            <a:endParaRPr sz="2800">
              <a:latin typeface="Arial"/>
              <a:cs typeface="Arial"/>
            </a:endParaRPr>
          </a:p>
        </p:txBody>
      </p:sp>
      <p:sp>
        <p:nvSpPr>
          <p:cNvPr id="17" name="object 17"/>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44720" y="458298"/>
            <a:ext cx="10515600" cy="757072"/>
          </a:xfrm>
          <a:prstGeom prst="rect">
            <a:avLst/>
          </a:prstGeom>
        </p:spPr>
        <p:txBody>
          <a:bodyPr vert="horz" wrap="square" lIns="0" tIns="201110" rIns="0" bIns="0" rtlCol="0" anchor="ctr">
            <a:spAutoFit/>
          </a:bodyPr>
          <a:lstStyle/>
          <a:p>
            <a:pPr marL="1401445">
              <a:lnSpc>
                <a:spcPct val="100000"/>
              </a:lnSpc>
            </a:pPr>
            <a:r>
              <a:rPr sz="3600" spc="-15" dirty="0">
                <a:latin typeface="Arial"/>
                <a:cs typeface="Arial"/>
              </a:rPr>
              <a:t>Fixe</a:t>
            </a:r>
            <a:r>
              <a:rPr sz="3600" spc="-20" dirty="0">
                <a:latin typeface="Arial"/>
                <a:cs typeface="Arial"/>
              </a:rPr>
              <a:t>d</a:t>
            </a:r>
            <a:r>
              <a:rPr sz="3600" spc="75" dirty="0">
                <a:latin typeface="Times New Roman"/>
                <a:cs typeface="Times New Roman"/>
              </a:rPr>
              <a:t> </a:t>
            </a:r>
            <a:r>
              <a:rPr sz="3600" spc="-10" dirty="0">
                <a:latin typeface="Arial"/>
                <a:cs typeface="Arial"/>
              </a:rPr>
              <a:t>/</a:t>
            </a:r>
            <a:r>
              <a:rPr sz="3600" spc="85" dirty="0">
                <a:latin typeface="Times New Roman"/>
                <a:cs typeface="Times New Roman"/>
              </a:rPr>
              <a:t> </a:t>
            </a:r>
            <a:r>
              <a:rPr sz="3600" spc="-15" dirty="0">
                <a:latin typeface="Arial"/>
                <a:cs typeface="Arial"/>
              </a:rPr>
              <a:t>Var</a:t>
            </a:r>
            <a:r>
              <a:rPr sz="3600" spc="-5" dirty="0">
                <a:latin typeface="Arial"/>
                <a:cs typeface="Arial"/>
              </a:rPr>
              <a:t>i</a:t>
            </a:r>
            <a:r>
              <a:rPr sz="3600" spc="-25" dirty="0">
                <a:latin typeface="Arial"/>
                <a:cs typeface="Arial"/>
              </a:rPr>
              <a:t>a</a:t>
            </a:r>
            <a:r>
              <a:rPr sz="3600" spc="-15" dirty="0">
                <a:latin typeface="Arial"/>
                <a:cs typeface="Arial"/>
              </a:rPr>
              <a:t>bl</a:t>
            </a:r>
            <a:r>
              <a:rPr sz="3600" spc="-20" dirty="0">
                <a:latin typeface="Arial"/>
                <a:cs typeface="Arial"/>
              </a:rPr>
              <a:t>e</a:t>
            </a:r>
            <a:r>
              <a:rPr sz="3600" spc="90" dirty="0">
                <a:latin typeface="Times New Roman"/>
                <a:cs typeface="Times New Roman"/>
              </a:rPr>
              <a:t> </a:t>
            </a:r>
            <a:r>
              <a:rPr sz="3600" spc="-15" dirty="0">
                <a:latin typeface="Arial"/>
                <a:cs typeface="Arial"/>
              </a:rPr>
              <a:t>Prof</a:t>
            </a:r>
            <a:r>
              <a:rPr sz="3600" spc="-5" dirty="0">
                <a:latin typeface="Arial"/>
                <a:cs typeface="Arial"/>
              </a:rPr>
              <a:t>i</a:t>
            </a:r>
            <a:r>
              <a:rPr sz="3600" spc="-15" dirty="0">
                <a:latin typeface="Arial"/>
                <a:cs typeface="Arial"/>
              </a:rPr>
              <a:t>l</a:t>
            </a:r>
            <a:r>
              <a:rPr sz="3600" spc="-20" dirty="0">
                <a:latin typeface="Arial"/>
                <a:cs typeface="Arial"/>
              </a:rPr>
              <a:t>e</a:t>
            </a:r>
            <a:r>
              <a:rPr sz="3600" spc="80" dirty="0">
                <a:latin typeface="Times New Roman"/>
                <a:cs typeface="Times New Roman"/>
              </a:rPr>
              <a:t> </a:t>
            </a:r>
            <a:r>
              <a:rPr sz="3600" spc="-10" dirty="0">
                <a:latin typeface="Arial"/>
                <a:cs typeface="Arial"/>
              </a:rPr>
              <a:t>f</a:t>
            </a:r>
            <a:r>
              <a:rPr sz="3600" spc="-15" dirty="0">
                <a:latin typeface="Arial"/>
                <a:cs typeface="Arial"/>
              </a:rPr>
              <a:t>o</a:t>
            </a:r>
            <a:r>
              <a:rPr sz="3600" spc="-10" dirty="0">
                <a:latin typeface="Arial"/>
                <a:cs typeface="Arial"/>
              </a:rPr>
              <a:t>r</a:t>
            </a:r>
            <a:r>
              <a:rPr sz="3600" spc="75" dirty="0">
                <a:latin typeface="Times New Roman"/>
                <a:cs typeface="Times New Roman"/>
              </a:rPr>
              <a:t> </a:t>
            </a:r>
            <a:r>
              <a:rPr sz="3600" spc="-30" dirty="0">
                <a:latin typeface="Arial"/>
                <a:cs typeface="Arial"/>
              </a:rPr>
              <a:t>E</a:t>
            </a:r>
            <a:r>
              <a:rPr sz="3600" spc="-25" dirty="0">
                <a:latin typeface="Arial"/>
                <a:cs typeface="Arial"/>
              </a:rPr>
              <a:t>a</a:t>
            </a:r>
            <a:r>
              <a:rPr sz="3600" spc="-10" dirty="0">
                <a:latin typeface="Arial"/>
                <a:cs typeface="Arial"/>
              </a:rPr>
              <a:t>c</a:t>
            </a:r>
            <a:r>
              <a:rPr sz="3600" spc="-20" dirty="0">
                <a:latin typeface="Arial"/>
                <a:cs typeface="Arial"/>
              </a:rPr>
              <a:t>h</a:t>
            </a:r>
            <a:r>
              <a:rPr sz="3600" spc="75" dirty="0">
                <a:latin typeface="Times New Roman"/>
                <a:cs typeface="Times New Roman"/>
              </a:rPr>
              <a:t> </a:t>
            </a:r>
            <a:r>
              <a:rPr lang="en-US" sz="3600" spc="-30" dirty="0">
                <a:latin typeface="Arial"/>
                <a:cs typeface="Arial"/>
              </a:rPr>
              <a:t>Position</a:t>
            </a:r>
            <a:endParaRPr sz="3600" spc="-10" dirty="0">
              <a:latin typeface="Arial"/>
              <a:cs typeface="Arial"/>
            </a:endParaRPr>
          </a:p>
        </p:txBody>
      </p:sp>
      <p:sp>
        <p:nvSpPr>
          <p:cNvPr id="3" name="object 3"/>
          <p:cNvSpPr/>
          <p:nvPr/>
        </p:nvSpPr>
        <p:spPr>
          <a:xfrm>
            <a:off x="7277252" y="3656329"/>
            <a:ext cx="55244" cy="0"/>
          </a:xfrm>
          <a:custGeom>
            <a:avLst/>
            <a:gdLst/>
            <a:ahLst/>
            <a:cxnLst/>
            <a:rect l="l" t="t" r="r" b="b"/>
            <a:pathLst>
              <a:path w="55245">
                <a:moveTo>
                  <a:pt x="0" y="0"/>
                </a:moveTo>
                <a:lnTo>
                  <a:pt x="55207" y="0"/>
                </a:lnTo>
              </a:path>
            </a:pathLst>
          </a:custGeom>
          <a:ln w="3809">
            <a:solidFill>
              <a:srgbClr val="FFF9E8"/>
            </a:solidFill>
          </a:ln>
        </p:spPr>
        <p:txBody>
          <a:bodyPr wrap="square" lIns="0" tIns="0" rIns="0" bIns="0" rtlCol="0"/>
          <a:lstStyle/>
          <a:p>
            <a:endParaRPr/>
          </a:p>
        </p:txBody>
      </p:sp>
      <p:sp>
        <p:nvSpPr>
          <p:cNvPr id="4" name="object 4"/>
          <p:cNvSpPr/>
          <p:nvPr/>
        </p:nvSpPr>
        <p:spPr>
          <a:xfrm>
            <a:off x="7277252" y="2993389"/>
            <a:ext cx="59690" cy="661670"/>
          </a:xfrm>
          <a:custGeom>
            <a:avLst/>
            <a:gdLst/>
            <a:ahLst/>
            <a:cxnLst/>
            <a:rect l="l" t="t" r="r" b="b"/>
            <a:pathLst>
              <a:path w="59689" h="661670">
                <a:moveTo>
                  <a:pt x="0" y="661669"/>
                </a:moveTo>
                <a:lnTo>
                  <a:pt x="59588" y="661669"/>
                </a:lnTo>
                <a:lnTo>
                  <a:pt x="59588" y="0"/>
                </a:lnTo>
                <a:lnTo>
                  <a:pt x="0" y="0"/>
                </a:lnTo>
                <a:lnTo>
                  <a:pt x="0" y="661669"/>
                </a:lnTo>
                <a:close/>
              </a:path>
            </a:pathLst>
          </a:custGeom>
          <a:solidFill>
            <a:srgbClr val="FFF9E8"/>
          </a:solidFill>
        </p:spPr>
        <p:txBody>
          <a:bodyPr wrap="square" lIns="0" tIns="0" rIns="0" bIns="0" rtlCol="0"/>
          <a:lstStyle/>
          <a:p>
            <a:endParaRPr/>
          </a:p>
        </p:txBody>
      </p:sp>
      <p:sp>
        <p:nvSpPr>
          <p:cNvPr id="5" name="object 5"/>
          <p:cNvSpPr/>
          <p:nvPr/>
        </p:nvSpPr>
        <p:spPr>
          <a:xfrm>
            <a:off x="7307061" y="2992801"/>
            <a:ext cx="59690" cy="664845"/>
          </a:xfrm>
          <a:custGeom>
            <a:avLst/>
            <a:gdLst/>
            <a:ahLst/>
            <a:cxnLst/>
            <a:rect l="l" t="t" r="r" b="b"/>
            <a:pathLst>
              <a:path w="59689" h="664845">
                <a:moveTo>
                  <a:pt x="59588" y="0"/>
                </a:moveTo>
                <a:lnTo>
                  <a:pt x="0" y="0"/>
                </a:lnTo>
                <a:lnTo>
                  <a:pt x="0" y="664524"/>
                </a:lnTo>
                <a:lnTo>
                  <a:pt x="14874" y="663153"/>
                </a:lnTo>
                <a:lnTo>
                  <a:pt x="22829" y="663153"/>
                </a:lnTo>
                <a:lnTo>
                  <a:pt x="29778" y="662452"/>
                </a:lnTo>
                <a:lnTo>
                  <a:pt x="37734" y="661751"/>
                </a:lnTo>
                <a:lnTo>
                  <a:pt x="44683" y="661050"/>
                </a:lnTo>
                <a:lnTo>
                  <a:pt x="52638" y="661050"/>
                </a:lnTo>
                <a:lnTo>
                  <a:pt x="59588" y="660349"/>
                </a:lnTo>
                <a:lnTo>
                  <a:pt x="59588" y="0"/>
                </a:lnTo>
                <a:close/>
              </a:path>
            </a:pathLst>
          </a:custGeom>
          <a:solidFill>
            <a:srgbClr val="FFF4D1"/>
          </a:solidFill>
        </p:spPr>
        <p:txBody>
          <a:bodyPr wrap="square" lIns="0" tIns="0" rIns="0" bIns="0" rtlCol="0"/>
          <a:lstStyle/>
          <a:p>
            <a:endParaRPr/>
          </a:p>
        </p:txBody>
      </p:sp>
      <p:sp>
        <p:nvSpPr>
          <p:cNvPr id="6" name="object 6"/>
          <p:cNvSpPr/>
          <p:nvPr/>
        </p:nvSpPr>
        <p:spPr>
          <a:xfrm>
            <a:off x="7335865" y="2992800"/>
            <a:ext cx="60960" cy="662940"/>
          </a:xfrm>
          <a:custGeom>
            <a:avLst/>
            <a:gdLst/>
            <a:ahLst/>
            <a:cxnLst/>
            <a:rect l="l" t="t" r="r" b="b"/>
            <a:pathLst>
              <a:path w="60960" h="662939">
                <a:moveTo>
                  <a:pt x="60563" y="0"/>
                </a:moveTo>
                <a:lnTo>
                  <a:pt x="0" y="0"/>
                </a:lnTo>
                <a:lnTo>
                  <a:pt x="0" y="662452"/>
                </a:lnTo>
                <a:lnTo>
                  <a:pt x="15880" y="661050"/>
                </a:lnTo>
                <a:lnTo>
                  <a:pt x="23835" y="661050"/>
                </a:lnTo>
                <a:lnTo>
                  <a:pt x="30784" y="660349"/>
                </a:lnTo>
                <a:lnTo>
                  <a:pt x="53614" y="658276"/>
                </a:lnTo>
                <a:lnTo>
                  <a:pt x="60563" y="657575"/>
                </a:lnTo>
                <a:lnTo>
                  <a:pt x="60563" y="0"/>
                </a:lnTo>
                <a:close/>
              </a:path>
            </a:pathLst>
          </a:custGeom>
          <a:solidFill>
            <a:srgbClr val="FFEFB9"/>
          </a:solidFill>
        </p:spPr>
        <p:txBody>
          <a:bodyPr wrap="square" lIns="0" tIns="0" rIns="0" bIns="0" rtlCol="0"/>
          <a:lstStyle/>
          <a:p>
            <a:endParaRPr/>
          </a:p>
        </p:txBody>
      </p:sp>
      <p:sp>
        <p:nvSpPr>
          <p:cNvPr id="7" name="object 7"/>
          <p:cNvSpPr/>
          <p:nvPr/>
        </p:nvSpPr>
        <p:spPr>
          <a:xfrm>
            <a:off x="7365644" y="2992800"/>
            <a:ext cx="60960" cy="660400"/>
          </a:xfrm>
          <a:custGeom>
            <a:avLst/>
            <a:gdLst/>
            <a:ahLst/>
            <a:cxnLst/>
            <a:rect l="l" t="t" r="r" b="b"/>
            <a:pathLst>
              <a:path w="60960" h="660400">
                <a:moveTo>
                  <a:pt x="60594" y="0"/>
                </a:moveTo>
                <a:lnTo>
                  <a:pt x="0" y="0"/>
                </a:lnTo>
                <a:lnTo>
                  <a:pt x="0" y="660349"/>
                </a:lnTo>
                <a:lnTo>
                  <a:pt x="23835" y="658276"/>
                </a:lnTo>
                <a:lnTo>
                  <a:pt x="30784" y="657575"/>
                </a:lnTo>
                <a:lnTo>
                  <a:pt x="38740" y="656874"/>
                </a:lnTo>
                <a:lnTo>
                  <a:pt x="45689" y="656173"/>
                </a:lnTo>
                <a:lnTo>
                  <a:pt x="53614" y="655472"/>
                </a:lnTo>
                <a:lnTo>
                  <a:pt x="60594" y="654771"/>
                </a:lnTo>
                <a:lnTo>
                  <a:pt x="60594" y="0"/>
                </a:lnTo>
                <a:close/>
              </a:path>
            </a:pathLst>
          </a:custGeom>
          <a:solidFill>
            <a:srgbClr val="FFEAA2"/>
          </a:solidFill>
        </p:spPr>
        <p:txBody>
          <a:bodyPr wrap="square" lIns="0" tIns="0" rIns="0" bIns="0" rtlCol="0"/>
          <a:lstStyle/>
          <a:p>
            <a:endParaRPr/>
          </a:p>
        </p:txBody>
      </p:sp>
      <p:sp>
        <p:nvSpPr>
          <p:cNvPr id="8" name="object 8"/>
          <p:cNvSpPr/>
          <p:nvPr/>
        </p:nvSpPr>
        <p:spPr>
          <a:xfrm>
            <a:off x="7395453" y="2992800"/>
            <a:ext cx="59690" cy="657860"/>
          </a:xfrm>
          <a:custGeom>
            <a:avLst/>
            <a:gdLst/>
            <a:ahLst/>
            <a:cxnLst/>
            <a:rect l="l" t="t" r="r" b="b"/>
            <a:pathLst>
              <a:path w="59689" h="657860">
                <a:moveTo>
                  <a:pt x="59588" y="0"/>
                </a:moveTo>
                <a:lnTo>
                  <a:pt x="0" y="0"/>
                </a:lnTo>
                <a:lnTo>
                  <a:pt x="0" y="657575"/>
                </a:lnTo>
                <a:lnTo>
                  <a:pt x="23804" y="655472"/>
                </a:lnTo>
                <a:lnTo>
                  <a:pt x="31760" y="654070"/>
                </a:lnTo>
                <a:lnTo>
                  <a:pt x="45659" y="652698"/>
                </a:lnTo>
                <a:lnTo>
                  <a:pt x="52608" y="651296"/>
                </a:lnTo>
                <a:lnTo>
                  <a:pt x="59588" y="650595"/>
                </a:lnTo>
                <a:lnTo>
                  <a:pt x="59588" y="0"/>
                </a:lnTo>
                <a:close/>
              </a:path>
            </a:pathLst>
          </a:custGeom>
          <a:solidFill>
            <a:srgbClr val="FFE28B"/>
          </a:solidFill>
        </p:spPr>
        <p:txBody>
          <a:bodyPr wrap="square" lIns="0" tIns="0" rIns="0" bIns="0" rtlCol="0"/>
          <a:lstStyle/>
          <a:p>
            <a:endParaRPr/>
          </a:p>
        </p:txBody>
      </p:sp>
      <p:sp>
        <p:nvSpPr>
          <p:cNvPr id="9" name="object 9"/>
          <p:cNvSpPr/>
          <p:nvPr/>
        </p:nvSpPr>
        <p:spPr>
          <a:xfrm>
            <a:off x="7425232" y="2992800"/>
            <a:ext cx="59690" cy="655320"/>
          </a:xfrm>
          <a:custGeom>
            <a:avLst/>
            <a:gdLst/>
            <a:ahLst/>
            <a:cxnLst/>
            <a:rect l="l" t="t" r="r" b="b"/>
            <a:pathLst>
              <a:path w="59689" h="655320">
                <a:moveTo>
                  <a:pt x="59588" y="0"/>
                </a:moveTo>
                <a:lnTo>
                  <a:pt x="0" y="0"/>
                </a:lnTo>
                <a:lnTo>
                  <a:pt x="0" y="654771"/>
                </a:lnTo>
                <a:lnTo>
                  <a:pt x="7955" y="653399"/>
                </a:lnTo>
                <a:lnTo>
                  <a:pt x="15880" y="652698"/>
                </a:lnTo>
                <a:lnTo>
                  <a:pt x="23835" y="651296"/>
                </a:lnTo>
                <a:lnTo>
                  <a:pt x="31790" y="650595"/>
                </a:lnTo>
                <a:lnTo>
                  <a:pt x="38740" y="649193"/>
                </a:lnTo>
                <a:lnTo>
                  <a:pt x="45689" y="648522"/>
                </a:lnTo>
                <a:lnTo>
                  <a:pt x="52638" y="647120"/>
                </a:lnTo>
                <a:lnTo>
                  <a:pt x="59588" y="646419"/>
                </a:lnTo>
                <a:lnTo>
                  <a:pt x="59588" y="0"/>
                </a:lnTo>
                <a:close/>
              </a:path>
            </a:pathLst>
          </a:custGeom>
          <a:solidFill>
            <a:srgbClr val="FFDD71"/>
          </a:solidFill>
        </p:spPr>
        <p:txBody>
          <a:bodyPr wrap="square" lIns="0" tIns="0" rIns="0" bIns="0" rtlCol="0"/>
          <a:lstStyle/>
          <a:p>
            <a:endParaRPr/>
          </a:p>
        </p:txBody>
      </p:sp>
      <p:sp>
        <p:nvSpPr>
          <p:cNvPr id="10" name="object 10"/>
          <p:cNvSpPr/>
          <p:nvPr/>
        </p:nvSpPr>
        <p:spPr>
          <a:xfrm>
            <a:off x="7455042" y="2992801"/>
            <a:ext cx="59690" cy="650875"/>
          </a:xfrm>
          <a:custGeom>
            <a:avLst/>
            <a:gdLst/>
            <a:ahLst/>
            <a:cxnLst/>
            <a:rect l="l" t="t" r="r" b="b"/>
            <a:pathLst>
              <a:path w="59689" h="650875">
                <a:moveTo>
                  <a:pt x="59557" y="0"/>
                </a:moveTo>
                <a:lnTo>
                  <a:pt x="0" y="0"/>
                </a:lnTo>
                <a:lnTo>
                  <a:pt x="0" y="650595"/>
                </a:lnTo>
                <a:lnTo>
                  <a:pt x="7924" y="649193"/>
                </a:lnTo>
                <a:lnTo>
                  <a:pt x="15880" y="648522"/>
                </a:lnTo>
                <a:lnTo>
                  <a:pt x="31760" y="645718"/>
                </a:lnTo>
                <a:lnTo>
                  <a:pt x="38709" y="645017"/>
                </a:lnTo>
                <a:lnTo>
                  <a:pt x="59557" y="640841"/>
                </a:lnTo>
                <a:lnTo>
                  <a:pt x="59557" y="0"/>
                </a:lnTo>
                <a:close/>
              </a:path>
            </a:pathLst>
          </a:custGeom>
          <a:solidFill>
            <a:srgbClr val="FFD85B"/>
          </a:solidFill>
        </p:spPr>
        <p:txBody>
          <a:bodyPr wrap="square" lIns="0" tIns="0" rIns="0" bIns="0" rtlCol="0"/>
          <a:lstStyle/>
          <a:p>
            <a:endParaRPr/>
          </a:p>
        </p:txBody>
      </p:sp>
      <p:sp>
        <p:nvSpPr>
          <p:cNvPr id="11" name="object 11"/>
          <p:cNvSpPr/>
          <p:nvPr/>
        </p:nvSpPr>
        <p:spPr>
          <a:xfrm>
            <a:off x="7484821" y="2992800"/>
            <a:ext cx="59690" cy="646430"/>
          </a:xfrm>
          <a:custGeom>
            <a:avLst/>
            <a:gdLst/>
            <a:ahLst/>
            <a:cxnLst/>
            <a:rect l="l" t="t" r="r" b="b"/>
            <a:pathLst>
              <a:path w="59689" h="646429">
                <a:moveTo>
                  <a:pt x="59588" y="0"/>
                </a:moveTo>
                <a:lnTo>
                  <a:pt x="0" y="0"/>
                </a:lnTo>
                <a:lnTo>
                  <a:pt x="0" y="646419"/>
                </a:lnTo>
                <a:lnTo>
                  <a:pt x="7955" y="645017"/>
                </a:lnTo>
                <a:lnTo>
                  <a:pt x="16885" y="643615"/>
                </a:lnTo>
                <a:lnTo>
                  <a:pt x="24810" y="642244"/>
                </a:lnTo>
                <a:lnTo>
                  <a:pt x="31760" y="640140"/>
                </a:lnTo>
                <a:lnTo>
                  <a:pt x="39715" y="638769"/>
                </a:lnTo>
                <a:lnTo>
                  <a:pt x="46664" y="637367"/>
                </a:lnTo>
                <a:lnTo>
                  <a:pt x="52638" y="635264"/>
                </a:lnTo>
                <a:lnTo>
                  <a:pt x="59588" y="633892"/>
                </a:lnTo>
                <a:lnTo>
                  <a:pt x="59588" y="0"/>
                </a:lnTo>
                <a:close/>
              </a:path>
            </a:pathLst>
          </a:custGeom>
          <a:solidFill>
            <a:srgbClr val="FFD244"/>
          </a:solidFill>
        </p:spPr>
        <p:txBody>
          <a:bodyPr wrap="square" lIns="0" tIns="0" rIns="0" bIns="0" rtlCol="0"/>
          <a:lstStyle/>
          <a:p>
            <a:endParaRPr/>
          </a:p>
        </p:txBody>
      </p:sp>
      <p:sp>
        <p:nvSpPr>
          <p:cNvPr id="12" name="object 12"/>
          <p:cNvSpPr/>
          <p:nvPr/>
        </p:nvSpPr>
        <p:spPr>
          <a:xfrm>
            <a:off x="7514599" y="2992800"/>
            <a:ext cx="59690" cy="641350"/>
          </a:xfrm>
          <a:custGeom>
            <a:avLst/>
            <a:gdLst/>
            <a:ahLst/>
            <a:cxnLst/>
            <a:rect l="l" t="t" r="r" b="b"/>
            <a:pathLst>
              <a:path w="59689" h="641350">
                <a:moveTo>
                  <a:pt x="59588" y="0"/>
                </a:moveTo>
                <a:lnTo>
                  <a:pt x="0" y="0"/>
                </a:lnTo>
                <a:lnTo>
                  <a:pt x="0" y="640841"/>
                </a:lnTo>
                <a:lnTo>
                  <a:pt x="8961" y="638769"/>
                </a:lnTo>
                <a:lnTo>
                  <a:pt x="17891" y="637367"/>
                </a:lnTo>
                <a:lnTo>
                  <a:pt x="33771" y="633191"/>
                </a:lnTo>
                <a:lnTo>
                  <a:pt x="47670" y="629015"/>
                </a:lnTo>
                <a:lnTo>
                  <a:pt x="53644" y="626211"/>
                </a:lnTo>
                <a:lnTo>
                  <a:pt x="59588" y="624138"/>
                </a:lnTo>
                <a:lnTo>
                  <a:pt x="59588" y="0"/>
                </a:lnTo>
                <a:close/>
              </a:path>
            </a:pathLst>
          </a:custGeom>
          <a:solidFill>
            <a:srgbClr val="FFCE2C"/>
          </a:solidFill>
        </p:spPr>
        <p:txBody>
          <a:bodyPr wrap="square" lIns="0" tIns="0" rIns="0" bIns="0" rtlCol="0"/>
          <a:lstStyle/>
          <a:p>
            <a:endParaRPr/>
          </a:p>
        </p:txBody>
      </p:sp>
      <p:sp>
        <p:nvSpPr>
          <p:cNvPr id="13" name="object 13"/>
          <p:cNvSpPr/>
          <p:nvPr/>
        </p:nvSpPr>
        <p:spPr>
          <a:xfrm>
            <a:off x="7544409" y="2992801"/>
            <a:ext cx="59690" cy="634365"/>
          </a:xfrm>
          <a:custGeom>
            <a:avLst/>
            <a:gdLst/>
            <a:ahLst/>
            <a:cxnLst/>
            <a:rect l="l" t="t" r="r" b="b"/>
            <a:pathLst>
              <a:path w="59689" h="634364">
                <a:moveTo>
                  <a:pt x="59588" y="0"/>
                </a:moveTo>
                <a:lnTo>
                  <a:pt x="0" y="0"/>
                </a:lnTo>
                <a:lnTo>
                  <a:pt x="0" y="633892"/>
                </a:lnTo>
                <a:lnTo>
                  <a:pt x="43708" y="617159"/>
                </a:lnTo>
                <a:lnTo>
                  <a:pt x="59588" y="599053"/>
                </a:lnTo>
                <a:lnTo>
                  <a:pt x="59588" y="0"/>
                </a:lnTo>
                <a:close/>
              </a:path>
            </a:pathLst>
          </a:custGeom>
          <a:solidFill>
            <a:srgbClr val="FFC815"/>
          </a:solidFill>
        </p:spPr>
        <p:txBody>
          <a:bodyPr wrap="square" lIns="0" tIns="0" rIns="0" bIns="0" rtlCol="0"/>
          <a:lstStyle/>
          <a:p>
            <a:endParaRPr/>
          </a:p>
        </p:txBody>
      </p:sp>
      <p:sp>
        <p:nvSpPr>
          <p:cNvPr id="14" name="object 14"/>
          <p:cNvSpPr/>
          <p:nvPr/>
        </p:nvSpPr>
        <p:spPr>
          <a:xfrm>
            <a:off x="7187885" y="2992820"/>
            <a:ext cx="29845" cy="667385"/>
          </a:xfrm>
          <a:custGeom>
            <a:avLst/>
            <a:gdLst/>
            <a:ahLst/>
            <a:cxnLst/>
            <a:rect l="l" t="t" r="r" b="b"/>
            <a:pathLst>
              <a:path w="29845" h="667385">
                <a:moveTo>
                  <a:pt x="0" y="667310"/>
                </a:moveTo>
                <a:lnTo>
                  <a:pt x="29781" y="667310"/>
                </a:lnTo>
                <a:lnTo>
                  <a:pt x="29781" y="0"/>
                </a:lnTo>
                <a:lnTo>
                  <a:pt x="0" y="0"/>
                </a:lnTo>
                <a:lnTo>
                  <a:pt x="0" y="667310"/>
                </a:lnTo>
                <a:close/>
              </a:path>
            </a:pathLst>
          </a:custGeom>
          <a:solidFill>
            <a:srgbClr val="FFF7DD"/>
          </a:solidFill>
        </p:spPr>
        <p:txBody>
          <a:bodyPr wrap="square" lIns="0" tIns="0" rIns="0" bIns="0" rtlCol="0"/>
          <a:lstStyle/>
          <a:p>
            <a:endParaRPr/>
          </a:p>
        </p:txBody>
      </p:sp>
      <p:sp>
        <p:nvSpPr>
          <p:cNvPr id="15" name="object 15"/>
          <p:cNvSpPr/>
          <p:nvPr/>
        </p:nvSpPr>
        <p:spPr>
          <a:xfrm>
            <a:off x="7135025" y="3659504"/>
            <a:ext cx="53340" cy="0"/>
          </a:xfrm>
          <a:custGeom>
            <a:avLst/>
            <a:gdLst/>
            <a:ahLst/>
            <a:cxnLst/>
            <a:rect l="l" t="t" r="r" b="b"/>
            <a:pathLst>
              <a:path w="53339">
                <a:moveTo>
                  <a:pt x="0" y="0"/>
                </a:moveTo>
                <a:lnTo>
                  <a:pt x="52859" y="0"/>
                </a:lnTo>
              </a:path>
            </a:pathLst>
          </a:custGeom>
          <a:ln w="3175">
            <a:solidFill>
              <a:srgbClr val="FFF4CE"/>
            </a:solidFill>
          </a:ln>
        </p:spPr>
        <p:txBody>
          <a:bodyPr wrap="square" lIns="0" tIns="0" rIns="0" bIns="0" rtlCol="0"/>
          <a:lstStyle/>
          <a:p>
            <a:endParaRPr/>
          </a:p>
        </p:txBody>
      </p:sp>
      <p:sp>
        <p:nvSpPr>
          <p:cNvPr id="16" name="object 16"/>
          <p:cNvSpPr/>
          <p:nvPr/>
        </p:nvSpPr>
        <p:spPr>
          <a:xfrm>
            <a:off x="7158076" y="2993389"/>
            <a:ext cx="29845" cy="665480"/>
          </a:xfrm>
          <a:custGeom>
            <a:avLst/>
            <a:gdLst/>
            <a:ahLst/>
            <a:cxnLst/>
            <a:rect l="l" t="t" r="r" b="b"/>
            <a:pathLst>
              <a:path w="29845" h="665479">
                <a:moveTo>
                  <a:pt x="0" y="665480"/>
                </a:moveTo>
                <a:lnTo>
                  <a:pt x="29809" y="665480"/>
                </a:lnTo>
                <a:lnTo>
                  <a:pt x="29809" y="0"/>
                </a:lnTo>
                <a:lnTo>
                  <a:pt x="0" y="0"/>
                </a:lnTo>
                <a:lnTo>
                  <a:pt x="0" y="665480"/>
                </a:lnTo>
                <a:close/>
              </a:path>
            </a:pathLst>
          </a:custGeom>
          <a:solidFill>
            <a:srgbClr val="FFF4CE"/>
          </a:solidFill>
        </p:spPr>
        <p:txBody>
          <a:bodyPr wrap="square" lIns="0" tIns="0" rIns="0" bIns="0" rtlCol="0"/>
          <a:lstStyle/>
          <a:p>
            <a:endParaRPr/>
          </a:p>
        </p:txBody>
      </p:sp>
      <p:sp>
        <p:nvSpPr>
          <p:cNvPr id="17" name="object 17"/>
          <p:cNvSpPr/>
          <p:nvPr/>
        </p:nvSpPr>
        <p:spPr>
          <a:xfrm>
            <a:off x="7129161" y="3658870"/>
            <a:ext cx="29209" cy="1270"/>
          </a:xfrm>
          <a:custGeom>
            <a:avLst/>
            <a:gdLst/>
            <a:ahLst/>
            <a:cxnLst/>
            <a:rect l="l" t="t" r="r" b="b"/>
            <a:pathLst>
              <a:path w="29210" h="1270">
                <a:moveTo>
                  <a:pt x="0" y="634"/>
                </a:moveTo>
                <a:lnTo>
                  <a:pt x="28915" y="634"/>
                </a:lnTo>
              </a:path>
            </a:pathLst>
          </a:custGeom>
          <a:ln w="3175">
            <a:solidFill>
              <a:srgbClr val="FFEFBE"/>
            </a:solidFill>
          </a:ln>
        </p:spPr>
        <p:txBody>
          <a:bodyPr wrap="square" lIns="0" tIns="0" rIns="0" bIns="0" rtlCol="0"/>
          <a:lstStyle/>
          <a:p>
            <a:endParaRPr/>
          </a:p>
        </p:txBody>
      </p:sp>
      <p:sp>
        <p:nvSpPr>
          <p:cNvPr id="18" name="object 18"/>
          <p:cNvSpPr/>
          <p:nvPr/>
        </p:nvSpPr>
        <p:spPr>
          <a:xfrm>
            <a:off x="7128297" y="2993389"/>
            <a:ext cx="29845" cy="665480"/>
          </a:xfrm>
          <a:custGeom>
            <a:avLst/>
            <a:gdLst/>
            <a:ahLst/>
            <a:cxnLst/>
            <a:rect l="l" t="t" r="r" b="b"/>
            <a:pathLst>
              <a:path w="29845" h="665479">
                <a:moveTo>
                  <a:pt x="0" y="665480"/>
                </a:moveTo>
                <a:lnTo>
                  <a:pt x="29778" y="665480"/>
                </a:lnTo>
                <a:lnTo>
                  <a:pt x="29778" y="0"/>
                </a:lnTo>
                <a:lnTo>
                  <a:pt x="0" y="0"/>
                </a:lnTo>
                <a:lnTo>
                  <a:pt x="0" y="665480"/>
                </a:lnTo>
                <a:close/>
              </a:path>
            </a:pathLst>
          </a:custGeom>
          <a:solidFill>
            <a:srgbClr val="FFEFBE"/>
          </a:solidFill>
        </p:spPr>
        <p:txBody>
          <a:bodyPr wrap="square" lIns="0" tIns="0" rIns="0" bIns="0" rtlCol="0"/>
          <a:lstStyle/>
          <a:p>
            <a:endParaRPr/>
          </a:p>
        </p:txBody>
      </p:sp>
      <p:sp>
        <p:nvSpPr>
          <p:cNvPr id="19" name="object 19"/>
          <p:cNvSpPr/>
          <p:nvPr/>
        </p:nvSpPr>
        <p:spPr>
          <a:xfrm>
            <a:off x="7077721" y="3657600"/>
            <a:ext cx="50800" cy="1270"/>
          </a:xfrm>
          <a:custGeom>
            <a:avLst/>
            <a:gdLst/>
            <a:ahLst/>
            <a:cxnLst/>
            <a:rect l="l" t="t" r="r" b="b"/>
            <a:pathLst>
              <a:path w="50800" h="1270">
                <a:moveTo>
                  <a:pt x="0" y="634"/>
                </a:moveTo>
                <a:lnTo>
                  <a:pt x="50574" y="634"/>
                </a:lnTo>
              </a:path>
            </a:pathLst>
          </a:custGeom>
          <a:ln w="3175">
            <a:solidFill>
              <a:srgbClr val="FFEDAE"/>
            </a:solidFill>
          </a:ln>
        </p:spPr>
        <p:txBody>
          <a:bodyPr wrap="square" lIns="0" tIns="0" rIns="0" bIns="0" rtlCol="0"/>
          <a:lstStyle/>
          <a:p>
            <a:endParaRPr/>
          </a:p>
        </p:txBody>
      </p:sp>
      <p:sp>
        <p:nvSpPr>
          <p:cNvPr id="20" name="object 20"/>
          <p:cNvSpPr/>
          <p:nvPr/>
        </p:nvSpPr>
        <p:spPr>
          <a:xfrm>
            <a:off x="7098518" y="2993389"/>
            <a:ext cx="29845" cy="664210"/>
          </a:xfrm>
          <a:custGeom>
            <a:avLst/>
            <a:gdLst/>
            <a:ahLst/>
            <a:cxnLst/>
            <a:rect l="l" t="t" r="r" b="b"/>
            <a:pathLst>
              <a:path w="29845" h="664210">
                <a:moveTo>
                  <a:pt x="0" y="664209"/>
                </a:moveTo>
                <a:lnTo>
                  <a:pt x="29778" y="664209"/>
                </a:lnTo>
                <a:lnTo>
                  <a:pt x="29778" y="0"/>
                </a:lnTo>
                <a:lnTo>
                  <a:pt x="0" y="0"/>
                </a:lnTo>
                <a:lnTo>
                  <a:pt x="0" y="664209"/>
                </a:lnTo>
                <a:close/>
              </a:path>
            </a:pathLst>
          </a:custGeom>
          <a:solidFill>
            <a:srgbClr val="FFEDAE"/>
          </a:solidFill>
        </p:spPr>
        <p:txBody>
          <a:bodyPr wrap="square" lIns="0" tIns="0" rIns="0" bIns="0" rtlCol="0"/>
          <a:lstStyle/>
          <a:p>
            <a:endParaRPr/>
          </a:p>
        </p:txBody>
      </p:sp>
      <p:sp>
        <p:nvSpPr>
          <p:cNvPr id="21" name="object 21"/>
          <p:cNvSpPr/>
          <p:nvPr/>
        </p:nvSpPr>
        <p:spPr>
          <a:xfrm>
            <a:off x="7084969" y="3657600"/>
            <a:ext cx="13970" cy="1270"/>
          </a:xfrm>
          <a:custGeom>
            <a:avLst/>
            <a:gdLst/>
            <a:ahLst/>
            <a:cxnLst/>
            <a:rect l="l" t="t" r="r" b="b"/>
            <a:pathLst>
              <a:path w="13970" h="1270">
                <a:moveTo>
                  <a:pt x="0" y="634"/>
                </a:moveTo>
                <a:lnTo>
                  <a:pt x="13547" y="634"/>
                </a:lnTo>
              </a:path>
            </a:pathLst>
          </a:custGeom>
          <a:ln w="3175">
            <a:solidFill>
              <a:srgbClr val="FFE89D"/>
            </a:solidFill>
          </a:ln>
        </p:spPr>
        <p:txBody>
          <a:bodyPr wrap="square" lIns="0" tIns="0" rIns="0" bIns="0" rtlCol="0"/>
          <a:lstStyle/>
          <a:p>
            <a:endParaRPr/>
          </a:p>
        </p:txBody>
      </p:sp>
      <p:sp>
        <p:nvSpPr>
          <p:cNvPr id="22" name="object 22"/>
          <p:cNvSpPr/>
          <p:nvPr/>
        </p:nvSpPr>
        <p:spPr>
          <a:xfrm>
            <a:off x="7028034" y="3656329"/>
            <a:ext cx="70485" cy="0"/>
          </a:xfrm>
          <a:custGeom>
            <a:avLst/>
            <a:gdLst/>
            <a:ahLst/>
            <a:cxnLst/>
            <a:rect l="l" t="t" r="r" b="b"/>
            <a:pathLst>
              <a:path w="70485">
                <a:moveTo>
                  <a:pt x="0" y="0"/>
                </a:moveTo>
                <a:lnTo>
                  <a:pt x="70484" y="0"/>
                </a:lnTo>
              </a:path>
            </a:pathLst>
          </a:custGeom>
          <a:ln w="3809">
            <a:solidFill>
              <a:srgbClr val="FFE89D"/>
            </a:solidFill>
          </a:ln>
        </p:spPr>
        <p:txBody>
          <a:bodyPr wrap="square" lIns="0" tIns="0" rIns="0" bIns="0" rtlCol="0"/>
          <a:lstStyle/>
          <a:p>
            <a:endParaRPr/>
          </a:p>
        </p:txBody>
      </p:sp>
      <p:sp>
        <p:nvSpPr>
          <p:cNvPr id="23" name="object 23"/>
          <p:cNvSpPr/>
          <p:nvPr/>
        </p:nvSpPr>
        <p:spPr>
          <a:xfrm>
            <a:off x="7068709" y="2993389"/>
            <a:ext cx="29845" cy="662940"/>
          </a:xfrm>
          <a:custGeom>
            <a:avLst/>
            <a:gdLst/>
            <a:ahLst/>
            <a:cxnLst/>
            <a:rect l="l" t="t" r="r" b="b"/>
            <a:pathLst>
              <a:path w="29845" h="662939">
                <a:moveTo>
                  <a:pt x="0" y="662940"/>
                </a:moveTo>
                <a:lnTo>
                  <a:pt x="29809" y="662940"/>
                </a:lnTo>
                <a:lnTo>
                  <a:pt x="29809" y="0"/>
                </a:lnTo>
                <a:lnTo>
                  <a:pt x="0" y="0"/>
                </a:lnTo>
                <a:lnTo>
                  <a:pt x="0" y="662940"/>
                </a:lnTo>
                <a:close/>
              </a:path>
            </a:pathLst>
          </a:custGeom>
          <a:solidFill>
            <a:srgbClr val="FFE89D"/>
          </a:solidFill>
        </p:spPr>
        <p:txBody>
          <a:bodyPr wrap="square" lIns="0" tIns="0" rIns="0" bIns="0" rtlCol="0"/>
          <a:lstStyle/>
          <a:p>
            <a:endParaRPr/>
          </a:p>
        </p:txBody>
      </p:sp>
      <p:sp>
        <p:nvSpPr>
          <p:cNvPr id="24" name="object 24"/>
          <p:cNvSpPr/>
          <p:nvPr/>
        </p:nvSpPr>
        <p:spPr>
          <a:xfrm>
            <a:off x="7038930" y="2993389"/>
            <a:ext cx="29845" cy="661670"/>
          </a:xfrm>
          <a:custGeom>
            <a:avLst/>
            <a:gdLst/>
            <a:ahLst/>
            <a:cxnLst/>
            <a:rect l="l" t="t" r="r" b="b"/>
            <a:pathLst>
              <a:path w="29845" h="661670">
                <a:moveTo>
                  <a:pt x="0" y="661670"/>
                </a:moveTo>
                <a:lnTo>
                  <a:pt x="29778" y="661670"/>
                </a:lnTo>
                <a:lnTo>
                  <a:pt x="29778" y="0"/>
                </a:lnTo>
                <a:lnTo>
                  <a:pt x="0" y="0"/>
                </a:lnTo>
                <a:lnTo>
                  <a:pt x="0" y="661670"/>
                </a:lnTo>
                <a:close/>
              </a:path>
            </a:pathLst>
          </a:custGeom>
          <a:solidFill>
            <a:srgbClr val="FFE89D"/>
          </a:solidFill>
        </p:spPr>
        <p:txBody>
          <a:bodyPr wrap="square" lIns="0" tIns="0" rIns="0" bIns="0" rtlCol="0"/>
          <a:lstStyle/>
          <a:p>
            <a:endParaRPr/>
          </a:p>
        </p:txBody>
      </p:sp>
      <p:sp>
        <p:nvSpPr>
          <p:cNvPr id="25" name="object 25"/>
          <p:cNvSpPr/>
          <p:nvPr/>
        </p:nvSpPr>
        <p:spPr>
          <a:xfrm>
            <a:off x="7028033" y="3655059"/>
            <a:ext cx="11430" cy="1270"/>
          </a:xfrm>
          <a:custGeom>
            <a:avLst/>
            <a:gdLst/>
            <a:ahLst/>
            <a:cxnLst/>
            <a:rect l="l" t="t" r="r" b="b"/>
            <a:pathLst>
              <a:path w="11429" h="1270">
                <a:moveTo>
                  <a:pt x="0" y="635"/>
                </a:moveTo>
                <a:lnTo>
                  <a:pt x="10896" y="635"/>
                </a:lnTo>
              </a:path>
            </a:pathLst>
          </a:custGeom>
          <a:ln w="3175">
            <a:solidFill>
              <a:srgbClr val="FFE58D"/>
            </a:solidFill>
          </a:ln>
        </p:spPr>
        <p:txBody>
          <a:bodyPr wrap="square" lIns="0" tIns="0" rIns="0" bIns="0" rtlCol="0"/>
          <a:lstStyle/>
          <a:p>
            <a:endParaRPr/>
          </a:p>
        </p:txBody>
      </p:sp>
      <p:sp>
        <p:nvSpPr>
          <p:cNvPr id="26" name="object 26"/>
          <p:cNvSpPr/>
          <p:nvPr/>
        </p:nvSpPr>
        <p:spPr>
          <a:xfrm>
            <a:off x="7006879" y="3653790"/>
            <a:ext cx="32384" cy="1270"/>
          </a:xfrm>
          <a:custGeom>
            <a:avLst/>
            <a:gdLst/>
            <a:ahLst/>
            <a:cxnLst/>
            <a:rect l="l" t="t" r="r" b="b"/>
            <a:pathLst>
              <a:path w="32385" h="1270">
                <a:moveTo>
                  <a:pt x="0" y="635"/>
                </a:moveTo>
                <a:lnTo>
                  <a:pt x="32049" y="635"/>
                </a:lnTo>
              </a:path>
            </a:pathLst>
          </a:custGeom>
          <a:ln w="3175">
            <a:solidFill>
              <a:srgbClr val="FFE58D"/>
            </a:solidFill>
          </a:ln>
        </p:spPr>
        <p:txBody>
          <a:bodyPr wrap="square" lIns="0" tIns="0" rIns="0" bIns="0" rtlCol="0"/>
          <a:lstStyle/>
          <a:p>
            <a:endParaRPr/>
          </a:p>
        </p:txBody>
      </p:sp>
      <p:sp>
        <p:nvSpPr>
          <p:cNvPr id="27" name="object 27"/>
          <p:cNvSpPr/>
          <p:nvPr/>
        </p:nvSpPr>
        <p:spPr>
          <a:xfrm>
            <a:off x="6979599" y="3652520"/>
            <a:ext cx="59690" cy="0"/>
          </a:xfrm>
          <a:custGeom>
            <a:avLst/>
            <a:gdLst/>
            <a:ahLst/>
            <a:cxnLst/>
            <a:rect l="l" t="t" r="r" b="b"/>
            <a:pathLst>
              <a:path w="59689">
                <a:moveTo>
                  <a:pt x="0" y="0"/>
                </a:moveTo>
                <a:lnTo>
                  <a:pt x="59329" y="0"/>
                </a:lnTo>
              </a:path>
            </a:pathLst>
          </a:custGeom>
          <a:ln w="3809">
            <a:solidFill>
              <a:srgbClr val="FFE58D"/>
            </a:solidFill>
          </a:ln>
        </p:spPr>
        <p:txBody>
          <a:bodyPr wrap="square" lIns="0" tIns="0" rIns="0" bIns="0" rtlCol="0"/>
          <a:lstStyle/>
          <a:p>
            <a:endParaRPr/>
          </a:p>
        </p:txBody>
      </p:sp>
      <p:sp>
        <p:nvSpPr>
          <p:cNvPr id="28" name="object 28"/>
          <p:cNvSpPr/>
          <p:nvPr/>
        </p:nvSpPr>
        <p:spPr>
          <a:xfrm>
            <a:off x="6978334" y="2993389"/>
            <a:ext cx="60960" cy="657860"/>
          </a:xfrm>
          <a:custGeom>
            <a:avLst/>
            <a:gdLst/>
            <a:ahLst/>
            <a:cxnLst/>
            <a:rect l="l" t="t" r="r" b="b"/>
            <a:pathLst>
              <a:path w="60960" h="657860">
                <a:moveTo>
                  <a:pt x="0" y="657859"/>
                </a:moveTo>
                <a:lnTo>
                  <a:pt x="60594" y="657859"/>
                </a:lnTo>
                <a:lnTo>
                  <a:pt x="60594" y="0"/>
                </a:lnTo>
                <a:lnTo>
                  <a:pt x="0" y="0"/>
                </a:lnTo>
                <a:lnTo>
                  <a:pt x="0" y="657859"/>
                </a:lnTo>
                <a:close/>
              </a:path>
            </a:pathLst>
          </a:custGeom>
          <a:solidFill>
            <a:srgbClr val="FFE58D"/>
          </a:solidFill>
        </p:spPr>
        <p:txBody>
          <a:bodyPr wrap="square" lIns="0" tIns="0" rIns="0" bIns="0" rtlCol="0"/>
          <a:lstStyle/>
          <a:p>
            <a:endParaRPr/>
          </a:p>
        </p:txBody>
      </p:sp>
      <p:sp>
        <p:nvSpPr>
          <p:cNvPr id="29" name="object 29"/>
          <p:cNvSpPr/>
          <p:nvPr/>
        </p:nvSpPr>
        <p:spPr>
          <a:xfrm>
            <a:off x="6948556" y="2992801"/>
            <a:ext cx="59690" cy="662305"/>
          </a:xfrm>
          <a:custGeom>
            <a:avLst/>
            <a:gdLst/>
            <a:ahLst/>
            <a:cxnLst/>
            <a:rect l="l" t="t" r="r" b="b"/>
            <a:pathLst>
              <a:path w="59689" h="662304">
                <a:moveTo>
                  <a:pt x="59588" y="0"/>
                </a:moveTo>
                <a:lnTo>
                  <a:pt x="0" y="0"/>
                </a:lnTo>
                <a:lnTo>
                  <a:pt x="0" y="656173"/>
                </a:lnTo>
                <a:lnTo>
                  <a:pt x="13898" y="657575"/>
                </a:lnTo>
                <a:lnTo>
                  <a:pt x="21854" y="658276"/>
                </a:lnTo>
                <a:lnTo>
                  <a:pt x="28803" y="658977"/>
                </a:lnTo>
                <a:lnTo>
                  <a:pt x="36728" y="659648"/>
                </a:lnTo>
                <a:lnTo>
                  <a:pt x="43677" y="660349"/>
                </a:lnTo>
                <a:lnTo>
                  <a:pt x="59588" y="661751"/>
                </a:lnTo>
                <a:lnTo>
                  <a:pt x="59588" y="0"/>
                </a:lnTo>
                <a:close/>
              </a:path>
            </a:pathLst>
          </a:custGeom>
          <a:solidFill>
            <a:srgbClr val="FFE27F"/>
          </a:solidFill>
        </p:spPr>
        <p:txBody>
          <a:bodyPr wrap="square" lIns="0" tIns="0" rIns="0" bIns="0" rtlCol="0"/>
          <a:lstStyle/>
          <a:p>
            <a:endParaRPr/>
          </a:p>
        </p:txBody>
      </p:sp>
      <p:sp>
        <p:nvSpPr>
          <p:cNvPr id="30" name="object 30"/>
          <p:cNvSpPr/>
          <p:nvPr/>
        </p:nvSpPr>
        <p:spPr>
          <a:xfrm>
            <a:off x="6918746" y="2992800"/>
            <a:ext cx="59690" cy="659130"/>
          </a:xfrm>
          <a:custGeom>
            <a:avLst/>
            <a:gdLst/>
            <a:ahLst/>
            <a:cxnLst/>
            <a:rect l="l" t="t" r="r" b="b"/>
            <a:pathLst>
              <a:path w="59689" h="659129">
                <a:moveTo>
                  <a:pt x="59588" y="0"/>
                </a:moveTo>
                <a:lnTo>
                  <a:pt x="0" y="0"/>
                </a:lnTo>
                <a:lnTo>
                  <a:pt x="0" y="652698"/>
                </a:lnTo>
                <a:lnTo>
                  <a:pt x="6949" y="653399"/>
                </a:lnTo>
                <a:lnTo>
                  <a:pt x="13929" y="654771"/>
                </a:lnTo>
                <a:lnTo>
                  <a:pt x="21854" y="655472"/>
                </a:lnTo>
                <a:lnTo>
                  <a:pt x="28803" y="656173"/>
                </a:lnTo>
                <a:lnTo>
                  <a:pt x="36758" y="656874"/>
                </a:lnTo>
                <a:lnTo>
                  <a:pt x="43708" y="657575"/>
                </a:lnTo>
                <a:lnTo>
                  <a:pt x="59588" y="658977"/>
                </a:lnTo>
                <a:lnTo>
                  <a:pt x="59588" y="0"/>
                </a:lnTo>
                <a:close/>
              </a:path>
            </a:pathLst>
          </a:custGeom>
          <a:solidFill>
            <a:srgbClr val="FFDD6F"/>
          </a:solidFill>
        </p:spPr>
        <p:txBody>
          <a:bodyPr wrap="square" lIns="0" tIns="0" rIns="0" bIns="0" rtlCol="0"/>
          <a:lstStyle/>
          <a:p>
            <a:endParaRPr/>
          </a:p>
        </p:txBody>
      </p:sp>
      <p:sp>
        <p:nvSpPr>
          <p:cNvPr id="31" name="object 31"/>
          <p:cNvSpPr/>
          <p:nvPr/>
        </p:nvSpPr>
        <p:spPr>
          <a:xfrm>
            <a:off x="6888967" y="2992800"/>
            <a:ext cx="59690" cy="656590"/>
          </a:xfrm>
          <a:custGeom>
            <a:avLst/>
            <a:gdLst/>
            <a:ahLst/>
            <a:cxnLst/>
            <a:rect l="l" t="t" r="r" b="b"/>
            <a:pathLst>
              <a:path w="59689" h="656589">
                <a:moveTo>
                  <a:pt x="59588" y="0"/>
                </a:moveTo>
                <a:lnTo>
                  <a:pt x="0" y="0"/>
                </a:lnTo>
                <a:lnTo>
                  <a:pt x="0" y="648522"/>
                </a:lnTo>
                <a:lnTo>
                  <a:pt x="6949" y="649193"/>
                </a:lnTo>
                <a:lnTo>
                  <a:pt x="13898" y="650595"/>
                </a:lnTo>
                <a:lnTo>
                  <a:pt x="20848" y="651296"/>
                </a:lnTo>
                <a:lnTo>
                  <a:pt x="28803" y="652698"/>
                </a:lnTo>
                <a:lnTo>
                  <a:pt x="36728" y="653399"/>
                </a:lnTo>
                <a:lnTo>
                  <a:pt x="43708" y="654771"/>
                </a:lnTo>
                <a:lnTo>
                  <a:pt x="59588" y="656173"/>
                </a:lnTo>
                <a:lnTo>
                  <a:pt x="59588" y="0"/>
                </a:lnTo>
                <a:close/>
              </a:path>
            </a:pathLst>
          </a:custGeom>
          <a:solidFill>
            <a:srgbClr val="FFD85F"/>
          </a:solidFill>
        </p:spPr>
        <p:txBody>
          <a:bodyPr wrap="square" lIns="0" tIns="0" rIns="0" bIns="0" rtlCol="0"/>
          <a:lstStyle/>
          <a:p>
            <a:endParaRPr/>
          </a:p>
        </p:txBody>
      </p:sp>
      <p:sp>
        <p:nvSpPr>
          <p:cNvPr id="32" name="object 32"/>
          <p:cNvSpPr/>
          <p:nvPr/>
        </p:nvSpPr>
        <p:spPr>
          <a:xfrm>
            <a:off x="6859188" y="2992800"/>
            <a:ext cx="59690" cy="652780"/>
          </a:xfrm>
          <a:custGeom>
            <a:avLst/>
            <a:gdLst/>
            <a:ahLst/>
            <a:cxnLst/>
            <a:rect l="l" t="t" r="r" b="b"/>
            <a:pathLst>
              <a:path w="59689" h="652779">
                <a:moveTo>
                  <a:pt x="59557" y="0"/>
                </a:moveTo>
                <a:lnTo>
                  <a:pt x="0" y="0"/>
                </a:lnTo>
                <a:lnTo>
                  <a:pt x="0" y="643615"/>
                </a:lnTo>
                <a:lnTo>
                  <a:pt x="13898" y="646419"/>
                </a:lnTo>
                <a:lnTo>
                  <a:pt x="20848" y="647120"/>
                </a:lnTo>
                <a:lnTo>
                  <a:pt x="28773" y="648522"/>
                </a:lnTo>
                <a:lnTo>
                  <a:pt x="35722" y="649193"/>
                </a:lnTo>
                <a:lnTo>
                  <a:pt x="43677" y="650595"/>
                </a:lnTo>
                <a:lnTo>
                  <a:pt x="51602" y="651296"/>
                </a:lnTo>
                <a:lnTo>
                  <a:pt x="59557" y="652698"/>
                </a:lnTo>
                <a:lnTo>
                  <a:pt x="59557" y="0"/>
                </a:lnTo>
                <a:close/>
              </a:path>
            </a:pathLst>
          </a:custGeom>
          <a:solidFill>
            <a:srgbClr val="FFD64F"/>
          </a:solidFill>
        </p:spPr>
        <p:txBody>
          <a:bodyPr wrap="square" lIns="0" tIns="0" rIns="0" bIns="0" rtlCol="0"/>
          <a:lstStyle/>
          <a:p>
            <a:endParaRPr/>
          </a:p>
        </p:txBody>
      </p:sp>
      <p:sp>
        <p:nvSpPr>
          <p:cNvPr id="33" name="object 33"/>
          <p:cNvSpPr/>
          <p:nvPr/>
        </p:nvSpPr>
        <p:spPr>
          <a:xfrm>
            <a:off x="6829379" y="2992800"/>
            <a:ext cx="59690" cy="648970"/>
          </a:xfrm>
          <a:custGeom>
            <a:avLst/>
            <a:gdLst/>
            <a:ahLst/>
            <a:cxnLst/>
            <a:rect l="l" t="t" r="r" b="b"/>
            <a:pathLst>
              <a:path w="59689" h="648970">
                <a:moveTo>
                  <a:pt x="59588" y="0"/>
                </a:moveTo>
                <a:lnTo>
                  <a:pt x="0" y="0"/>
                </a:lnTo>
                <a:lnTo>
                  <a:pt x="0" y="637367"/>
                </a:lnTo>
                <a:lnTo>
                  <a:pt x="6949" y="638769"/>
                </a:lnTo>
                <a:lnTo>
                  <a:pt x="12923" y="640140"/>
                </a:lnTo>
                <a:lnTo>
                  <a:pt x="19872" y="641543"/>
                </a:lnTo>
                <a:lnTo>
                  <a:pt x="27797" y="642945"/>
                </a:lnTo>
                <a:lnTo>
                  <a:pt x="34777" y="644347"/>
                </a:lnTo>
                <a:lnTo>
                  <a:pt x="42702" y="645718"/>
                </a:lnTo>
                <a:lnTo>
                  <a:pt x="51633" y="647120"/>
                </a:lnTo>
                <a:lnTo>
                  <a:pt x="59588" y="648522"/>
                </a:lnTo>
                <a:lnTo>
                  <a:pt x="59588" y="0"/>
                </a:lnTo>
                <a:close/>
              </a:path>
            </a:pathLst>
          </a:custGeom>
          <a:solidFill>
            <a:srgbClr val="FFD23F"/>
          </a:solidFill>
        </p:spPr>
        <p:txBody>
          <a:bodyPr wrap="square" lIns="0" tIns="0" rIns="0" bIns="0" rtlCol="0"/>
          <a:lstStyle/>
          <a:p>
            <a:endParaRPr/>
          </a:p>
        </p:txBody>
      </p:sp>
      <p:sp>
        <p:nvSpPr>
          <p:cNvPr id="34" name="object 34"/>
          <p:cNvSpPr/>
          <p:nvPr/>
        </p:nvSpPr>
        <p:spPr>
          <a:xfrm>
            <a:off x="6798594" y="2992800"/>
            <a:ext cx="60960" cy="643890"/>
          </a:xfrm>
          <a:custGeom>
            <a:avLst/>
            <a:gdLst/>
            <a:ahLst/>
            <a:cxnLst/>
            <a:rect l="l" t="t" r="r" b="b"/>
            <a:pathLst>
              <a:path w="60960" h="643889">
                <a:moveTo>
                  <a:pt x="60594" y="0"/>
                </a:moveTo>
                <a:lnTo>
                  <a:pt x="0" y="0"/>
                </a:lnTo>
                <a:lnTo>
                  <a:pt x="0" y="629015"/>
                </a:lnTo>
                <a:lnTo>
                  <a:pt x="6949" y="631088"/>
                </a:lnTo>
                <a:lnTo>
                  <a:pt x="12923" y="633191"/>
                </a:lnTo>
                <a:lnTo>
                  <a:pt x="19872" y="635264"/>
                </a:lnTo>
                <a:lnTo>
                  <a:pt x="27797" y="636666"/>
                </a:lnTo>
                <a:lnTo>
                  <a:pt x="35753" y="638769"/>
                </a:lnTo>
                <a:lnTo>
                  <a:pt x="43708" y="640140"/>
                </a:lnTo>
                <a:lnTo>
                  <a:pt x="51633" y="642244"/>
                </a:lnTo>
                <a:lnTo>
                  <a:pt x="60594" y="643615"/>
                </a:lnTo>
                <a:lnTo>
                  <a:pt x="60594" y="0"/>
                </a:lnTo>
                <a:close/>
              </a:path>
            </a:pathLst>
          </a:custGeom>
          <a:solidFill>
            <a:srgbClr val="FFD23F"/>
          </a:solidFill>
        </p:spPr>
        <p:txBody>
          <a:bodyPr wrap="square" lIns="0" tIns="0" rIns="0" bIns="0" rtlCol="0"/>
          <a:lstStyle/>
          <a:p>
            <a:endParaRPr/>
          </a:p>
        </p:txBody>
      </p:sp>
      <p:sp>
        <p:nvSpPr>
          <p:cNvPr id="35" name="object 35"/>
          <p:cNvSpPr/>
          <p:nvPr/>
        </p:nvSpPr>
        <p:spPr>
          <a:xfrm>
            <a:off x="6768784" y="2992800"/>
            <a:ext cx="60960" cy="637540"/>
          </a:xfrm>
          <a:custGeom>
            <a:avLst/>
            <a:gdLst/>
            <a:ahLst/>
            <a:cxnLst/>
            <a:rect l="l" t="t" r="r" b="b"/>
            <a:pathLst>
              <a:path w="60960" h="637539">
                <a:moveTo>
                  <a:pt x="60594" y="0"/>
                </a:moveTo>
                <a:lnTo>
                  <a:pt x="0" y="0"/>
                </a:lnTo>
                <a:lnTo>
                  <a:pt x="0" y="615756"/>
                </a:lnTo>
                <a:lnTo>
                  <a:pt x="40721" y="632490"/>
                </a:lnTo>
                <a:lnTo>
                  <a:pt x="60594" y="637367"/>
                </a:lnTo>
                <a:lnTo>
                  <a:pt x="60594" y="0"/>
                </a:lnTo>
                <a:close/>
              </a:path>
            </a:pathLst>
          </a:custGeom>
          <a:solidFill>
            <a:srgbClr val="FFCE2F"/>
          </a:solidFill>
        </p:spPr>
        <p:txBody>
          <a:bodyPr wrap="square" lIns="0" tIns="0" rIns="0" bIns="0" rtlCol="0"/>
          <a:lstStyle/>
          <a:p>
            <a:endParaRPr/>
          </a:p>
        </p:txBody>
      </p:sp>
      <p:sp>
        <p:nvSpPr>
          <p:cNvPr id="36" name="object 36"/>
          <p:cNvSpPr/>
          <p:nvPr/>
        </p:nvSpPr>
        <p:spPr>
          <a:xfrm>
            <a:off x="6755891" y="2992801"/>
            <a:ext cx="43180" cy="629285"/>
          </a:xfrm>
          <a:custGeom>
            <a:avLst/>
            <a:gdLst/>
            <a:ahLst/>
            <a:cxnLst/>
            <a:rect l="l" t="t" r="r" b="b"/>
            <a:pathLst>
              <a:path w="43179" h="629285">
                <a:moveTo>
                  <a:pt x="42702" y="0"/>
                </a:moveTo>
                <a:lnTo>
                  <a:pt x="0" y="0"/>
                </a:lnTo>
                <a:lnTo>
                  <a:pt x="0" y="599053"/>
                </a:lnTo>
                <a:lnTo>
                  <a:pt x="32765" y="625510"/>
                </a:lnTo>
                <a:lnTo>
                  <a:pt x="42702" y="629015"/>
                </a:lnTo>
                <a:lnTo>
                  <a:pt x="42702" y="0"/>
                </a:lnTo>
                <a:close/>
              </a:path>
            </a:pathLst>
          </a:custGeom>
          <a:solidFill>
            <a:srgbClr val="FFCC20"/>
          </a:solidFill>
        </p:spPr>
        <p:txBody>
          <a:bodyPr wrap="square" lIns="0" tIns="0" rIns="0" bIns="0" rtlCol="0"/>
          <a:lstStyle/>
          <a:p>
            <a:endParaRPr/>
          </a:p>
        </p:txBody>
      </p:sp>
      <p:sp>
        <p:nvSpPr>
          <p:cNvPr id="37" name="object 37"/>
          <p:cNvSpPr/>
          <p:nvPr/>
        </p:nvSpPr>
        <p:spPr>
          <a:xfrm>
            <a:off x="7574189" y="2992801"/>
            <a:ext cx="29845" cy="624205"/>
          </a:xfrm>
          <a:custGeom>
            <a:avLst/>
            <a:gdLst/>
            <a:ahLst/>
            <a:cxnLst/>
            <a:rect l="l" t="t" r="r" b="b"/>
            <a:pathLst>
              <a:path w="29845" h="624204">
                <a:moveTo>
                  <a:pt x="29809" y="0"/>
                </a:moveTo>
                <a:lnTo>
                  <a:pt x="0" y="0"/>
                </a:lnTo>
                <a:lnTo>
                  <a:pt x="0" y="624138"/>
                </a:lnTo>
                <a:lnTo>
                  <a:pt x="28803" y="602528"/>
                </a:lnTo>
                <a:lnTo>
                  <a:pt x="29809" y="599053"/>
                </a:lnTo>
                <a:lnTo>
                  <a:pt x="29809" y="0"/>
                </a:lnTo>
                <a:close/>
              </a:path>
            </a:pathLst>
          </a:custGeom>
          <a:solidFill>
            <a:srgbClr val="FFC400"/>
          </a:solidFill>
        </p:spPr>
        <p:txBody>
          <a:bodyPr wrap="square" lIns="0" tIns="0" rIns="0" bIns="0" rtlCol="0"/>
          <a:lstStyle/>
          <a:p>
            <a:endParaRPr/>
          </a:p>
        </p:txBody>
      </p:sp>
      <p:sp>
        <p:nvSpPr>
          <p:cNvPr id="38" name="object 38"/>
          <p:cNvSpPr/>
          <p:nvPr/>
        </p:nvSpPr>
        <p:spPr>
          <a:xfrm>
            <a:off x="6755891" y="2924557"/>
            <a:ext cx="848360" cy="136525"/>
          </a:xfrm>
          <a:custGeom>
            <a:avLst/>
            <a:gdLst/>
            <a:ahLst/>
            <a:cxnLst/>
            <a:rect l="l" t="t" r="r" b="b"/>
            <a:pathLst>
              <a:path w="848360" h="136525">
                <a:moveTo>
                  <a:pt x="424037" y="0"/>
                </a:moveTo>
                <a:lnTo>
                  <a:pt x="338632" y="1402"/>
                </a:lnTo>
                <a:lnTo>
                  <a:pt x="297911" y="2773"/>
                </a:lnTo>
                <a:lnTo>
                  <a:pt x="221467" y="8351"/>
                </a:lnTo>
                <a:lnTo>
                  <a:pt x="153923" y="15331"/>
                </a:lnTo>
                <a:lnTo>
                  <a:pt x="96347" y="25085"/>
                </a:lnTo>
                <a:lnTo>
                  <a:pt x="51633" y="35509"/>
                </a:lnTo>
                <a:lnTo>
                  <a:pt x="8930" y="54315"/>
                </a:lnTo>
                <a:lnTo>
                  <a:pt x="0" y="68244"/>
                </a:lnTo>
                <a:lnTo>
                  <a:pt x="1981" y="75224"/>
                </a:lnTo>
                <a:lnTo>
                  <a:pt x="51633" y="101010"/>
                </a:lnTo>
                <a:lnTo>
                  <a:pt x="96347" y="111465"/>
                </a:lnTo>
                <a:lnTo>
                  <a:pt x="153923" y="121188"/>
                </a:lnTo>
                <a:lnTo>
                  <a:pt x="221467" y="128168"/>
                </a:lnTo>
                <a:lnTo>
                  <a:pt x="297911" y="133715"/>
                </a:lnTo>
                <a:lnTo>
                  <a:pt x="338632" y="135117"/>
                </a:lnTo>
                <a:lnTo>
                  <a:pt x="424037" y="136519"/>
                </a:lnTo>
                <a:lnTo>
                  <a:pt x="509442" y="135117"/>
                </a:lnTo>
                <a:lnTo>
                  <a:pt x="550163" y="133715"/>
                </a:lnTo>
                <a:lnTo>
                  <a:pt x="625662" y="128168"/>
                </a:lnTo>
                <a:lnTo>
                  <a:pt x="693176" y="121188"/>
                </a:lnTo>
                <a:lnTo>
                  <a:pt x="750783" y="111465"/>
                </a:lnTo>
                <a:lnTo>
                  <a:pt x="796472" y="101010"/>
                </a:lnTo>
                <a:lnTo>
                  <a:pt x="839175" y="82174"/>
                </a:lnTo>
                <a:lnTo>
                  <a:pt x="848105" y="68244"/>
                </a:lnTo>
                <a:lnTo>
                  <a:pt x="846124" y="61295"/>
                </a:lnTo>
                <a:lnTo>
                  <a:pt x="796472" y="35509"/>
                </a:lnTo>
                <a:lnTo>
                  <a:pt x="750783" y="25085"/>
                </a:lnTo>
                <a:lnTo>
                  <a:pt x="693176" y="15331"/>
                </a:lnTo>
                <a:lnTo>
                  <a:pt x="625662" y="8351"/>
                </a:lnTo>
                <a:lnTo>
                  <a:pt x="550163" y="2773"/>
                </a:lnTo>
                <a:lnTo>
                  <a:pt x="509442" y="1402"/>
                </a:lnTo>
                <a:lnTo>
                  <a:pt x="424037" y="0"/>
                </a:lnTo>
                <a:close/>
              </a:path>
            </a:pathLst>
          </a:custGeom>
          <a:solidFill>
            <a:srgbClr val="FFC400"/>
          </a:solidFill>
        </p:spPr>
        <p:txBody>
          <a:bodyPr wrap="square" lIns="0" tIns="0" rIns="0" bIns="0" rtlCol="0"/>
          <a:lstStyle/>
          <a:p>
            <a:endParaRPr/>
          </a:p>
        </p:txBody>
      </p:sp>
      <p:sp>
        <p:nvSpPr>
          <p:cNvPr id="39" name="object 39"/>
          <p:cNvSpPr/>
          <p:nvPr/>
        </p:nvSpPr>
        <p:spPr>
          <a:xfrm>
            <a:off x="4635245" y="4390390"/>
            <a:ext cx="8890" cy="1270"/>
          </a:xfrm>
          <a:custGeom>
            <a:avLst/>
            <a:gdLst/>
            <a:ahLst/>
            <a:cxnLst/>
            <a:rect l="l" t="t" r="r" b="b"/>
            <a:pathLst>
              <a:path w="8889" h="1270">
                <a:moveTo>
                  <a:pt x="0" y="635"/>
                </a:moveTo>
                <a:lnTo>
                  <a:pt x="8415" y="635"/>
                </a:lnTo>
              </a:path>
            </a:pathLst>
          </a:custGeom>
          <a:ln w="3175">
            <a:solidFill>
              <a:srgbClr val="FFF9E8"/>
            </a:solidFill>
          </a:ln>
        </p:spPr>
        <p:txBody>
          <a:bodyPr wrap="square" lIns="0" tIns="0" rIns="0" bIns="0" rtlCol="0"/>
          <a:lstStyle/>
          <a:p>
            <a:endParaRPr/>
          </a:p>
        </p:txBody>
      </p:sp>
      <p:sp>
        <p:nvSpPr>
          <p:cNvPr id="40" name="object 40"/>
          <p:cNvSpPr/>
          <p:nvPr/>
        </p:nvSpPr>
        <p:spPr>
          <a:xfrm>
            <a:off x="4635246" y="4389120"/>
            <a:ext cx="57785" cy="0"/>
          </a:xfrm>
          <a:custGeom>
            <a:avLst/>
            <a:gdLst/>
            <a:ahLst/>
            <a:cxnLst/>
            <a:rect l="l" t="t" r="r" b="b"/>
            <a:pathLst>
              <a:path w="57785">
                <a:moveTo>
                  <a:pt x="0" y="0"/>
                </a:moveTo>
                <a:lnTo>
                  <a:pt x="57513" y="0"/>
                </a:lnTo>
              </a:path>
            </a:pathLst>
          </a:custGeom>
          <a:ln w="3809">
            <a:solidFill>
              <a:srgbClr val="FFF9E8"/>
            </a:solidFill>
          </a:ln>
        </p:spPr>
        <p:txBody>
          <a:bodyPr wrap="square" lIns="0" tIns="0" rIns="0" bIns="0" rtlCol="0"/>
          <a:lstStyle/>
          <a:p>
            <a:endParaRPr/>
          </a:p>
        </p:txBody>
      </p:sp>
      <p:sp>
        <p:nvSpPr>
          <p:cNvPr id="41" name="object 41"/>
          <p:cNvSpPr/>
          <p:nvPr/>
        </p:nvSpPr>
        <p:spPr>
          <a:xfrm>
            <a:off x="4635246" y="3726179"/>
            <a:ext cx="29845" cy="661670"/>
          </a:xfrm>
          <a:custGeom>
            <a:avLst/>
            <a:gdLst/>
            <a:ahLst/>
            <a:cxnLst/>
            <a:rect l="l" t="t" r="r" b="b"/>
            <a:pathLst>
              <a:path w="29845" h="661670">
                <a:moveTo>
                  <a:pt x="0" y="661670"/>
                </a:moveTo>
                <a:lnTo>
                  <a:pt x="29717" y="661670"/>
                </a:lnTo>
                <a:lnTo>
                  <a:pt x="29717" y="0"/>
                </a:lnTo>
                <a:lnTo>
                  <a:pt x="0" y="0"/>
                </a:lnTo>
                <a:lnTo>
                  <a:pt x="0" y="661670"/>
                </a:lnTo>
                <a:close/>
              </a:path>
            </a:pathLst>
          </a:custGeom>
          <a:solidFill>
            <a:srgbClr val="FFF9E8"/>
          </a:solidFill>
        </p:spPr>
        <p:txBody>
          <a:bodyPr wrap="square" lIns="0" tIns="0" rIns="0" bIns="0" rtlCol="0"/>
          <a:lstStyle/>
          <a:p>
            <a:endParaRPr/>
          </a:p>
        </p:txBody>
      </p:sp>
      <p:sp>
        <p:nvSpPr>
          <p:cNvPr id="42" name="object 42"/>
          <p:cNvSpPr/>
          <p:nvPr/>
        </p:nvSpPr>
        <p:spPr>
          <a:xfrm>
            <a:off x="4664964" y="4389120"/>
            <a:ext cx="27940" cy="0"/>
          </a:xfrm>
          <a:custGeom>
            <a:avLst/>
            <a:gdLst/>
            <a:ahLst/>
            <a:cxnLst/>
            <a:rect l="l" t="t" r="r" b="b"/>
            <a:pathLst>
              <a:path w="27939">
                <a:moveTo>
                  <a:pt x="0" y="0"/>
                </a:moveTo>
                <a:lnTo>
                  <a:pt x="27795" y="0"/>
                </a:lnTo>
              </a:path>
            </a:pathLst>
          </a:custGeom>
          <a:ln w="3809">
            <a:solidFill>
              <a:srgbClr val="FFF4D1"/>
            </a:solidFill>
          </a:ln>
        </p:spPr>
        <p:txBody>
          <a:bodyPr wrap="square" lIns="0" tIns="0" rIns="0" bIns="0" rtlCol="0"/>
          <a:lstStyle/>
          <a:p>
            <a:endParaRPr/>
          </a:p>
        </p:txBody>
      </p:sp>
      <p:sp>
        <p:nvSpPr>
          <p:cNvPr id="43" name="object 43"/>
          <p:cNvSpPr/>
          <p:nvPr/>
        </p:nvSpPr>
        <p:spPr>
          <a:xfrm>
            <a:off x="4664964" y="4386579"/>
            <a:ext cx="41910" cy="1270"/>
          </a:xfrm>
          <a:custGeom>
            <a:avLst/>
            <a:gdLst/>
            <a:ahLst/>
            <a:cxnLst/>
            <a:rect l="l" t="t" r="r" b="b"/>
            <a:pathLst>
              <a:path w="41910" h="1270">
                <a:moveTo>
                  <a:pt x="0" y="635"/>
                </a:moveTo>
                <a:lnTo>
                  <a:pt x="41450" y="635"/>
                </a:lnTo>
              </a:path>
            </a:pathLst>
          </a:custGeom>
          <a:ln w="3175">
            <a:solidFill>
              <a:srgbClr val="FFF4D1"/>
            </a:solidFill>
          </a:ln>
        </p:spPr>
        <p:txBody>
          <a:bodyPr wrap="square" lIns="0" tIns="0" rIns="0" bIns="0" rtlCol="0"/>
          <a:lstStyle/>
          <a:p>
            <a:endParaRPr/>
          </a:p>
        </p:txBody>
      </p:sp>
      <p:sp>
        <p:nvSpPr>
          <p:cNvPr id="44" name="object 44"/>
          <p:cNvSpPr/>
          <p:nvPr/>
        </p:nvSpPr>
        <p:spPr>
          <a:xfrm>
            <a:off x="4664964" y="3726179"/>
            <a:ext cx="59690" cy="660400"/>
          </a:xfrm>
          <a:custGeom>
            <a:avLst/>
            <a:gdLst/>
            <a:ahLst/>
            <a:cxnLst/>
            <a:rect l="l" t="t" r="r" b="b"/>
            <a:pathLst>
              <a:path w="59689" h="660400">
                <a:moveTo>
                  <a:pt x="0" y="660400"/>
                </a:moveTo>
                <a:lnTo>
                  <a:pt x="59496" y="660400"/>
                </a:lnTo>
                <a:lnTo>
                  <a:pt x="59496" y="0"/>
                </a:lnTo>
                <a:lnTo>
                  <a:pt x="0" y="0"/>
                </a:lnTo>
                <a:lnTo>
                  <a:pt x="0" y="660400"/>
                </a:lnTo>
                <a:close/>
              </a:path>
            </a:pathLst>
          </a:custGeom>
          <a:solidFill>
            <a:srgbClr val="FFF4D1"/>
          </a:solidFill>
        </p:spPr>
        <p:txBody>
          <a:bodyPr wrap="square" lIns="0" tIns="0" rIns="0" bIns="0" rtlCol="0"/>
          <a:lstStyle/>
          <a:p>
            <a:endParaRPr/>
          </a:p>
        </p:txBody>
      </p:sp>
      <p:sp>
        <p:nvSpPr>
          <p:cNvPr id="45" name="object 45"/>
          <p:cNvSpPr/>
          <p:nvPr/>
        </p:nvSpPr>
        <p:spPr>
          <a:xfrm>
            <a:off x="4693706" y="3725844"/>
            <a:ext cx="60960" cy="662940"/>
          </a:xfrm>
          <a:custGeom>
            <a:avLst/>
            <a:gdLst/>
            <a:ahLst/>
            <a:cxnLst/>
            <a:rect l="l" t="t" r="r" b="b"/>
            <a:pathLst>
              <a:path w="60960" h="662939">
                <a:moveTo>
                  <a:pt x="60472" y="0"/>
                </a:moveTo>
                <a:lnTo>
                  <a:pt x="0" y="0"/>
                </a:lnTo>
                <a:lnTo>
                  <a:pt x="0" y="662443"/>
                </a:lnTo>
                <a:lnTo>
                  <a:pt x="15880" y="661050"/>
                </a:lnTo>
                <a:lnTo>
                  <a:pt x="23804" y="661050"/>
                </a:lnTo>
                <a:lnTo>
                  <a:pt x="30754" y="660358"/>
                </a:lnTo>
                <a:lnTo>
                  <a:pt x="38679" y="659654"/>
                </a:lnTo>
                <a:lnTo>
                  <a:pt x="45598" y="658965"/>
                </a:lnTo>
                <a:lnTo>
                  <a:pt x="53553" y="658261"/>
                </a:lnTo>
                <a:lnTo>
                  <a:pt x="60472" y="657572"/>
                </a:lnTo>
                <a:lnTo>
                  <a:pt x="60472" y="0"/>
                </a:lnTo>
                <a:close/>
              </a:path>
            </a:pathLst>
          </a:custGeom>
          <a:solidFill>
            <a:srgbClr val="FFEFB9"/>
          </a:solidFill>
        </p:spPr>
        <p:txBody>
          <a:bodyPr wrap="square" lIns="0" tIns="0" rIns="0" bIns="0" rtlCol="0"/>
          <a:lstStyle/>
          <a:p>
            <a:endParaRPr/>
          </a:p>
        </p:txBody>
      </p:sp>
      <p:sp>
        <p:nvSpPr>
          <p:cNvPr id="46" name="object 46"/>
          <p:cNvSpPr/>
          <p:nvPr/>
        </p:nvSpPr>
        <p:spPr>
          <a:xfrm>
            <a:off x="4723455" y="3725844"/>
            <a:ext cx="60960" cy="660400"/>
          </a:xfrm>
          <a:custGeom>
            <a:avLst/>
            <a:gdLst/>
            <a:ahLst/>
            <a:cxnLst/>
            <a:rect l="l" t="t" r="r" b="b"/>
            <a:pathLst>
              <a:path w="60960" h="660400">
                <a:moveTo>
                  <a:pt x="60472" y="0"/>
                </a:moveTo>
                <a:lnTo>
                  <a:pt x="0" y="0"/>
                </a:lnTo>
                <a:lnTo>
                  <a:pt x="0" y="660358"/>
                </a:lnTo>
                <a:lnTo>
                  <a:pt x="23804" y="658261"/>
                </a:lnTo>
                <a:lnTo>
                  <a:pt x="30723" y="657572"/>
                </a:lnTo>
                <a:lnTo>
                  <a:pt x="38679" y="656868"/>
                </a:lnTo>
                <a:lnTo>
                  <a:pt x="45598" y="656179"/>
                </a:lnTo>
                <a:lnTo>
                  <a:pt x="53522" y="655475"/>
                </a:lnTo>
                <a:lnTo>
                  <a:pt x="60472" y="654786"/>
                </a:lnTo>
                <a:lnTo>
                  <a:pt x="60472" y="0"/>
                </a:lnTo>
                <a:close/>
              </a:path>
            </a:pathLst>
          </a:custGeom>
          <a:solidFill>
            <a:srgbClr val="FFEAA2"/>
          </a:solidFill>
        </p:spPr>
        <p:txBody>
          <a:bodyPr wrap="square" lIns="0" tIns="0" rIns="0" bIns="0" rtlCol="0"/>
          <a:lstStyle/>
          <a:p>
            <a:endParaRPr/>
          </a:p>
        </p:txBody>
      </p:sp>
      <p:sp>
        <p:nvSpPr>
          <p:cNvPr id="47" name="object 47"/>
          <p:cNvSpPr/>
          <p:nvPr/>
        </p:nvSpPr>
        <p:spPr>
          <a:xfrm>
            <a:off x="4753203" y="3725844"/>
            <a:ext cx="59690" cy="657860"/>
          </a:xfrm>
          <a:custGeom>
            <a:avLst/>
            <a:gdLst/>
            <a:ahLst/>
            <a:cxnLst/>
            <a:rect l="l" t="t" r="r" b="b"/>
            <a:pathLst>
              <a:path w="59689" h="657860">
                <a:moveTo>
                  <a:pt x="59466" y="0"/>
                </a:moveTo>
                <a:lnTo>
                  <a:pt x="0" y="0"/>
                </a:lnTo>
                <a:lnTo>
                  <a:pt x="0" y="657572"/>
                </a:lnTo>
                <a:lnTo>
                  <a:pt x="23774" y="655475"/>
                </a:lnTo>
                <a:lnTo>
                  <a:pt x="31729" y="654082"/>
                </a:lnTo>
                <a:lnTo>
                  <a:pt x="45598" y="652689"/>
                </a:lnTo>
                <a:lnTo>
                  <a:pt x="52547" y="651296"/>
                </a:lnTo>
                <a:lnTo>
                  <a:pt x="59466" y="650595"/>
                </a:lnTo>
                <a:lnTo>
                  <a:pt x="59466" y="0"/>
                </a:lnTo>
                <a:close/>
              </a:path>
            </a:pathLst>
          </a:custGeom>
          <a:solidFill>
            <a:srgbClr val="FFE28B"/>
          </a:solidFill>
        </p:spPr>
        <p:txBody>
          <a:bodyPr wrap="square" lIns="0" tIns="0" rIns="0" bIns="0" rtlCol="0"/>
          <a:lstStyle/>
          <a:p>
            <a:endParaRPr/>
          </a:p>
        </p:txBody>
      </p:sp>
      <p:sp>
        <p:nvSpPr>
          <p:cNvPr id="48" name="object 48"/>
          <p:cNvSpPr/>
          <p:nvPr/>
        </p:nvSpPr>
        <p:spPr>
          <a:xfrm>
            <a:off x="4782951" y="3725844"/>
            <a:ext cx="59690" cy="655320"/>
          </a:xfrm>
          <a:custGeom>
            <a:avLst/>
            <a:gdLst/>
            <a:ahLst/>
            <a:cxnLst/>
            <a:rect l="l" t="t" r="r" b="b"/>
            <a:pathLst>
              <a:path w="59689" h="655320">
                <a:moveTo>
                  <a:pt x="59435" y="0"/>
                </a:moveTo>
                <a:lnTo>
                  <a:pt x="0" y="0"/>
                </a:lnTo>
                <a:lnTo>
                  <a:pt x="0" y="654786"/>
                </a:lnTo>
                <a:lnTo>
                  <a:pt x="7924" y="653393"/>
                </a:lnTo>
                <a:lnTo>
                  <a:pt x="15849" y="652689"/>
                </a:lnTo>
                <a:lnTo>
                  <a:pt x="23774" y="651296"/>
                </a:lnTo>
                <a:lnTo>
                  <a:pt x="31699" y="650595"/>
                </a:lnTo>
                <a:lnTo>
                  <a:pt x="38648" y="649202"/>
                </a:lnTo>
                <a:lnTo>
                  <a:pt x="45598" y="648510"/>
                </a:lnTo>
                <a:lnTo>
                  <a:pt x="52517" y="647117"/>
                </a:lnTo>
                <a:lnTo>
                  <a:pt x="59435" y="646416"/>
                </a:lnTo>
                <a:lnTo>
                  <a:pt x="59435" y="0"/>
                </a:lnTo>
                <a:close/>
              </a:path>
            </a:pathLst>
          </a:custGeom>
          <a:solidFill>
            <a:srgbClr val="FFDD71"/>
          </a:solidFill>
        </p:spPr>
        <p:txBody>
          <a:bodyPr wrap="square" lIns="0" tIns="0" rIns="0" bIns="0" rtlCol="0"/>
          <a:lstStyle/>
          <a:p>
            <a:endParaRPr/>
          </a:p>
        </p:txBody>
      </p:sp>
      <p:sp>
        <p:nvSpPr>
          <p:cNvPr id="49" name="object 49"/>
          <p:cNvSpPr/>
          <p:nvPr/>
        </p:nvSpPr>
        <p:spPr>
          <a:xfrm>
            <a:off x="4812669" y="3725845"/>
            <a:ext cx="59690" cy="650875"/>
          </a:xfrm>
          <a:custGeom>
            <a:avLst/>
            <a:gdLst/>
            <a:ahLst/>
            <a:cxnLst/>
            <a:rect l="l" t="t" r="r" b="b"/>
            <a:pathLst>
              <a:path w="59689" h="650875">
                <a:moveTo>
                  <a:pt x="59466" y="0"/>
                </a:moveTo>
                <a:lnTo>
                  <a:pt x="0" y="0"/>
                </a:lnTo>
                <a:lnTo>
                  <a:pt x="0" y="650595"/>
                </a:lnTo>
                <a:lnTo>
                  <a:pt x="7955" y="649202"/>
                </a:lnTo>
                <a:lnTo>
                  <a:pt x="15880" y="648510"/>
                </a:lnTo>
                <a:lnTo>
                  <a:pt x="31729" y="645724"/>
                </a:lnTo>
                <a:lnTo>
                  <a:pt x="38648" y="645023"/>
                </a:lnTo>
                <a:lnTo>
                  <a:pt x="59466" y="640845"/>
                </a:lnTo>
                <a:lnTo>
                  <a:pt x="59466" y="0"/>
                </a:lnTo>
                <a:close/>
              </a:path>
            </a:pathLst>
          </a:custGeom>
          <a:solidFill>
            <a:srgbClr val="FFD85B"/>
          </a:solidFill>
        </p:spPr>
        <p:txBody>
          <a:bodyPr wrap="square" lIns="0" tIns="0" rIns="0" bIns="0" rtlCol="0"/>
          <a:lstStyle/>
          <a:p>
            <a:endParaRPr/>
          </a:p>
        </p:txBody>
      </p:sp>
      <p:sp>
        <p:nvSpPr>
          <p:cNvPr id="50" name="object 50"/>
          <p:cNvSpPr/>
          <p:nvPr/>
        </p:nvSpPr>
        <p:spPr>
          <a:xfrm>
            <a:off x="4842388" y="3725844"/>
            <a:ext cx="59690" cy="646430"/>
          </a:xfrm>
          <a:custGeom>
            <a:avLst/>
            <a:gdLst/>
            <a:ahLst/>
            <a:cxnLst/>
            <a:rect l="l" t="t" r="r" b="b"/>
            <a:pathLst>
              <a:path w="59689" h="646429">
                <a:moveTo>
                  <a:pt x="59496" y="0"/>
                </a:moveTo>
                <a:lnTo>
                  <a:pt x="0" y="0"/>
                </a:lnTo>
                <a:lnTo>
                  <a:pt x="0" y="646416"/>
                </a:lnTo>
                <a:lnTo>
                  <a:pt x="7955" y="645023"/>
                </a:lnTo>
                <a:lnTo>
                  <a:pt x="16885" y="643630"/>
                </a:lnTo>
                <a:lnTo>
                  <a:pt x="24810" y="642237"/>
                </a:lnTo>
                <a:lnTo>
                  <a:pt x="31760" y="640153"/>
                </a:lnTo>
                <a:lnTo>
                  <a:pt x="39684" y="638760"/>
                </a:lnTo>
                <a:lnTo>
                  <a:pt x="46603" y="637367"/>
                </a:lnTo>
                <a:lnTo>
                  <a:pt x="52577" y="635270"/>
                </a:lnTo>
                <a:lnTo>
                  <a:pt x="59496" y="633877"/>
                </a:lnTo>
                <a:lnTo>
                  <a:pt x="59496" y="0"/>
                </a:lnTo>
                <a:close/>
              </a:path>
            </a:pathLst>
          </a:custGeom>
          <a:solidFill>
            <a:srgbClr val="FFD244"/>
          </a:solidFill>
        </p:spPr>
        <p:txBody>
          <a:bodyPr wrap="square" lIns="0" tIns="0" rIns="0" bIns="0" rtlCol="0"/>
          <a:lstStyle/>
          <a:p>
            <a:endParaRPr/>
          </a:p>
        </p:txBody>
      </p:sp>
      <p:sp>
        <p:nvSpPr>
          <p:cNvPr id="51" name="object 51"/>
          <p:cNvSpPr/>
          <p:nvPr/>
        </p:nvSpPr>
        <p:spPr>
          <a:xfrm>
            <a:off x="4872136" y="3725844"/>
            <a:ext cx="59690" cy="641350"/>
          </a:xfrm>
          <a:custGeom>
            <a:avLst/>
            <a:gdLst/>
            <a:ahLst/>
            <a:cxnLst/>
            <a:rect l="l" t="t" r="r" b="b"/>
            <a:pathLst>
              <a:path w="59689" h="641350">
                <a:moveTo>
                  <a:pt x="59496" y="0"/>
                </a:moveTo>
                <a:lnTo>
                  <a:pt x="0" y="0"/>
                </a:lnTo>
                <a:lnTo>
                  <a:pt x="0" y="640845"/>
                </a:lnTo>
                <a:lnTo>
                  <a:pt x="8930" y="638760"/>
                </a:lnTo>
                <a:lnTo>
                  <a:pt x="17861" y="637367"/>
                </a:lnTo>
                <a:lnTo>
                  <a:pt x="33710" y="633188"/>
                </a:lnTo>
                <a:lnTo>
                  <a:pt x="47609" y="629009"/>
                </a:lnTo>
                <a:lnTo>
                  <a:pt x="53553" y="626223"/>
                </a:lnTo>
                <a:lnTo>
                  <a:pt x="59496" y="624126"/>
                </a:lnTo>
                <a:lnTo>
                  <a:pt x="59496" y="0"/>
                </a:lnTo>
                <a:close/>
              </a:path>
            </a:pathLst>
          </a:custGeom>
          <a:solidFill>
            <a:srgbClr val="FFCE2C"/>
          </a:solidFill>
        </p:spPr>
        <p:txBody>
          <a:bodyPr wrap="square" lIns="0" tIns="0" rIns="0" bIns="0" rtlCol="0"/>
          <a:lstStyle/>
          <a:p>
            <a:endParaRPr/>
          </a:p>
        </p:txBody>
      </p:sp>
      <p:sp>
        <p:nvSpPr>
          <p:cNvPr id="52" name="object 52"/>
          <p:cNvSpPr/>
          <p:nvPr/>
        </p:nvSpPr>
        <p:spPr>
          <a:xfrm>
            <a:off x="4901884" y="3725845"/>
            <a:ext cx="59690" cy="634365"/>
          </a:xfrm>
          <a:custGeom>
            <a:avLst/>
            <a:gdLst/>
            <a:ahLst/>
            <a:cxnLst/>
            <a:rect l="l" t="t" r="r" b="b"/>
            <a:pathLst>
              <a:path w="59689" h="634364">
                <a:moveTo>
                  <a:pt x="59496" y="0"/>
                </a:moveTo>
                <a:lnTo>
                  <a:pt x="0" y="0"/>
                </a:lnTo>
                <a:lnTo>
                  <a:pt x="0" y="633877"/>
                </a:lnTo>
                <a:lnTo>
                  <a:pt x="43616" y="617162"/>
                </a:lnTo>
                <a:lnTo>
                  <a:pt x="59496" y="599053"/>
                </a:lnTo>
                <a:lnTo>
                  <a:pt x="59496" y="0"/>
                </a:lnTo>
                <a:close/>
              </a:path>
            </a:pathLst>
          </a:custGeom>
          <a:solidFill>
            <a:srgbClr val="FFC815"/>
          </a:solidFill>
        </p:spPr>
        <p:txBody>
          <a:bodyPr wrap="square" lIns="0" tIns="0" rIns="0" bIns="0" rtlCol="0"/>
          <a:lstStyle/>
          <a:p>
            <a:endParaRPr/>
          </a:p>
        </p:txBody>
      </p:sp>
      <p:sp>
        <p:nvSpPr>
          <p:cNvPr id="53" name="object 53"/>
          <p:cNvSpPr/>
          <p:nvPr/>
        </p:nvSpPr>
        <p:spPr>
          <a:xfrm>
            <a:off x="4516251" y="3725858"/>
            <a:ext cx="59690" cy="667385"/>
          </a:xfrm>
          <a:custGeom>
            <a:avLst/>
            <a:gdLst/>
            <a:ahLst/>
            <a:cxnLst/>
            <a:rect l="l" t="t" r="r" b="b"/>
            <a:pathLst>
              <a:path w="59689" h="667385">
                <a:moveTo>
                  <a:pt x="0" y="667310"/>
                </a:moveTo>
                <a:lnTo>
                  <a:pt x="59483" y="667310"/>
                </a:lnTo>
                <a:lnTo>
                  <a:pt x="59483" y="0"/>
                </a:lnTo>
                <a:lnTo>
                  <a:pt x="0" y="0"/>
                </a:lnTo>
                <a:lnTo>
                  <a:pt x="0" y="667310"/>
                </a:lnTo>
                <a:close/>
              </a:path>
            </a:pathLst>
          </a:custGeom>
          <a:solidFill>
            <a:srgbClr val="FFF7DD"/>
          </a:solidFill>
        </p:spPr>
        <p:txBody>
          <a:bodyPr wrap="square" lIns="0" tIns="0" rIns="0" bIns="0" rtlCol="0"/>
          <a:lstStyle/>
          <a:p>
            <a:endParaRPr/>
          </a:p>
        </p:txBody>
      </p:sp>
      <p:sp>
        <p:nvSpPr>
          <p:cNvPr id="54" name="object 54"/>
          <p:cNvSpPr/>
          <p:nvPr/>
        </p:nvSpPr>
        <p:spPr>
          <a:xfrm>
            <a:off x="4486533" y="3725845"/>
            <a:ext cx="59690" cy="667385"/>
          </a:xfrm>
          <a:custGeom>
            <a:avLst/>
            <a:gdLst/>
            <a:ahLst/>
            <a:cxnLst/>
            <a:rect l="l" t="t" r="r" b="b"/>
            <a:pathLst>
              <a:path w="59689" h="667385">
                <a:moveTo>
                  <a:pt x="59466" y="0"/>
                </a:moveTo>
                <a:lnTo>
                  <a:pt x="0" y="0"/>
                </a:lnTo>
                <a:lnTo>
                  <a:pt x="0" y="666621"/>
                </a:lnTo>
                <a:lnTo>
                  <a:pt x="5943" y="666621"/>
                </a:lnTo>
                <a:lnTo>
                  <a:pt x="12893" y="667323"/>
                </a:lnTo>
                <a:lnTo>
                  <a:pt x="59466" y="667323"/>
                </a:lnTo>
                <a:lnTo>
                  <a:pt x="59466" y="0"/>
                </a:lnTo>
                <a:close/>
              </a:path>
            </a:pathLst>
          </a:custGeom>
          <a:solidFill>
            <a:srgbClr val="FFF4CE"/>
          </a:solidFill>
        </p:spPr>
        <p:txBody>
          <a:bodyPr wrap="square" lIns="0" tIns="0" rIns="0" bIns="0" rtlCol="0"/>
          <a:lstStyle/>
          <a:p>
            <a:endParaRPr/>
          </a:p>
        </p:txBody>
      </p:sp>
      <p:sp>
        <p:nvSpPr>
          <p:cNvPr id="55" name="object 55"/>
          <p:cNvSpPr/>
          <p:nvPr/>
        </p:nvSpPr>
        <p:spPr>
          <a:xfrm>
            <a:off x="4469943" y="4391659"/>
            <a:ext cx="46355" cy="1270"/>
          </a:xfrm>
          <a:custGeom>
            <a:avLst/>
            <a:gdLst/>
            <a:ahLst/>
            <a:cxnLst/>
            <a:rect l="l" t="t" r="r" b="b"/>
            <a:pathLst>
              <a:path w="46354" h="1270">
                <a:moveTo>
                  <a:pt x="0" y="635"/>
                </a:moveTo>
                <a:lnTo>
                  <a:pt x="46309" y="635"/>
                </a:lnTo>
              </a:path>
            </a:pathLst>
          </a:custGeom>
          <a:ln w="3175">
            <a:solidFill>
              <a:srgbClr val="FFEFBE"/>
            </a:solidFill>
          </a:ln>
        </p:spPr>
        <p:txBody>
          <a:bodyPr wrap="square" lIns="0" tIns="0" rIns="0" bIns="0" rtlCol="0"/>
          <a:lstStyle/>
          <a:p>
            <a:endParaRPr/>
          </a:p>
        </p:txBody>
      </p:sp>
      <p:sp>
        <p:nvSpPr>
          <p:cNvPr id="56" name="object 56"/>
          <p:cNvSpPr/>
          <p:nvPr/>
        </p:nvSpPr>
        <p:spPr>
          <a:xfrm>
            <a:off x="4486534" y="3726179"/>
            <a:ext cx="29845" cy="665480"/>
          </a:xfrm>
          <a:custGeom>
            <a:avLst/>
            <a:gdLst/>
            <a:ahLst/>
            <a:cxnLst/>
            <a:rect l="l" t="t" r="r" b="b"/>
            <a:pathLst>
              <a:path w="29845" h="665479">
                <a:moveTo>
                  <a:pt x="0" y="665480"/>
                </a:moveTo>
                <a:lnTo>
                  <a:pt x="29717" y="665480"/>
                </a:lnTo>
                <a:lnTo>
                  <a:pt x="29717" y="0"/>
                </a:lnTo>
                <a:lnTo>
                  <a:pt x="0" y="0"/>
                </a:lnTo>
                <a:lnTo>
                  <a:pt x="0" y="665480"/>
                </a:lnTo>
                <a:close/>
              </a:path>
            </a:pathLst>
          </a:custGeom>
          <a:solidFill>
            <a:srgbClr val="FFEFBE"/>
          </a:solidFill>
        </p:spPr>
        <p:txBody>
          <a:bodyPr wrap="square" lIns="0" tIns="0" rIns="0" bIns="0" rtlCol="0"/>
          <a:lstStyle/>
          <a:p>
            <a:endParaRPr/>
          </a:p>
        </p:txBody>
      </p:sp>
      <p:sp>
        <p:nvSpPr>
          <p:cNvPr id="57" name="object 57"/>
          <p:cNvSpPr/>
          <p:nvPr/>
        </p:nvSpPr>
        <p:spPr>
          <a:xfrm>
            <a:off x="4461768" y="4391659"/>
            <a:ext cx="24765" cy="1270"/>
          </a:xfrm>
          <a:custGeom>
            <a:avLst/>
            <a:gdLst/>
            <a:ahLst/>
            <a:cxnLst/>
            <a:rect l="l" t="t" r="r" b="b"/>
            <a:pathLst>
              <a:path w="24764" h="1270">
                <a:moveTo>
                  <a:pt x="0" y="635"/>
                </a:moveTo>
                <a:lnTo>
                  <a:pt x="24766" y="635"/>
                </a:lnTo>
              </a:path>
            </a:pathLst>
          </a:custGeom>
          <a:ln w="3175">
            <a:solidFill>
              <a:srgbClr val="FFEDAE"/>
            </a:solidFill>
          </a:ln>
        </p:spPr>
        <p:txBody>
          <a:bodyPr wrap="square" lIns="0" tIns="0" rIns="0" bIns="0" rtlCol="0"/>
          <a:lstStyle/>
          <a:p>
            <a:endParaRPr/>
          </a:p>
        </p:txBody>
      </p:sp>
      <p:sp>
        <p:nvSpPr>
          <p:cNvPr id="58" name="object 58"/>
          <p:cNvSpPr/>
          <p:nvPr/>
        </p:nvSpPr>
        <p:spPr>
          <a:xfrm>
            <a:off x="4456786" y="3726179"/>
            <a:ext cx="29845" cy="665480"/>
          </a:xfrm>
          <a:custGeom>
            <a:avLst/>
            <a:gdLst/>
            <a:ahLst/>
            <a:cxnLst/>
            <a:rect l="l" t="t" r="r" b="b"/>
            <a:pathLst>
              <a:path w="29845" h="665479">
                <a:moveTo>
                  <a:pt x="0" y="665480"/>
                </a:moveTo>
                <a:lnTo>
                  <a:pt x="29748" y="665480"/>
                </a:lnTo>
                <a:lnTo>
                  <a:pt x="29748" y="0"/>
                </a:lnTo>
                <a:lnTo>
                  <a:pt x="0" y="0"/>
                </a:lnTo>
                <a:lnTo>
                  <a:pt x="0" y="665480"/>
                </a:lnTo>
                <a:close/>
              </a:path>
            </a:pathLst>
          </a:custGeom>
          <a:solidFill>
            <a:srgbClr val="FFEDAE"/>
          </a:solidFill>
        </p:spPr>
        <p:txBody>
          <a:bodyPr wrap="square" lIns="0" tIns="0" rIns="0" bIns="0" rtlCol="0"/>
          <a:lstStyle/>
          <a:p>
            <a:endParaRPr/>
          </a:p>
        </p:txBody>
      </p:sp>
      <p:sp>
        <p:nvSpPr>
          <p:cNvPr id="59" name="object 59"/>
          <p:cNvSpPr/>
          <p:nvPr/>
        </p:nvSpPr>
        <p:spPr>
          <a:xfrm>
            <a:off x="4426506" y="4391025"/>
            <a:ext cx="30480" cy="0"/>
          </a:xfrm>
          <a:custGeom>
            <a:avLst/>
            <a:gdLst/>
            <a:ahLst/>
            <a:cxnLst/>
            <a:rect l="l" t="t" r="r" b="b"/>
            <a:pathLst>
              <a:path w="30479">
                <a:moveTo>
                  <a:pt x="0" y="0"/>
                </a:moveTo>
                <a:lnTo>
                  <a:pt x="30279" y="0"/>
                </a:lnTo>
              </a:path>
            </a:pathLst>
          </a:custGeom>
          <a:ln w="3175">
            <a:solidFill>
              <a:srgbClr val="FFE89D"/>
            </a:solidFill>
          </a:ln>
        </p:spPr>
        <p:txBody>
          <a:bodyPr wrap="square" lIns="0" tIns="0" rIns="0" bIns="0" rtlCol="0"/>
          <a:lstStyle/>
          <a:p>
            <a:endParaRPr/>
          </a:p>
        </p:txBody>
      </p:sp>
      <p:sp>
        <p:nvSpPr>
          <p:cNvPr id="60" name="object 60"/>
          <p:cNvSpPr/>
          <p:nvPr/>
        </p:nvSpPr>
        <p:spPr>
          <a:xfrm>
            <a:off x="4383675" y="4389120"/>
            <a:ext cx="73660" cy="0"/>
          </a:xfrm>
          <a:custGeom>
            <a:avLst/>
            <a:gdLst/>
            <a:ahLst/>
            <a:cxnLst/>
            <a:rect l="l" t="t" r="r" b="b"/>
            <a:pathLst>
              <a:path w="73660">
                <a:moveTo>
                  <a:pt x="0" y="0"/>
                </a:moveTo>
                <a:lnTo>
                  <a:pt x="73110" y="0"/>
                </a:lnTo>
              </a:path>
            </a:pathLst>
          </a:custGeom>
          <a:ln w="3809">
            <a:solidFill>
              <a:srgbClr val="FFE89D"/>
            </a:solidFill>
          </a:ln>
        </p:spPr>
        <p:txBody>
          <a:bodyPr wrap="square" lIns="0" tIns="0" rIns="0" bIns="0" rtlCol="0"/>
          <a:lstStyle/>
          <a:p>
            <a:endParaRPr/>
          </a:p>
        </p:txBody>
      </p:sp>
      <p:sp>
        <p:nvSpPr>
          <p:cNvPr id="61" name="object 61"/>
          <p:cNvSpPr/>
          <p:nvPr/>
        </p:nvSpPr>
        <p:spPr>
          <a:xfrm>
            <a:off x="4427068" y="3726179"/>
            <a:ext cx="29845" cy="662940"/>
          </a:xfrm>
          <a:custGeom>
            <a:avLst/>
            <a:gdLst/>
            <a:ahLst/>
            <a:cxnLst/>
            <a:rect l="l" t="t" r="r" b="b"/>
            <a:pathLst>
              <a:path w="29845" h="662939">
                <a:moveTo>
                  <a:pt x="0" y="662940"/>
                </a:moveTo>
                <a:lnTo>
                  <a:pt x="29717" y="662940"/>
                </a:lnTo>
                <a:lnTo>
                  <a:pt x="29717" y="0"/>
                </a:lnTo>
                <a:lnTo>
                  <a:pt x="0" y="0"/>
                </a:lnTo>
                <a:lnTo>
                  <a:pt x="0" y="662940"/>
                </a:lnTo>
                <a:close/>
              </a:path>
            </a:pathLst>
          </a:custGeom>
          <a:solidFill>
            <a:srgbClr val="FFE89D"/>
          </a:solidFill>
        </p:spPr>
        <p:txBody>
          <a:bodyPr wrap="square" lIns="0" tIns="0" rIns="0" bIns="0" rtlCol="0"/>
          <a:lstStyle/>
          <a:p>
            <a:endParaRPr/>
          </a:p>
        </p:txBody>
      </p:sp>
      <p:sp>
        <p:nvSpPr>
          <p:cNvPr id="62" name="object 62"/>
          <p:cNvSpPr/>
          <p:nvPr/>
        </p:nvSpPr>
        <p:spPr>
          <a:xfrm>
            <a:off x="4397320" y="3726179"/>
            <a:ext cx="29845" cy="661670"/>
          </a:xfrm>
          <a:custGeom>
            <a:avLst/>
            <a:gdLst/>
            <a:ahLst/>
            <a:cxnLst/>
            <a:rect l="l" t="t" r="r" b="b"/>
            <a:pathLst>
              <a:path w="29845" h="661670">
                <a:moveTo>
                  <a:pt x="0" y="661670"/>
                </a:moveTo>
                <a:lnTo>
                  <a:pt x="29748" y="661670"/>
                </a:lnTo>
                <a:lnTo>
                  <a:pt x="29748" y="0"/>
                </a:lnTo>
                <a:lnTo>
                  <a:pt x="0" y="0"/>
                </a:lnTo>
                <a:lnTo>
                  <a:pt x="0" y="661670"/>
                </a:lnTo>
                <a:close/>
              </a:path>
            </a:pathLst>
          </a:custGeom>
          <a:solidFill>
            <a:srgbClr val="FFE89D"/>
          </a:solidFill>
        </p:spPr>
        <p:txBody>
          <a:bodyPr wrap="square" lIns="0" tIns="0" rIns="0" bIns="0" rtlCol="0"/>
          <a:lstStyle/>
          <a:p>
            <a:endParaRPr/>
          </a:p>
        </p:txBody>
      </p:sp>
      <p:sp>
        <p:nvSpPr>
          <p:cNvPr id="63" name="object 63"/>
          <p:cNvSpPr/>
          <p:nvPr/>
        </p:nvSpPr>
        <p:spPr>
          <a:xfrm>
            <a:off x="4383675" y="4387850"/>
            <a:ext cx="13970" cy="1270"/>
          </a:xfrm>
          <a:custGeom>
            <a:avLst/>
            <a:gdLst/>
            <a:ahLst/>
            <a:cxnLst/>
            <a:rect l="l" t="t" r="r" b="b"/>
            <a:pathLst>
              <a:path w="13970" h="1270">
                <a:moveTo>
                  <a:pt x="0" y="635"/>
                </a:moveTo>
                <a:lnTo>
                  <a:pt x="13644" y="635"/>
                </a:lnTo>
              </a:path>
            </a:pathLst>
          </a:custGeom>
          <a:ln w="3175">
            <a:solidFill>
              <a:srgbClr val="FFE58D"/>
            </a:solidFill>
          </a:ln>
        </p:spPr>
        <p:txBody>
          <a:bodyPr wrap="square" lIns="0" tIns="0" rIns="0" bIns="0" rtlCol="0"/>
          <a:lstStyle/>
          <a:p>
            <a:endParaRPr/>
          </a:p>
        </p:txBody>
      </p:sp>
      <p:sp>
        <p:nvSpPr>
          <p:cNvPr id="64" name="object 64"/>
          <p:cNvSpPr/>
          <p:nvPr/>
        </p:nvSpPr>
        <p:spPr>
          <a:xfrm>
            <a:off x="4362818" y="4386579"/>
            <a:ext cx="34925" cy="1270"/>
          </a:xfrm>
          <a:custGeom>
            <a:avLst/>
            <a:gdLst/>
            <a:ahLst/>
            <a:cxnLst/>
            <a:rect l="l" t="t" r="r" b="b"/>
            <a:pathLst>
              <a:path w="34925" h="1270">
                <a:moveTo>
                  <a:pt x="0" y="635"/>
                </a:moveTo>
                <a:lnTo>
                  <a:pt x="34501" y="635"/>
                </a:lnTo>
              </a:path>
            </a:pathLst>
          </a:custGeom>
          <a:ln w="3175">
            <a:solidFill>
              <a:srgbClr val="FFE58D"/>
            </a:solidFill>
          </a:ln>
        </p:spPr>
        <p:txBody>
          <a:bodyPr wrap="square" lIns="0" tIns="0" rIns="0" bIns="0" rtlCol="0"/>
          <a:lstStyle/>
          <a:p>
            <a:endParaRPr/>
          </a:p>
        </p:txBody>
      </p:sp>
      <p:sp>
        <p:nvSpPr>
          <p:cNvPr id="65" name="object 65"/>
          <p:cNvSpPr/>
          <p:nvPr/>
        </p:nvSpPr>
        <p:spPr>
          <a:xfrm>
            <a:off x="4349173" y="4385309"/>
            <a:ext cx="48260" cy="1270"/>
          </a:xfrm>
          <a:custGeom>
            <a:avLst/>
            <a:gdLst/>
            <a:ahLst/>
            <a:cxnLst/>
            <a:rect l="l" t="t" r="r" b="b"/>
            <a:pathLst>
              <a:path w="48260" h="1270">
                <a:moveTo>
                  <a:pt x="0" y="635"/>
                </a:moveTo>
                <a:lnTo>
                  <a:pt x="48145" y="635"/>
                </a:lnTo>
              </a:path>
            </a:pathLst>
          </a:custGeom>
          <a:ln w="3175">
            <a:solidFill>
              <a:srgbClr val="FFE58D"/>
            </a:solidFill>
          </a:ln>
        </p:spPr>
        <p:txBody>
          <a:bodyPr wrap="square" lIns="0" tIns="0" rIns="0" bIns="0" rtlCol="0"/>
          <a:lstStyle/>
          <a:p>
            <a:endParaRPr/>
          </a:p>
        </p:txBody>
      </p:sp>
      <p:sp>
        <p:nvSpPr>
          <p:cNvPr id="66" name="object 66"/>
          <p:cNvSpPr/>
          <p:nvPr/>
        </p:nvSpPr>
        <p:spPr>
          <a:xfrm>
            <a:off x="4336846" y="3726179"/>
            <a:ext cx="60960" cy="659130"/>
          </a:xfrm>
          <a:custGeom>
            <a:avLst/>
            <a:gdLst/>
            <a:ahLst/>
            <a:cxnLst/>
            <a:rect l="l" t="t" r="r" b="b"/>
            <a:pathLst>
              <a:path w="60960" h="659129">
                <a:moveTo>
                  <a:pt x="0" y="659130"/>
                </a:moveTo>
                <a:lnTo>
                  <a:pt x="60472" y="659130"/>
                </a:lnTo>
                <a:lnTo>
                  <a:pt x="60472" y="0"/>
                </a:lnTo>
                <a:lnTo>
                  <a:pt x="0" y="0"/>
                </a:lnTo>
                <a:lnTo>
                  <a:pt x="0" y="659130"/>
                </a:lnTo>
                <a:close/>
              </a:path>
            </a:pathLst>
          </a:custGeom>
          <a:solidFill>
            <a:srgbClr val="FFE58D"/>
          </a:solidFill>
        </p:spPr>
        <p:txBody>
          <a:bodyPr wrap="square" lIns="0" tIns="0" rIns="0" bIns="0" rtlCol="0"/>
          <a:lstStyle/>
          <a:p>
            <a:endParaRPr/>
          </a:p>
        </p:txBody>
      </p:sp>
      <p:sp>
        <p:nvSpPr>
          <p:cNvPr id="67" name="object 67"/>
          <p:cNvSpPr/>
          <p:nvPr/>
        </p:nvSpPr>
        <p:spPr>
          <a:xfrm>
            <a:off x="4307098" y="3725845"/>
            <a:ext cx="59690" cy="662305"/>
          </a:xfrm>
          <a:custGeom>
            <a:avLst/>
            <a:gdLst/>
            <a:ahLst/>
            <a:cxnLst/>
            <a:rect l="l" t="t" r="r" b="b"/>
            <a:pathLst>
              <a:path w="59689" h="662304">
                <a:moveTo>
                  <a:pt x="59496" y="0"/>
                </a:moveTo>
                <a:lnTo>
                  <a:pt x="0" y="0"/>
                </a:lnTo>
                <a:lnTo>
                  <a:pt x="0" y="656179"/>
                </a:lnTo>
                <a:lnTo>
                  <a:pt x="13898" y="657572"/>
                </a:lnTo>
                <a:lnTo>
                  <a:pt x="21823" y="658261"/>
                </a:lnTo>
                <a:lnTo>
                  <a:pt x="28773" y="658965"/>
                </a:lnTo>
                <a:lnTo>
                  <a:pt x="36697" y="659654"/>
                </a:lnTo>
                <a:lnTo>
                  <a:pt x="43616" y="660358"/>
                </a:lnTo>
                <a:lnTo>
                  <a:pt x="59496" y="661751"/>
                </a:lnTo>
                <a:lnTo>
                  <a:pt x="59496" y="0"/>
                </a:lnTo>
                <a:close/>
              </a:path>
            </a:pathLst>
          </a:custGeom>
          <a:solidFill>
            <a:srgbClr val="FFE27F"/>
          </a:solidFill>
        </p:spPr>
        <p:txBody>
          <a:bodyPr wrap="square" lIns="0" tIns="0" rIns="0" bIns="0" rtlCol="0"/>
          <a:lstStyle/>
          <a:p>
            <a:endParaRPr/>
          </a:p>
        </p:txBody>
      </p:sp>
      <p:sp>
        <p:nvSpPr>
          <p:cNvPr id="68" name="object 68"/>
          <p:cNvSpPr/>
          <p:nvPr/>
        </p:nvSpPr>
        <p:spPr>
          <a:xfrm>
            <a:off x="4277380" y="3725844"/>
            <a:ext cx="59690" cy="659130"/>
          </a:xfrm>
          <a:custGeom>
            <a:avLst/>
            <a:gdLst/>
            <a:ahLst/>
            <a:cxnLst/>
            <a:rect l="l" t="t" r="r" b="b"/>
            <a:pathLst>
              <a:path w="59689" h="659129">
                <a:moveTo>
                  <a:pt x="59466" y="0"/>
                </a:moveTo>
                <a:lnTo>
                  <a:pt x="0" y="0"/>
                </a:lnTo>
                <a:lnTo>
                  <a:pt x="0" y="652689"/>
                </a:lnTo>
                <a:lnTo>
                  <a:pt x="6918" y="653393"/>
                </a:lnTo>
                <a:lnTo>
                  <a:pt x="13868" y="654786"/>
                </a:lnTo>
                <a:lnTo>
                  <a:pt x="21793" y="655475"/>
                </a:lnTo>
                <a:lnTo>
                  <a:pt x="28742" y="656179"/>
                </a:lnTo>
                <a:lnTo>
                  <a:pt x="36667" y="656868"/>
                </a:lnTo>
                <a:lnTo>
                  <a:pt x="43616" y="657572"/>
                </a:lnTo>
                <a:lnTo>
                  <a:pt x="59466" y="658965"/>
                </a:lnTo>
                <a:lnTo>
                  <a:pt x="59466" y="0"/>
                </a:lnTo>
                <a:close/>
              </a:path>
            </a:pathLst>
          </a:custGeom>
          <a:solidFill>
            <a:srgbClr val="FFDD6F"/>
          </a:solidFill>
        </p:spPr>
        <p:txBody>
          <a:bodyPr wrap="square" lIns="0" tIns="0" rIns="0" bIns="0" rtlCol="0"/>
          <a:lstStyle/>
          <a:p>
            <a:endParaRPr/>
          </a:p>
        </p:txBody>
      </p:sp>
      <p:sp>
        <p:nvSpPr>
          <p:cNvPr id="69" name="object 69"/>
          <p:cNvSpPr/>
          <p:nvPr/>
        </p:nvSpPr>
        <p:spPr>
          <a:xfrm>
            <a:off x="4247631" y="3725844"/>
            <a:ext cx="59690" cy="656590"/>
          </a:xfrm>
          <a:custGeom>
            <a:avLst/>
            <a:gdLst/>
            <a:ahLst/>
            <a:cxnLst/>
            <a:rect l="l" t="t" r="r" b="b"/>
            <a:pathLst>
              <a:path w="59689" h="656589">
                <a:moveTo>
                  <a:pt x="59466" y="0"/>
                </a:moveTo>
                <a:lnTo>
                  <a:pt x="0" y="0"/>
                </a:lnTo>
                <a:lnTo>
                  <a:pt x="0" y="648510"/>
                </a:lnTo>
                <a:lnTo>
                  <a:pt x="6949" y="649202"/>
                </a:lnTo>
                <a:lnTo>
                  <a:pt x="13868" y="650595"/>
                </a:lnTo>
                <a:lnTo>
                  <a:pt x="20817" y="651296"/>
                </a:lnTo>
                <a:lnTo>
                  <a:pt x="28742" y="652689"/>
                </a:lnTo>
                <a:lnTo>
                  <a:pt x="36667" y="653393"/>
                </a:lnTo>
                <a:lnTo>
                  <a:pt x="43616" y="654786"/>
                </a:lnTo>
                <a:lnTo>
                  <a:pt x="59466" y="656179"/>
                </a:lnTo>
                <a:lnTo>
                  <a:pt x="59466" y="0"/>
                </a:lnTo>
                <a:close/>
              </a:path>
            </a:pathLst>
          </a:custGeom>
          <a:solidFill>
            <a:srgbClr val="FFD85F"/>
          </a:solidFill>
        </p:spPr>
        <p:txBody>
          <a:bodyPr wrap="square" lIns="0" tIns="0" rIns="0" bIns="0" rtlCol="0"/>
          <a:lstStyle/>
          <a:p>
            <a:endParaRPr/>
          </a:p>
        </p:txBody>
      </p:sp>
      <p:sp>
        <p:nvSpPr>
          <p:cNvPr id="70" name="object 70"/>
          <p:cNvSpPr/>
          <p:nvPr/>
        </p:nvSpPr>
        <p:spPr>
          <a:xfrm>
            <a:off x="4217883" y="3725844"/>
            <a:ext cx="59690" cy="652780"/>
          </a:xfrm>
          <a:custGeom>
            <a:avLst/>
            <a:gdLst/>
            <a:ahLst/>
            <a:cxnLst/>
            <a:rect l="l" t="t" r="r" b="b"/>
            <a:pathLst>
              <a:path w="59689" h="652779">
                <a:moveTo>
                  <a:pt x="59496" y="0"/>
                </a:moveTo>
                <a:lnTo>
                  <a:pt x="0" y="0"/>
                </a:lnTo>
                <a:lnTo>
                  <a:pt x="0" y="643630"/>
                </a:lnTo>
                <a:lnTo>
                  <a:pt x="13898" y="646416"/>
                </a:lnTo>
                <a:lnTo>
                  <a:pt x="20817" y="647117"/>
                </a:lnTo>
                <a:lnTo>
                  <a:pt x="28742" y="648510"/>
                </a:lnTo>
                <a:lnTo>
                  <a:pt x="35692" y="649202"/>
                </a:lnTo>
                <a:lnTo>
                  <a:pt x="43616" y="650595"/>
                </a:lnTo>
                <a:lnTo>
                  <a:pt x="51541" y="651296"/>
                </a:lnTo>
                <a:lnTo>
                  <a:pt x="59496" y="652689"/>
                </a:lnTo>
                <a:lnTo>
                  <a:pt x="59496" y="0"/>
                </a:lnTo>
                <a:close/>
              </a:path>
            </a:pathLst>
          </a:custGeom>
          <a:solidFill>
            <a:srgbClr val="FFD64F"/>
          </a:solidFill>
        </p:spPr>
        <p:txBody>
          <a:bodyPr wrap="square" lIns="0" tIns="0" rIns="0" bIns="0" rtlCol="0"/>
          <a:lstStyle/>
          <a:p>
            <a:endParaRPr/>
          </a:p>
        </p:txBody>
      </p:sp>
      <p:sp>
        <p:nvSpPr>
          <p:cNvPr id="71" name="object 71"/>
          <p:cNvSpPr/>
          <p:nvPr/>
        </p:nvSpPr>
        <p:spPr>
          <a:xfrm>
            <a:off x="4188153" y="3725844"/>
            <a:ext cx="59690" cy="648970"/>
          </a:xfrm>
          <a:custGeom>
            <a:avLst/>
            <a:gdLst/>
            <a:ahLst/>
            <a:cxnLst/>
            <a:rect l="l" t="t" r="r" b="b"/>
            <a:pathLst>
              <a:path w="59689" h="648970">
                <a:moveTo>
                  <a:pt x="59478" y="0"/>
                </a:moveTo>
                <a:lnTo>
                  <a:pt x="0" y="0"/>
                </a:lnTo>
                <a:lnTo>
                  <a:pt x="0" y="637367"/>
                </a:lnTo>
                <a:lnTo>
                  <a:pt x="6931" y="638760"/>
                </a:lnTo>
                <a:lnTo>
                  <a:pt x="12874" y="640153"/>
                </a:lnTo>
                <a:lnTo>
                  <a:pt x="19824" y="641546"/>
                </a:lnTo>
                <a:lnTo>
                  <a:pt x="27748" y="642939"/>
                </a:lnTo>
                <a:lnTo>
                  <a:pt x="34698" y="644331"/>
                </a:lnTo>
                <a:lnTo>
                  <a:pt x="42623" y="645724"/>
                </a:lnTo>
                <a:lnTo>
                  <a:pt x="51553" y="647117"/>
                </a:lnTo>
                <a:lnTo>
                  <a:pt x="59478" y="648510"/>
                </a:lnTo>
                <a:lnTo>
                  <a:pt x="59478" y="0"/>
                </a:lnTo>
                <a:close/>
              </a:path>
            </a:pathLst>
          </a:custGeom>
          <a:solidFill>
            <a:srgbClr val="FFD23F"/>
          </a:solidFill>
        </p:spPr>
        <p:txBody>
          <a:bodyPr wrap="square" lIns="0" tIns="0" rIns="0" bIns="0" rtlCol="0"/>
          <a:lstStyle/>
          <a:p>
            <a:endParaRPr/>
          </a:p>
        </p:txBody>
      </p:sp>
      <p:sp>
        <p:nvSpPr>
          <p:cNvPr id="72" name="object 72"/>
          <p:cNvSpPr/>
          <p:nvPr/>
        </p:nvSpPr>
        <p:spPr>
          <a:xfrm>
            <a:off x="4157423" y="3725844"/>
            <a:ext cx="60960" cy="643890"/>
          </a:xfrm>
          <a:custGeom>
            <a:avLst/>
            <a:gdLst/>
            <a:ahLst/>
            <a:cxnLst/>
            <a:rect l="l" t="t" r="r" b="b"/>
            <a:pathLst>
              <a:path w="60960" h="643889">
                <a:moveTo>
                  <a:pt x="60460" y="0"/>
                </a:moveTo>
                <a:lnTo>
                  <a:pt x="0" y="0"/>
                </a:lnTo>
                <a:lnTo>
                  <a:pt x="0" y="629009"/>
                </a:lnTo>
                <a:lnTo>
                  <a:pt x="6943" y="631091"/>
                </a:lnTo>
                <a:lnTo>
                  <a:pt x="12883" y="633188"/>
                </a:lnTo>
                <a:lnTo>
                  <a:pt x="19824" y="635270"/>
                </a:lnTo>
                <a:lnTo>
                  <a:pt x="27755" y="636666"/>
                </a:lnTo>
                <a:lnTo>
                  <a:pt x="35679" y="638760"/>
                </a:lnTo>
                <a:lnTo>
                  <a:pt x="43604" y="640153"/>
                </a:lnTo>
                <a:lnTo>
                  <a:pt x="51559" y="642237"/>
                </a:lnTo>
                <a:lnTo>
                  <a:pt x="60460" y="643630"/>
                </a:lnTo>
                <a:lnTo>
                  <a:pt x="60460" y="0"/>
                </a:lnTo>
                <a:close/>
              </a:path>
            </a:pathLst>
          </a:custGeom>
          <a:solidFill>
            <a:srgbClr val="FFD23F"/>
          </a:solidFill>
        </p:spPr>
        <p:txBody>
          <a:bodyPr wrap="square" lIns="0" tIns="0" rIns="0" bIns="0" rtlCol="0"/>
          <a:lstStyle/>
          <a:p>
            <a:endParaRPr/>
          </a:p>
        </p:txBody>
      </p:sp>
      <p:sp>
        <p:nvSpPr>
          <p:cNvPr id="73" name="object 73"/>
          <p:cNvSpPr/>
          <p:nvPr/>
        </p:nvSpPr>
        <p:spPr>
          <a:xfrm>
            <a:off x="4127683" y="3725844"/>
            <a:ext cx="60960" cy="637540"/>
          </a:xfrm>
          <a:custGeom>
            <a:avLst/>
            <a:gdLst/>
            <a:ahLst/>
            <a:cxnLst/>
            <a:rect l="l" t="t" r="r" b="b"/>
            <a:pathLst>
              <a:path w="60960" h="637539">
                <a:moveTo>
                  <a:pt x="60469" y="0"/>
                </a:moveTo>
                <a:lnTo>
                  <a:pt x="0" y="0"/>
                </a:lnTo>
                <a:lnTo>
                  <a:pt x="0" y="615769"/>
                </a:lnTo>
                <a:lnTo>
                  <a:pt x="40648" y="632484"/>
                </a:lnTo>
                <a:lnTo>
                  <a:pt x="60469" y="637367"/>
                </a:lnTo>
                <a:lnTo>
                  <a:pt x="60469" y="0"/>
                </a:lnTo>
                <a:close/>
              </a:path>
            </a:pathLst>
          </a:custGeom>
          <a:solidFill>
            <a:srgbClr val="FFCE2F"/>
          </a:solidFill>
        </p:spPr>
        <p:txBody>
          <a:bodyPr wrap="square" lIns="0" tIns="0" rIns="0" bIns="0" rtlCol="0"/>
          <a:lstStyle/>
          <a:p>
            <a:endParaRPr/>
          </a:p>
        </p:txBody>
      </p:sp>
      <p:sp>
        <p:nvSpPr>
          <p:cNvPr id="74" name="object 74"/>
          <p:cNvSpPr/>
          <p:nvPr/>
        </p:nvSpPr>
        <p:spPr>
          <a:xfrm>
            <a:off x="4114800" y="3725845"/>
            <a:ext cx="43180" cy="629285"/>
          </a:xfrm>
          <a:custGeom>
            <a:avLst/>
            <a:gdLst/>
            <a:ahLst/>
            <a:cxnLst/>
            <a:rect l="l" t="t" r="r" b="b"/>
            <a:pathLst>
              <a:path w="43180" h="629285">
                <a:moveTo>
                  <a:pt x="42623" y="0"/>
                </a:moveTo>
                <a:lnTo>
                  <a:pt x="0" y="0"/>
                </a:lnTo>
                <a:lnTo>
                  <a:pt x="0" y="599053"/>
                </a:lnTo>
                <a:lnTo>
                  <a:pt x="32705" y="625519"/>
                </a:lnTo>
                <a:lnTo>
                  <a:pt x="42623" y="629009"/>
                </a:lnTo>
                <a:lnTo>
                  <a:pt x="42623" y="0"/>
                </a:lnTo>
                <a:close/>
              </a:path>
            </a:pathLst>
          </a:custGeom>
          <a:solidFill>
            <a:srgbClr val="FFCC20"/>
          </a:solidFill>
        </p:spPr>
        <p:txBody>
          <a:bodyPr wrap="square" lIns="0" tIns="0" rIns="0" bIns="0" rtlCol="0"/>
          <a:lstStyle/>
          <a:p>
            <a:endParaRPr/>
          </a:p>
        </p:txBody>
      </p:sp>
      <p:sp>
        <p:nvSpPr>
          <p:cNvPr id="75" name="object 75"/>
          <p:cNvSpPr/>
          <p:nvPr/>
        </p:nvSpPr>
        <p:spPr>
          <a:xfrm>
            <a:off x="4931634" y="3725845"/>
            <a:ext cx="29845" cy="624205"/>
          </a:xfrm>
          <a:custGeom>
            <a:avLst/>
            <a:gdLst/>
            <a:ahLst/>
            <a:cxnLst/>
            <a:rect l="l" t="t" r="r" b="b"/>
            <a:pathLst>
              <a:path w="29845" h="624204">
                <a:moveTo>
                  <a:pt x="29748" y="0"/>
                </a:moveTo>
                <a:lnTo>
                  <a:pt x="0" y="0"/>
                </a:lnTo>
                <a:lnTo>
                  <a:pt x="0" y="624126"/>
                </a:lnTo>
                <a:lnTo>
                  <a:pt x="28742" y="602540"/>
                </a:lnTo>
                <a:lnTo>
                  <a:pt x="29748" y="599053"/>
                </a:lnTo>
                <a:lnTo>
                  <a:pt x="29748" y="0"/>
                </a:lnTo>
                <a:close/>
              </a:path>
            </a:pathLst>
          </a:custGeom>
          <a:solidFill>
            <a:srgbClr val="FFC400"/>
          </a:solidFill>
        </p:spPr>
        <p:txBody>
          <a:bodyPr wrap="square" lIns="0" tIns="0" rIns="0" bIns="0" rtlCol="0"/>
          <a:lstStyle/>
          <a:p>
            <a:endParaRPr/>
          </a:p>
        </p:txBody>
      </p:sp>
      <p:sp>
        <p:nvSpPr>
          <p:cNvPr id="76" name="object 76"/>
          <p:cNvSpPr/>
          <p:nvPr/>
        </p:nvSpPr>
        <p:spPr>
          <a:xfrm>
            <a:off x="4114800" y="3657601"/>
            <a:ext cx="847090" cy="136525"/>
          </a:xfrm>
          <a:custGeom>
            <a:avLst/>
            <a:gdLst/>
            <a:ahLst/>
            <a:cxnLst/>
            <a:rect l="l" t="t" r="r" b="b"/>
            <a:pathLst>
              <a:path w="847089" h="136525">
                <a:moveTo>
                  <a:pt x="423275" y="0"/>
                </a:moveTo>
                <a:lnTo>
                  <a:pt x="338023" y="1402"/>
                </a:lnTo>
                <a:lnTo>
                  <a:pt x="297393" y="2773"/>
                </a:lnTo>
                <a:lnTo>
                  <a:pt x="221071" y="8351"/>
                </a:lnTo>
                <a:lnTo>
                  <a:pt x="153649" y="15331"/>
                </a:lnTo>
                <a:lnTo>
                  <a:pt x="96164" y="25085"/>
                </a:lnTo>
                <a:lnTo>
                  <a:pt x="51541" y="35509"/>
                </a:lnTo>
                <a:lnTo>
                  <a:pt x="8918" y="54315"/>
                </a:lnTo>
                <a:lnTo>
                  <a:pt x="0" y="68244"/>
                </a:lnTo>
                <a:lnTo>
                  <a:pt x="1987" y="75224"/>
                </a:lnTo>
                <a:lnTo>
                  <a:pt x="51541" y="101010"/>
                </a:lnTo>
                <a:lnTo>
                  <a:pt x="96164" y="111465"/>
                </a:lnTo>
                <a:lnTo>
                  <a:pt x="153649" y="121188"/>
                </a:lnTo>
                <a:lnTo>
                  <a:pt x="221071" y="128168"/>
                </a:lnTo>
                <a:lnTo>
                  <a:pt x="297393" y="133715"/>
                </a:lnTo>
                <a:lnTo>
                  <a:pt x="338023" y="135117"/>
                </a:lnTo>
                <a:lnTo>
                  <a:pt x="423275" y="136519"/>
                </a:lnTo>
                <a:lnTo>
                  <a:pt x="508528" y="135117"/>
                </a:lnTo>
                <a:lnTo>
                  <a:pt x="549188" y="133715"/>
                </a:lnTo>
                <a:lnTo>
                  <a:pt x="624504" y="128168"/>
                </a:lnTo>
                <a:lnTo>
                  <a:pt x="691926" y="121188"/>
                </a:lnTo>
                <a:lnTo>
                  <a:pt x="749411" y="111465"/>
                </a:lnTo>
                <a:lnTo>
                  <a:pt x="795040" y="101010"/>
                </a:lnTo>
                <a:lnTo>
                  <a:pt x="837651" y="82174"/>
                </a:lnTo>
                <a:lnTo>
                  <a:pt x="846581" y="68244"/>
                </a:lnTo>
                <a:lnTo>
                  <a:pt x="844600" y="61295"/>
                </a:lnTo>
                <a:lnTo>
                  <a:pt x="795040" y="35509"/>
                </a:lnTo>
                <a:lnTo>
                  <a:pt x="749411" y="25085"/>
                </a:lnTo>
                <a:lnTo>
                  <a:pt x="691926" y="15331"/>
                </a:lnTo>
                <a:lnTo>
                  <a:pt x="624504" y="8351"/>
                </a:lnTo>
                <a:lnTo>
                  <a:pt x="549188" y="2773"/>
                </a:lnTo>
                <a:lnTo>
                  <a:pt x="508528" y="1402"/>
                </a:lnTo>
                <a:lnTo>
                  <a:pt x="423275" y="0"/>
                </a:lnTo>
                <a:close/>
              </a:path>
            </a:pathLst>
          </a:custGeom>
          <a:solidFill>
            <a:srgbClr val="FFC400"/>
          </a:solidFill>
        </p:spPr>
        <p:txBody>
          <a:bodyPr wrap="square" lIns="0" tIns="0" rIns="0" bIns="0" rtlCol="0"/>
          <a:lstStyle/>
          <a:p>
            <a:endParaRPr/>
          </a:p>
        </p:txBody>
      </p:sp>
      <p:sp>
        <p:nvSpPr>
          <p:cNvPr id="77" name="object 77"/>
          <p:cNvSpPr/>
          <p:nvPr/>
        </p:nvSpPr>
        <p:spPr>
          <a:xfrm>
            <a:off x="3619501" y="4495800"/>
            <a:ext cx="4375785" cy="0"/>
          </a:xfrm>
          <a:custGeom>
            <a:avLst/>
            <a:gdLst/>
            <a:ahLst/>
            <a:cxnLst/>
            <a:rect l="l" t="t" r="r" b="b"/>
            <a:pathLst>
              <a:path w="4375784">
                <a:moveTo>
                  <a:pt x="0" y="0"/>
                </a:moveTo>
                <a:lnTo>
                  <a:pt x="4375403" y="0"/>
                </a:lnTo>
              </a:path>
            </a:pathLst>
          </a:custGeom>
          <a:ln w="9143">
            <a:solidFill>
              <a:srgbClr val="000000"/>
            </a:solidFill>
          </a:ln>
        </p:spPr>
        <p:txBody>
          <a:bodyPr wrap="square" lIns="0" tIns="0" rIns="0" bIns="0" rtlCol="0"/>
          <a:lstStyle/>
          <a:p>
            <a:endParaRPr/>
          </a:p>
        </p:txBody>
      </p:sp>
      <p:sp>
        <p:nvSpPr>
          <p:cNvPr id="78" name="object 78"/>
          <p:cNvSpPr/>
          <p:nvPr/>
        </p:nvSpPr>
        <p:spPr>
          <a:xfrm>
            <a:off x="3619500" y="1371600"/>
            <a:ext cx="0" cy="3124200"/>
          </a:xfrm>
          <a:custGeom>
            <a:avLst/>
            <a:gdLst/>
            <a:ahLst/>
            <a:cxnLst/>
            <a:rect l="l" t="t" r="r" b="b"/>
            <a:pathLst>
              <a:path h="3124200">
                <a:moveTo>
                  <a:pt x="0" y="0"/>
                </a:moveTo>
                <a:lnTo>
                  <a:pt x="0" y="3124199"/>
                </a:lnTo>
              </a:path>
            </a:pathLst>
          </a:custGeom>
          <a:ln w="9143">
            <a:solidFill>
              <a:srgbClr val="000000"/>
            </a:solidFill>
          </a:ln>
        </p:spPr>
        <p:txBody>
          <a:bodyPr wrap="square" lIns="0" tIns="0" rIns="0" bIns="0" rtlCol="0"/>
          <a:lstStyle/>
          <a:p>
            <a:endParaRPr/>
          </a:p>
        </p:txBody>
      </p:sp>
      <p:sp>
        <p:nvSpPr>
          <p:cNvPr id="79" name="object 79"/>
          <p:cNvSpPr/>
          <p:nvPr/>
        </p:nvSpPr>
        <p:spPr>
          <a:xfrm>
            <a:off x="4288469" y="3962401"/>
            <a:ext cx="574675" cy="219075"/>
          </a:xfrm>
          <a:custGeom>
            <a:avLst/>
            <a:gdLst/>
            <a:ahLst/>
            <a:cxnLst/>
            <a:rect l="l" t="t" r="r" b="b"/>
            <a:pathLst>
              <a:path w="574675" h="219075">
                <a:moveTo>
                  <a:pt x="540846" y="182880"/>
                </a:moveTo>
                <a:lnTo>
                  <a:pt x="190244" y="182880"/>
                </a:lnTo>
                <a:lnTo>
                  <a:pt x="239425" y="183076"/>
                </a:lnTo>
                <a:lnTo>
                  <a:pt x="276756" y="183835"/>
                </a:lnTo>
                <a:lnTo>
                  <a:pt x="327710" y="186415"/>
                </a:lnTo>
                <a:lnTo>
                  <a:pt x="367211" y="190039"/>
                </a:lnTo>
                <a:lnTo>
                  <a:pt x="388326" y="200790"/>
                </a:lnTo>
                <a:lnTo>
                  <a:pt x="397505" y="209933"/>
                </a:lnTo>
                <a:lnTo>
                  <a:pt x="408987" y="219074"/>
                </a:lnTo>
                <a:lnTo>
                  <a:pt x="574096" y="219074"/>
                </a:lnTo>
                <a:lnTo>
                  <a:pt x="540846" y="182880"/>
                </a:lnTo>
                <a:close/>
              </a:path>
              <a:path w="574675" h="219075">
                <a:moveTo>
                  <a:pt x="370411" y="0"/>
                </a:moveTo>
                <a:lnTo>
                  <a:pt x="192609" y="0"/>
                </a:lnTo>
                <a:lnTo>
                  <a:pt x="162462" y="32860"/>
                </a:lnTo>
                <a:lnTo>
                  <a:pt x="132489" y="65721"/>
                </a:lnTo>
                <a:lnTo>
                  <a:pt x="102863" y="98583"/>
                </a:lnTo>
                <a:lnTo>
                  <a:pt x="73756" y="131445"/>
                </a:lnTo>
                <a:lnTo>
                  <a:pt x="45343" y="164307"/>
                </a:lnTo>
                <a:lnTo>
                  <a:pt x="17797" y="197167"/>
                </a:lnTo>
                <a:lnTo>
                  <a:pt x="0" y="219074"/>
                </a:lnTo>
                <a:lnTo>
                  <a:pt x="49497" y="218798"/>
                </a:lnTo>
                <a:lnTo>
                  <a:pt x="99870" y="217315"/>
                </a:lnTo>
                <a:lnTo>
                  <a:pt x="138680" y="214794"/>
                </a:lnTo>
                <a:lnTo>
                  <a:pt x="172629" y="202426"/>
                </a:lnTo>
                <a:lnTo>
                  <a:pt x="180806" y="192652"/>
                </a:lnTo>
                <a:lnTo>
                  <a:pt x="190244" y="182880"/>
                </a:lnTo>
                <a:lnTo>
                  <a:pt x="540846" y="182880"/>
                </a:lnTo>
                <a:lnTo>
                  <a:pt x="523765" y="164307"/>
                </a:lnTo>
                <a:lnTo>
                  <a:pt x="513678" y="153353"/>
                </a:lnTo>
                <a:lnTo>
                  <a:pt x="503579" y="142399"/>
                </a:lnTo>
                <a:lnTo>
                  <a:pt x="497209" y="135498"/>
                </a:lnTo>
                <a:lnTo>
                  <a:pt x="328638" y="135498"/>
                </a:lnTo>
                <a:lnTo>
                  <a:pt x="302241" y="135262"/>
                </a:lnTo>
                <a:lnTo>
                  <a:pt x="263742" y="133396"/>
                </a:lnTo>
                <a:lnTo>
                  <a:pt x="227755" y="128193"/>
                </a:lnTo>
                <a:lnTo>
                  <a:pt x="249746" y="98583"/>
                </a:lnTo>
                <a:lnTo>
                  <a:pt x="265998" y="76675"/>
                </a:lnTo>
                <a:lnTo>
                  <a:pt x="274108" y="65721"/>
                </a:lnTo>
                <a:lnTo>
                  <a:pt x="280726" y="56768"/>
                </a:lnTo>
                <a:lnTo>
                  <a:pt x="424032" y="56768"/>
                </a:lnTo>
                <a:lnTo>
                  <a:pt x="422158" y="54767"/>
                </a:lnTo>
                <a:lnTo>
                  <a:pt x="411873" y="43813"/>
                </a:lnTo>
                <a:lnTo>
                  <a:pt x="401558" y="32860"/>
                </a:lnTo>
                <a:lnTo>
                  <a:pt x="391210" y="21906"/>
                </a:lnTo>
                <a:lnTo>
                  <a:pt x="370411" y="0"/>
                </a:lnTo>
                <a:close/>
              </a:path>
              <a:path w="574675" h="219075">
                <a:moveTo>
                  <a:pt x="424032" y="56768"/>
                </a:moveTo>
                <a:lnTo>
                  <a:pt x="280726" y="56768"/>
                </a:lnTo>
                <a:lnTo>
                  <a:pt x="287399" y="65721"/>
                </a:lnTo>
                <a:lnTo>
                  <a:pt x="290899" y="70428"/>
                </a:lnTo>
                <a:lnTo>
                  <a:pt x="313125" y="103004"/>
                </a:lnTo>
                <a:lnTo>
                  <a:pt x="328638" y="135498"/>
                </a:lnTo>
                <a:lnTo>
                  <a:pt x="497209" y="135498"/>
                </a:lnTo>
                <a:lnTo>
                  <a:pt x="463035" y="98583"/>
                </a:lnTo>
                <a:lnTo>
                  <a:pt x="432415" y="65721"/>
                </a:lnTo>
                <a:lnTo>
                  <a:pt x="424032" y="56768"/>
                </a:lnTo>
                <a:close/>
              </a:path>
            </a:pathLst>
          </a:custGeom>
          <a:solidFill>
            <a:srgbClr val="000000"/>
          </a:solidFill>
        </p:spPr>
        <p:txBody>
          <a:bodyPr wrap="square" lIns="0" tIns="0" rIns="0" bIns="0" rtlCol="0"/>
          <a:lstStyle/>
          <a:p>
            <a:endParaRPr/>
          </a:p>
        </p:txBody>
      </p:sp>
      <p:sp>
        <p:nvSpPr>
          <p:cNvPr id="80" name="object 80"/>
          <p:cNvSpPr/>
          <p:nvPr/>
        </p:nvSpPr>
        <p:spPr>
          <a:xfrm>
            <a:off x="4516225" y="4019169"/>
            <a:ext cx="100965" cy="78740"/>
          </a:xfrm>
          <a:custGeom>
            <a:avLst/>
            <a:gdLst/>
            <a:ahLst/>
            <a:cxnLst/>
            <a:rect l="l" t="t" r="r" b="b"/>
            <a:pathLst>
              <a:path w="100964" h="78739">
                <a:moveTo>
                  <a:pt x="52971" y="0"/>
                </a:moveTo>
                <a:lnTo>
                  <a:pt x="30281" y="30644"/>
                </a:lnTo>
                <a:lnTo>
                  <a:pt x="7561" y="61242"/>
                </a:lnTo>
                <a:lnTo>
                  <a:pt x="0" y="71424"/>
                </a:lnTo>
                <a:lnTo>
                  <a:pt x="48607" y="77535"/>
                </a:lnTo>
                <a:lnTo>
                  <a:pt x="87644" y="78669"/>
                </a:lnTo>
                <a:lnTo>
                  <a:pt x="100883" y="78729"/>
                </a:lnTo>
                <a:lnTo>
                  <a:pt x="96749" y="67911"/>
                </a:lnTo>
                <a:lnTo>
                  <a:pt x="71006" y="24523"/>
                </a:lnTo>
                <a:lnTo>
                  <a:pt x="55061" y="2791"/>
                </a:lnTo>
                <a:lnTo>
                  <a:pt x="52971" y="0"/>
                </a:lnTo>
                <a:close/>
              </a:path>
            </a:pathLst>
          </a:custGeom>
          <a:ln w="9143">
            <a:solidFill>
              <a:srgbClr val="000000"/>
            </a:solidFill>
          </a:ln>
        </p:spPr>
        <p:txBody>
          <a:bodyPr wrap="square" lIns="0" tIns="0" rIns="0" bIns="0" rtlCol="0"/>
          <a:lstStyle/>
          <a:p>
            <a:endParaRPr/>
          </a:p>
        </p:txBody>
      </p:sp>
      <p:sp>
        <p:nvSpPr>
          <p:cNvPr id="81" name="object 81"/>
          <p:cNvSpPr/>
          <p:nvPr/>
        </p:nvSpPr>
        <p:spPr>
          <a:xfrm>
            <a:off x="4288469" y="3962401"/>
            <a:ext cx="574675" cy="219075"/>
          </a:xfrm>
          <a:custGeom>
            <a:avLst/>
            <a:gdLst/>
            <a:ahLst/>
            <a:cxnLst/>
            <a:rect l="l" t="t" r="r" b="b"/>
            <a:pathLst>
              <a:path w="574675" h="219075">
                <a:moveTo>
                  <a:pt x="192609" y="0"/>
                </a:moveTo>
                <a:lnTo>
                  <a:pt x="205304" y="0"/>
                </a:lnTo>
                <a:lnTo>
                  <a:pt x="218002" y="0"/>
                </a:lnTo>
                <a:lnTo>
                  <a:pt x="230703" y="0"/>
                </a:lnTo>
                <a:lnTo>
                  <a:pt x="243406" y="0"/>
                </a:lnTo>
                <a:lnTo>
                  <a:pt x="256110" y="0"/>
                </a:lnTo>
                <a:lnTo>
                  <a:pt x="268815" y="0"/>
                </a:lnTo>
                <a:lnTo>
                  <a:pt x="281520" y="0"/>
                </a:lnTo>
                <a:lnTo>
                  <a:pt x="294224" y="0"/>
                </a:lnTo>
                <a:lnTo>
                  <a:pt x="306928" y="0"/>
                </a:lnTo>
                <a:lnTo>
                  <a:pt x="319630" y="0"/>
                </a:lnTo>
                <a:lnTo>
                  <a:pt x="332330" y="0"/>
                </a:lnTo>
                <a:lnTo>
                  <a:pt x="345027" y="0"/>
                </a:lnTo>
                <a:lnTo>
                  <a:pt x="357721" y="0"/>
                </a:lnTo>
                <a:lnTo>
                  <a:pt x="391210" y="21906"/>
                </a:lnTo>
                <a:lnTo>
                  <a:pt x="422158" y="54767"/>
                </a:lnTo>
                <a:lnTo>
                  <a:pt x="452852" y="87629"/>
                </a:lnTo>
                <a:lnTo>
                  <a:pt x="483341" y="120491"/>
                </a:lnTo>
                <a:lnTo>
                  <a:pt x="513678" y="153353"/>
                </a:lnTo>
                <a:lnTo>
                  <a:pt x="543913" y="186214"/>
                </a:lnTo>
                <a:lnTo>
                  <a:pt x="574096" y="219074"/>
                </a:lnTo>
                <a:lnTo>
                  <a:pt x="561391" y="219074"/>
                </a:lnTo>
                <a:lnTo>
                  <a:pt x="548686" y="219074"/>
                </a:lnTo>
                <a:lnTo>
                  <a:pt x="535980" y="219074"/>
                </a:lnTo>
                <a:lnTo>
                  <a:pt x="523274" y="219074"/>
                </a:lnTo>
                <a:lnTo>
                  <a:pt x="510569" y="219074"/>
                </a:lnTo>
                <a:lnTo>
                  <a:pt x="497865" y="219074"/>
                </a:lnTo>
                <a:lnTo>
                  <a:pt x="485162" y="219074"/>
                </a:lnTo>
                <a:lnTo>
                  <a:pt x="472460" y="219074"/>
                </a:lnTo>
                <a:lnTo>
                  <a:pt x="459760" y="219074"/>
                </a:lnTo>
                <a:lnTo>
                  <a:pt x="447063" y="219074"/>
                </a:lnTo>
                <a:lnTo>
                  <a:pt x="434368" y="219074"/>
                </a:lnTo>
                <a:lnTo>
                  <a:pt x="421676" y="219074"/>
                </a:lnTo>
                <a:lnTo>
                  <a:pt x="408987" y="219074"/>
                </a:lnTo>
                <a:lnTo>
                  <a:pt x="397505" y="209933"/>
                </a:lnTo>
                <a:lnTo>
                  <a:pt x="388326" y="200790"/>
                </a:lnTo>
                <a:lnTo>
                  <a:pt x="380684" y="191647"/>
                </a:lnTo>
                <a:lnTo>
                  <a:pt x="367211" y="190039"/>
                </a:lnTo>
                <a:lnTo>
                  <a:pt x="327710" y="186415"/>
                </a:lnTo>
                <a:lnTo>
                  <a:pt x="289345" y="184282"/>
                </a:lnTo>
                <a:lnTo>
                  <a:pt x="239425" y="183076"/>
                </a:lnTo>
                <a:lnTo>
                  <a:pt x="190244" y="182880"/>
                </a:lnTo>
                <a:lnTo>
                  <a:pt x="180806" y="192652"/>
                </a:lnTo>
                <a:lnTo>
                  <a:pt x="172629" y="202426"/>
                </a:lnTo>
                <a:lnTo>
                  <a:pt x="165223" y="212200"/>
                </a:lnTo>
                <a:lnTo>
                  <a:pt x="151877" y="213599"/>
                </a:lnTo>
                <a:lnTo>
                  <a:pt x="112689" y="216636"/>
                </a:lnTo>
                <a:lnTo>
                  <a:pt x="74527" y="218271"/>
                </a:lnTo>
                <a:lnTo>
                  <a:pt x="24686" y="219022"/>
                </a:lnTo>
                <a:lnTo>
                  <a:pt x="0" y="219074"/>
                </a:lnTo>
                <a:lnTo>
                  <a:pt x="8837" y="208120"/>
                </a:lnTo>
                <a:lnTo>
                  <a:pt x="36056" y="175260"/>
                </a:lnTo>
                <a:lnTo>
                  <a:pt x="64200" y="142399"/>
                </a:lnTo>
                <a:lnTo>
                  <a:pt x="93094" y="109537"/>
                </a:lnTo>
                <a:lnTo>
                  <a:pt x="122567" y="76675"/>
                </a:lnTo>
                <a:lnTo>
                  <a:pt x="152444" y="43813"/>
                </a:lnTo>
                <a:lnTo>
                  <a:pt x="182551" y="10953"/>
                </a:lnTo>
                <a:lnTo>
                  <a:pt x="192609" y="0"/>
                </a:lnTo>
                <a:close/>
              </a:path>
            </a:pathLst>
          </a:custGeom>
          <a:ln w="9143">
            <a:solidFill>
              <a:srgbClr val="000000"/>
            </a:solidFill>
          </a:ln>
        </p:spPr>
        <p:txBody>
          <a:bodyPr wrap="square" lIns="0" tIns="0" rIns="0" bIns="0" rtlCol="0"/>
          <a:lstStyle/>
          <a:p>
            <a:endParaRPr/>
          </a:p>
        </p:txBody>
      </p:sp>
      <p:sp>
        <p:nvSpPr>
          <p:cNvPr id="82" name="object 82"/>
          <p:cNvSpPr/>
          <p:nvPr/>
        </p:nvSpPr>
        <p:spPr>
          <a:xfrm>
            <a:off x="6838950" y="3144774"/>
            <a:ext cx="665480" cy="285750"/>
          </a:xfrm>
          <a:custGeom>
            <a:avLst/>
            <a:gdLst/>
            <a:ahLst/>
            <a:cxnLst/>
            <a:rect l="l" t="t" r="r" b="b"/>
            <a:pathLst>
              <a:path w="665479" h="285750">
                <a:moveTo>
                  <a:pt x="653277" y="0"/>
                </a:moveTo>
                <a:lnTo>
                  <a:pt x="0" y="0"/>
                </a:lnTo>
                <a:lnTo>
                  <a:pt x="0" y="285749"/>
                </a:lnTo>
                <a:lnTo>
                  <a:pt x="665225" y="284606"/>
                </a:lnTo>
                <a:lnTo>
                  <a:pt x="665225" y="221101"/>
                </a:lnTo>
                <a:lnTo>
                  <a:pt x="412658" y="219894"/>
                </a:lnTo>
                <a:lnTo>
                  <a:pt x="286424" y="217026"/>
                </a:lnTo>
                <a:lnTo>
                  <a:pt x="244358" y="215511"/>
                </a:lnTo>
                <a:lnTo>
                  <a:pt x="244358" y="164713"/>
                </a:lnTo>
                <a:lnTo>
                  <a:pt x="434035" y="163779"/>
                </a:lnTo>
                <a:lnTo>
                  <a:pt x="528862" y="161560"/>
                </a:lnTo>
                <a:lnTo>
                  <a:pt x="585768" y="159264"/>
                </a:lnTo>
                <a:lnTo>
                  <a:pt x="623712" y="157238"/>
                </a:lnTo>
                <a:lnTo>
                  <a:pt x="623712" y="106436"/>
                </a:lnTo>
                <a:lnTo>
                  <a:pt x="434035" y="105529"/>
                </a:lnTo>
                <a:lnTo>
                  <a:pt x="339208" y="103375"/>
                </a:lnTo>
                <a:lnTo>
                  <a:pt x="263331" y="100216"/>
                </a:lnTo>
                <a:lnTo>
                  <a:pt x="244358" y="99181"/>
                </a:lnTo>
                <a:lnTo>
                  <a:pt x="244358" y="61081"/>
                </a:lnTo>
                <a:lnTo>
                  <a:pt x="428379" y="60146"/>
                </a:lnTo>
                <a:lnTo>
                  <a:pt x="510175" y="58262"/>
                </a:lnTo>
                <a:lnTo>
                  <a:pt x="571514" y="55826"/>
                </a:lnTo>
                <a:lnTo>
                  <a:pt x="632839" y="52281"/>
                </a:lnTo>
                <a:lnTo>
                  <a:pt x="653277" y="50817"/>
                </a:lnTo>
                <a:lnTo>
                  <a:pt x="653277" y="0"/>
                </a:lnTo>
                <a:close/>
              </a:path>
            </a:pathLst>
          </a:custGeom>
          <a:solidFill>
            <a:srgbClr val="000000"/>
          </a:solidFill>
        </p:spPr>
        <p:txBody>
          <a:bodyPr wrap="square" lIns="0" tIns="0" rIns="0" bIns="0" rtlCol="0"/>
          <a:lstStyle/>
          <a:p>
            <a:endParaRPr/>
          </a:p>
        </p:txBody>
      </p:sp>
      <p:sp>
        <p:nvSpPr>
          <p:cNvPr id="83" name="object 83"/>
          <p:cNvSpPr/>
          <p:nvPr/>
        </p:nvSpPr>
        <p:spPr>
          <a:xfrm>
            <a:off x="6838950" y="3144774"/>
            <a:ext cx="665480" cy="285750"/>
          </a:xfrm>
          <a:custGeom>
            <a:avLst/>
            <a:gdLst/>
            <a:ahLst/>
            <a:cxnLst/>
            <a:rect l="l" t="t" r="r" b="b"/>
            <a:pathLst>
              <a:path w="665479" h="285750">
                <a:moveTo>
                  <a:pt x="0" y="0"/>
                </a:moveTo>
                <a:lnTo>
                  <a:pt x="32671" y="0"/>
                </a:lnTo>
                <a:lnTo>
                  <a:pt x="65342" y="0"/>
                </a:lnTo>
                <a:lnTo>
                  <a:pt x="98014" y="0"/>
                </a:lnTo>
                <a:lnTo>
                  <a:pt x="130684" y="0"/>
                </a:lnTo>
                <a:lnTo>
                  <a:pt x="163355" y="0"/>
                </a:lnTo>
                <a:lnTo>
                  <a:pt x="196024" y="0"/>
                </a:lnTo>
                <a:lnTo>
                  <a:pt x="228694" y="0"/>
                </a:lnTo>
                <a:lnTo>
                  <a:pt x="261362" y="0"/>
                </a:lnTo>
                <a:lnTo>
                  <a:pt x="294029" y="0"/>
                </a:lnTo>
                <a:lnTo>
                  <a:pt x="326696" y="0"/>
                </a:lnTo>
                <a:lnTo>
                  <a:pt x="359361" y="0"/>
                </a:lnTo>
                <a:lnTo>
                  <a:pt x="392025" y="0"/>
                </a:lnTo>
                <a:lnTo>
                  <a:pt x="653277" y="0"/>
                </a:lnTo>
                <a:lnTo>
                  <a:pt x="653277" y="12738"/>
                </a:lnTo>
                <a:lnTo>
                  <a:pt x="653277" y="25448"/>
                </a:lnTo>
                <a:lnTo>
                  <a:pt x="653277" y="38137"/>
                </a:lnTo>
                <a:lnTo>
                  <a:pt x="653277" y="50817"/>
                </a:lnTo>
                <a:lnTo>
                  <a:pt x="612399" y="53598"/>
                </a:lnTo>
                <a:lnTo>
                  <a:pt x="571514" y="55826"/>
                </a:lnTo>
                <a:lnTo>
                  <a:pt x="530623" y="57561"/>
                </a:lnTo>
                <a:lnTo>
                  <a:pt x="489727" y="58864"/>
                </a:lnTo>
                <a:lnTo>
                  <a:pt x="448829" y="59798"/>
                </a:lnTo>
                <a:lnTo>
                  <a:pt x="407930" y="60424"/>
                </a:lnTo>
                <a:lnTo>
                  <a:pt x="367032" y="60804"/>
                </a:lnTo>
                <a:lnTo>
                  <a:pt x="326136" y="60999"/>
                </a:lnTo>
                <a:lnTo>
                  <a:pt x="285244" y="61071"/>
                </a:lnTo>
                <a:lnTo>
                  <a:pt x="244358" y="61081"/>
                </a:lnTo>
                <a:lnTo>
                  <a:pt x="244358" y="73781"/>
                </a:lnTo>
                <a:lnTo>
                  <a:pt x="244358" y="86481"/>
                </a:lnTo>
                <a:lnTo>
                  <a:pt x="244358" y="99181"/>
                </a:lnTo>
                <a:lnTo>
                  <a:pt x="263331" y="100216"/>
                </a:lnTo>
                <a:lnTo>
                  <a:pt x="320240" y="102721"/>
                </a:lnTo>
                <a:lnTo>
                  <a:pt x="377140" y="104443"/>
                </a:lnTo>
                <a:lnTo>
                  <a:pt x="434035" y="105529"/>
                </a:lnTo>
                <a:lnTo>
                  <a:pt x="490929" y="106125"/>
                </a:lnTo>
                <a:lnTo>
                  <a:pt x="547829" y="106378"/>
                </a:lnTo>
                <a:lnTo>
                  <a:pt x="604739" y="106435"/>
                </a:lnTo>
                <a:lnTo>
                  <a:pt x="623712" y="106436"/>
                </a:lnTo>
                <a:lnTo>
                  <a:pt x="623712" y="119133"/>
                </a:lnTo>
                <a:lnTo>
                  <a:pt x="623712" y="131835"/>
                </a:lnTo>
                <a:lnTo>
                  <a:pt x="623712" y="144538"/>
                </a:lnTo>
                <a:lnTo>
                  <a:pt x="623712" y="157238"/>
                </a:lnTo>
                <a:lnTo>
                  <a:pt x="566798" y="160123"/>
                </a:lnTo>
                <a:lnTo>
                  <a:pt x="509895" y="162149"/>
                </a:lnTo>
                <a:lnTo>
                  <a:pt x="452999" y="163470"/>
                </a:lnTo>
                <a:lnTo>
                  <a:pt x="396105" y="164235"/>
                </a:lnTo>
                <a:lnTo>
                  <a:pt x="339208" y="164597"/>
                </a:lnTo>
                <a:lnTo>
                  <a:pt x="282302" y="164706"/>
                </a:lnTo>
                <a:lnTo>
                  <a:pt x="244358" y="164713"/>
                </a:lnTo>
                <a:lnTo>
                  <a:pt x="244358" y="177416"/>
                </a:lnTo>
                <a:lnTo>
                  <a:pt x="244358" y="190114"/>
                </a:lnTo>
                <a:lnTo>
                  <a:pt x="244358" y="202811"/>
                </a:lnTo>
                <a:lnTo>
                  <a:pt x="244358" y="215511"/>
                </a:lnTo>
                <a:lnTo>
                  <a:pt x="286424" y="217026"/>
                </a:lnTo>
                <a:lnTo>
                  <a:pt x="328496" y="218239"/>
                </a:lnTo>
                <a:lnTo>
                  <a:pt x="370574" y="219184"/>
                </a:lnTo>
                <a:lnTo>
                  <a:pt x="412658" y="219894"/>
                </a:lnTo>
                <a:lnTo>
                  <a:pt x="454746" y="220403"/>
                </a:lnTo>
                <a:lnTo>
                  <a:pt x="496837" y="220744"/>
                </a:lnTo>
                <a:lnTo>
                  <a:pt x="538932" y="220950"/>
                </a:lnTo>
                <a:lnTo>
                  <a:pt x="581029" y="221057"/>
                </a:lnTo>
                <a:lnTo>
                  <a:pt x="623127" y="221096"/>
                </a:lnTo>
                <a:lnTo>
                  <a:pt x="665225" y="221101"/>
                </a:lnTo>
                <a:lnTo>
                  <a:pt x="665225" y="233822"/>
                </a:lnTo>
                <a:lnTo>
                  <a:pt x="665225" y="246540"/>
                </a:lnTo>
                <a:lnTo>
                  <a:pt x="665225" y="259250"/>
                </a:lnTo>
                <a:lnTo>
                  <a:pt x="665225" y="271941"/>
                </a:lnTo>
                <a:lnTo>
                  <a:pt x="665225" y="284606"/>
                </a:lnTo>
                <a:lnTo>
                  <a:pt x="631964" y="284769"/>
                </a:lnTo>
                <a:lnTo>
                  <a:pt x="565442" y="285047"/>
                </a:lnTo>
                <a:lnTo>
                  <a:pt x="498919" y="285267"/>
                </a:lnTo>
                <a:lnTo>
                  <a:pt x="432396" y="285436"/>
                </a:lnTo>
                <a:lnTo>
                  <a:pt x="365874" y="285559"/>
                </a:lnTo>
                <a:lnTo>
                  <a:pt x="299351" y="285645"/>
                </a:lnTo>
                <a:lnTo>
                  <a:pt x="232829" y="285700"/>
                </a:lnTo>
                <a:lnTo>
                  <a:pt x="166306" y="285732"/>
                </a:lnTo>
                <a:lnTo>
                  <a:pt x="99783" y="285746"/>
                </a:lnTo>
                <a:lnTo>
                  <a:pt x="33261" y="285749"/>
                </a:lnTo>
                <a:lnTo>
                  <a:pt x="0" y="285749"/>
                </a:lnTo>
                <a:lnTo>
                  <a:pt x="0" y="271462"/>
                </a:lnTo>
                <a:lnTo>
                  <a:pt x="0" y="257174"/>
                </a:lnTo>
                <a:lnTo>
                  <a:pt x="0" y="242887"/>
                </a:lnTo>
                <a:lnTo>
                  <a:pt x="0" y="228599"/>
                </a:lnTo>
                <a:lnTo>
                  <a:pt x="0" y="214312"/>
                </a:lnTo>
                <a:lnTo>
                  <a:pt x="0" y="200024"/>
                </a:lnTo>
                <a:lnTo>
                  <a:pt x="0" y="185737"/>
                </a:lnTo>
                <a:lnTo>
                  <a:pt x="0" y="171449"/>
                </a:lnTo>
                <a:lnTo>
                  <a:pt x="0" y="157162"/>
                </a:lnTo>
                <a:lnTo>
                  <a:pt x="0" y="142874"/>
                </a:lnTo>
                <a:lnTo>
                  <a:pt x="0" y="128587"/>
                </a:lnTo>
                <a:lnTo>
                  <a:pt x="0" y="114299"/>
                </a:lnTo>
                <a:lnTo>
                  <a:pt x="0" y="100012"/>
                </a:lnTo>
                <a:lnTo>
                  <a:pt x="0" y="85724"/>
                </a:lnTo>
                <a:lnTo>
                  <a:pt x="0" y="71437"/>
                </a:lnTo>
                <a:lnTo>
                  <a:pt x="0" y="57149"/>
                </a:lnTo>
                <a:lnTo>
                  <a:pt x="0" y="42862"/>
                </a:lnTo>
                <a:lnTo>
                  <a:pt x="0" y="28574"/>
                </a:lnTo>
                <a:lnTo>
                  <a:pt x="0" y="14287"/>
                </a:lnTo>
                <a:lnTo>
                  <a:pt x="0" y="0"/>
                </a:lnTo>
                <a:close/>
              </a:path>
            </a:pathLst>
          </a:custGeom>
          <a:ln w="9143">
            <a:solidFill>
              <a:srgbClr val="000000"/>
            </a:solidFill>
          </a:ln>
        </p:spPr>
        <p:txBody>
          <a:bodyPr wrap="square" lIns="0" tIns="0" rIns="0" bIns="0" rtlCol="0"/>
          <a:lstStyle/>
          <a:p>
            <a:endParaRPr/>
          </a:p>
        </p:txBody>
      </p:sp>
      <p:sp>
        <p:nvSpPr>
          <p:cNvPr id="84" name="object 84"/>
          <p:cNvSpPr/>
          <p:nvPr/>
        </p:nvSpPr>
        <p:spPr>
          <a:xfrm>
            <a:off x="3973067" y="4596384"/>
            <a:ext cx="1073658" cy="381762"/>
          </a:xfrm>
          <a:prstGeom prst="rect">
            <a:avLst/>
          </a:prstGeom>
          <a:blipFill>
            <a:blip r:embed="rId3" cstate="print"/>
            <a:stretch>
              <a:fillRect/>
            </a:stretch>
          </a:blipFill>
        </p:spPr>
        <p:txBody>
          <a:bodyPr wrap="square" lIns="0" tIns="0" rIns="0" bIns="0" rtlCol="0"/>
          <a:lstStyle/>
          <a:p>
            <a:endParaRPr/>
          </a:p>
        </p:txBody>
      </p:sp>
      <p:sp>
        <p:nvSpPr>
          <p:cNvPr id="85" name="object 85"/>
          <p:cNvSpPr/>
          <p:nvPr/>
        </p:nvSpPr>
        <p:spPr>
          <a:xfrm>
            <a:off x="3949696" y="4572000"/>
            <a:ext cx="1073785" cy="381000"/>
          </a:xfrm>
          <a:custGeom>
            <a:avLst/>
            <a:gdLst/>
            <a:ahLst/>
            <a:cxnLst/>
            <a:rect l="l" t="t" r="r" b="b"/>
            <a:pathLst>
              <a:path w="1073785" h="381000">
                <a:moveTo>
                  <a:pt x="896028" y="60921"/>
                </a:moveTo>
                <a:lnTo>
                  <a:pt x="849906" y="81582"/>
                </a:lnTo>
                <a:lnTo>
                  <a:pt x="833726" y="124074"/>
                </a:lnTo>
                <a:lnTo>
                  <a:pt x="832737" y="156572"/>
                </a:lnTo>
                <a:lnTo>
                  <a:pt x="832742" y="206481"/>
                </a:lnTo>
                <a:lnTo>
                  <a:pt x="832769" y="296495"/>
                </a:lnTo>
                <a:lnTo>
                  <a:pt x="836617" y="335115"/>
                </a:lnTo>
                <a:lnTo>
                  <a:pt x="869327" y="373392"/>
                </a:lnTo>
                <a:lnTo>
                  <a:pt x="907919" y="380945"/>
                </a:lnTo>
                <a:lnTo>
                  <a:pt x="919254" y="379746"/>
                </a:lnTo>
                <a:lnTo>
                  <a:pt x="931416" y="376657"/>
                </a:lnTo>
                <a:lnTo>
                  <a:pt x="945277" y="371255"/>
                </a:lnTo>
                <a:lnTo>
                  <a:pt x="955989" y="363461"/>
                </a:lnTo>
                <a:lnTo>
                  <a:pt x="962918" y="353817"/>
                </a:lnTo>
                <a:lnTo>
                  <a:pt x="1073153" y="353817"/>
                </a:lnTo>
                <a:lnTo>
                  <a:pt x="1073134" y="318647"/>
                </a:lnTo>
                <a:lnTo>
                  <a:pt x="948561" y="318647"/>
                </a:lnTo>
                <a:lnTo>
                  <a:pt x="946275" y="317372"/>
                </a:lnTo>
                <a:lnTo>
                  <a:pt x="944521" y="313566"/>
                </a:lnTo>
                <a:lnTo>
                  <a:pt x="943358" y="304673"/>
                </a:lnTo>
                <a:lnTo>
                  <a:pt x="942984" y="285748"/>
                </a:lnTo>
                <a:lnTo>
                  <a:pt x="942984" y="135005"/>
                </a:lnTo>
                <a:lnTo>
                  <a:pt x="943624" y="128396"/>
                </a:lnTo>
                <a:lnTo>
                  <a:pt x="945026" y="126110"/>
                </a:lnTo>
                <a:lnTo>
                  <a:pt x="946397" y="123956"/>
                </a:lnTo>
                <a:lnTo>
                  <a:pt x="948958" y="122813"/>
                </a:lnTo>
                <a:lnTo>
                  <a:pt x="1070522" y="122813"/>
                </a:lnTo>
                <a:lnTo>
                  <a:pt x="1070194" y="112417"/>
                </a:lnTo>
                <a:lnTo>
                  <a:pt x="1069520" y="93842"/>
                </a:lnTo>
                <a:lnTo>
                  <a:pt x="1068929" y="79594"/>
                </a:lnTo>
                <a:lnTo>
                  <a:pt x="959921" y="79594"/>
                </a:lnTo>
                <a:lnTo>
                  <a:pt x="951235" y="72112"/>
                </a:lnTo>
                <a:lnTo>
                  <a:pt x="935840" y="64875"/>
                </a:lnTo>
                <a:lnTo>
                  <a:pt x="925430" y="62450"/>
                </a:lnTo>
                <a:lnTo>
                  <a:pt x="912571" y="61117"/>
                </a:lnTo>
                <a:lnTo>
                  <a:pt x="896028" y="60921"/>
                </a:lnTo>
                <a:close/>
              </a:path>
              <a:path w="1073785" h="381000">
                <a:moveTo>
                  <a:pt x="1073153" y="353817"/>
                </a:moveTo>
                <a:lnTo>
                  <a:pt x="962918" y="353817"/>
                </a:lnTo>
                <a:lnTo>
                  <a:pt x="962918" y="368177"/>
                </a:lnTo>
                <a:lnTo>
                  <a:pt x="971554" y="375416"/>
                </a:lnTo>
                <a:lnTo>
                  <a:pt x="1073164" y="375416"/>
                </a:lnTo>
                <a:lnTo>
                  <a:pt x="1073153" y="353817"/>
                </a:lnTo>
                <a:close/>
              </a:path>
              <a:path w="1073785" h="381000">
                <a:moveTo>
                  <a:pt x="1070522" y="122813"/>
                </a:moveTo>
                <a:lnTo>
                  <a:pt x="956578" y="122813"/>
                </a:lnTo>
                <a:lnTo>
                  <a:pt x="959351" y="124074"/>
                </a:lnTo>
                <a:lnTo>
                  <a:pt x="962156" y="129408"/>
                </a:lnTo>
                <a:lnTo>
                  <a:pt x="962918" y="135767"/>
                </a:lnTo>
                <a:lnTo>
                  <a:pt x="962915" y="193440"/>
                </a:lnTo>
                <a:lnTo>
                  <a:pt x="962886" y="290635"/>
                </a:lnTo>
                <a:lnTo>
                  <a:pt x="962203" y="306078"/>
                </a:lnTo>
                <a:lnTo>
                  <a:pt x="960632" y="313943"/>
                </a:lnTo>
                <a:lnTo>
                  <a:pt x="958986" y="317123"/>
                </a:lnTo>
                <a:lnTo>
                  <a:pt x="956181" y="318647"/>
                </a:lnTo>
                <a:lnTo>
                  <a:pt x="1073134" y="318647"/>
                </a:lnTo>
                <a:lnTo>
                  <a:pt x="1072931" y="262801"/>
                </a:lnTo>
                <a:lnTo>
                  <a:pt x="1072377" y="206481"/>
                </a:lnTo>
                <a:lnTo>
                  <a:pt x="1071298" y="150160"/>
                </a:lnTo>
                <a:lnTo>
                  <a:pt x="1070792" y="131387"/>
                </a:lnTo>
                <a:lnTo>
                  <a:pt x="1070522" y="122813"/>
                </a:lnTo>
                <a:close/>
              </a:path>
              <a:path w="1073785" h="381000">
                <a:moveTo>
                  <a:pt x="1064527" y="0"/>
                </a:moveTo>
                <a:lnTo>
                  <a:pt x="962918" y="0"/>
                </a:lnTo>
                <a:lnTo>
                  <a:pt x="962893" y="17184"/>
                </a:lnTo>
                <a:lnTo>
                  <a:pt x="962775" y="30520"/>
                </a:lnTo>
                <a:lnTo>
                  <a:pt x="962492" y="43559"/>
                </a:lnTo>
                <a:lnTo>
                  <a:pt x="961971" y="56171"/>
                </a:lnTo>
                <a:lnTo>
                  <a:pt x="961138" y="68226"/>
                </a:lnTo>
                <a:lnTo>
                  <a:pt x="959921" y="79594"/>
                </a:lnTo>
                <a:lnTo>
                  <a:pt x="1068929" y="79594"/>
                </a:lnTo>
                <a:lnTo>
                  <a:pt x="1068742" y="75071"/>
                </a:lnTo>
                <a:lnTo>
                  <a:pt x="1067853" y="56171"/>
                </a:lnTo>
                <a:lnTo>
                  <a:pt x="1066867" y="37533"/>
                </a:lnTo>
                <a:lnTo>
                  <a:pt x="1065759" y="18765"/>
                </a:lnTo>
                <a:lnTo>
                  <a:pt x="1064527" y="0"/>
                </a:lnTo>
                <a:close/>
              </a:path>
              <a:path w="1073785" h="381000">
                <a:moveTo>
                  <a:pt x="682258" y="60447"/>
                </a:moveTo>
                <a:lnTo>
                  <a:pt x="636015" y="67354"/>
                </a:lnTo>
                <a:lnTo>
                  <a:pt x="599775" y="84885"/>
                </a:lnTo>
                <a:lnTo>
                  <a:pt x="575666" y="116972"/>
                </a:lnTo>
                <a:lnTo>
                  <a:pt x="566924" y="165676"/>
                </a:lnTo>
                <a:lnTo>
                  <a:pt x="566556" y="182742"/>
                </a:lnTo>
                <a:lnTo>
                  <a:pt x="566567" y="204842"/>
                </a:lnTo>
                <a:lnTo>
                  <a:pt x="566664" y="257706"/>
                </a:lnTo>
                <a:lnTo>
                  <a:pt x="568990" y="297781"/>
                </a:lnTo>
                <a:lnTo>
                  <a:pt x="587661" y="342474"/>
                </a:lnTo>
                <a:lnTo>
                  <a:pt x="620100" y="367667"/>
                </a:lnTo>
                <a:lnTo>
                  <a:pt x="667640" y="379714"/>
                </a:lnTo>
                <a:lnTo>
                  <a:pt x="697860" y="380849"/>
                </a:lnTo>
                <a:lnTo>
                  <a:pt x="711415" y="379914"/>
                </a:lnTo>
                <a:lnTo>
                  <a:pt x="757483" y="366528"/>
                </a:lnTo>
                <a:lnTo>
                  <a:pt x="787145" y="340385"/>
                </a:lnTo>
                <a:lnTo>
                  <a:pt x="799547" y="318647"/>
                </a:lnTo>
                <a:lnTo>
                  <a:pt x="683264" y="318647"/>
                </a:lnTo>
                <a:lnTo>
                  <a:pt x="680612" y="317372"/>
                </a:lnTo>
                <a:lnTo>
                  <a:pt x="678164" y="311745"/>
                </a:lnTo>
                <a:lnTo>
                  <a:pt x="677222" y="301501"/>
                </a:lnTo>
                <a:lnTo>
                  <a:pt x="676934" y="281533"/>
                </a:lnTo>
                <a:lnTo>
                  <a:pt x="677048" y="268865"/>
                </a:lnTo>
                <a:lnTo>
                  <a:pt x="677404" y="256183"/>
                </a:lnTo>
                <a:lnTo>
                  <a:pt x="678139" y="243482"/>
                </a:lnTo>
                <a:lnTo>
                  <a:pt x="679392" y="230754"/>
                </a:lnTo>
                <a:lnTo>
                  <a:pt x="730117" y="230487"/>
                </a:lnTo>
                <a:lnTo>
                  <a:pt x="755513" y="229894"/>
                </a:lnTo>
                <a:lnTo>
                  <a:pt x="768217" y="229406"/>
                </a:lnTo>
                <a:lnTo>
                  <a:pt x="780924" y="228762"/>
                </a:lnTo>
                <a:lnTo>
                  <a:pt x="793632" y="227940"/>
                </a:lnTo>
                <a:lnTo>
                  <a:pt x="806342" y="226918"/>
                </a:lnTo>
                <a:lnTo>
                  <a:pt x="806311" y="204842"/>
                </a:lnTo>
                <a:lnTo>
                  <a:pt x="806254" y="191366"/>
                </a:lnTo>
                <a:lnTo>
                  <a:pt x="806151" y="175177"/>
                </a:lnTo>
                <a:lnTo>
                  <a:pt x="805989" y="172592"/>
                </a:lnTo>
                <a:lnTo>
                  <a:pt x="676924" y="172592"/>
                </a:lnTo>
                <a:lnTo>
                  <a:pt x="676943" y="149886"/>
                </a:lnTo>
                <a:lnTo>
                  <a:pt x="677408" y="134126"/>
                </a:lnTo>
                <a:lnTo>
                  <a:pt x="678570" y="126623"/>
                </a:lnTo>
                <a:lnTo>
                  <a:pt x="679575" y="124074"/>
                </a:lnTo>
                <a:lnTo>
                  <a:pt x="682380" y="122813"/>
                </a:lnTo>
                <a:lnTo>
                  <a:pt x="797160" y="122813"/>
                </a:lnTo>
                <a:lnTo>
                  <a:pt x="793847" y="114534"/>
                </a:lnTo>
                <a:lnTo>
                  <a:pt x="760523" y="79987"/>
                </a:lnTo>
                <a:lnTo>
                  <a:pt x="723178" y="64520"/>
                </a:lnTo>
                <a:lnTo>
                  <a:pt x="696760" y="60899"/>
                </a:lnTo>
                <a:lnTo>
                  <a:pt x="682258" y="60447"/>
                </a:lnTo>
                <a:close/>
              </a:path>
              <a:path w="1073785" h="381000">
                <a:moveTo>
                  <a:pt x="802282" y="240923"/>
                </a:moveTo>
                <a:lnTo>
                  <a:pt x="751712" y="242163"/>
                </a:lnTo>
                <a:lnTo>
                  <a:pt x="713719" y="246955"/>
                </a:lnTo>
                <a:lnTo>
                  <a:pt x="701017" y="288522"/>
                </a:lnTo>
                <a:lnTo>
                  <a:pt x="700223" y="303829"/>
                </a:lnTo>
                <a:lnTo>
                  <a:pt x="698138" y="312669"/>
                </a:lnTo>
                <a:lnTo>
                  <a:pt x="696218" y="316742"/>
                </a:lnTo>
                <a:lnTo>
                  <a:pt x="692529" y="318647"/>
                </a:lnTo>
                <a:lnTo>
                  <a:pt x="799547" y="318647"/>
                </a:lnTo>
                <a:lnTo>
                  <a:pt x="803501" y="306042"/>
                </a:lnTo>
                <a:lnTo>
                  <a:pt x="805069" y="295090"/>
                </a:lnTo>
                <a:lnTo>
                  <a:pt x="806021" y="281835"/>
                </a:lnTo>
                <a:lnTo>
                  <a:pt x="806341" y="266044"/>
                </a:lnTo>
                <a:lnTo>
                  <a:pt x="805733" y="253477"/>
                </a:lnTo>
                <a:lnTo>
                  <a:pt x="802282" y="240923"/>
                </a:lnTo>
                <a:close/>
              </a:path>
              <a:path w="1073785" h="381000">
                <a:moveTo>
                  <a:pt x="797160" y="122813"/>
                </a:moveTo>
                <a:lnTo>
                  <a:pt x="690122" y="122813"/>
                </a:lnTo>
                <a:lnTo>
                  <a:pt x="692408" y="124455"/>
                </a:lnTo>
                <a:lnTo>
                  <a:pt x="694095" y="128627"/>
                </a:lnTo>
                <a:lnTo>
                  <a:pt x="695389" y="138174"/>
                </a:lnTo>
                <a:lnTo>
                  <a:pt x="695852" y="155198"/>
                </a:lnTo>
                <a:lnTo>
                  <a:pt x="695852" y="172592"/>
                </a:lnTo>
                <a:lnTo>
                  <a:pt x="805989" y="172592"/>
                </a:lnTo>
                <a:lnTo>
                  <a:pt x="805265" y="161044"/>
                </a:lnTo>
                <a:lnTo>
                  <a:pt x="803625" y="147978"/>
                </a:lnTo>
                <a:lnTo>
                  <a:pt x="801198" y="135914"/>
                </a:lnTo>
                <a:lnTo>
                  <a:pt x="797950" y="124788"/>
                </a:lnTo>
                <a:lnTo>
                  <a:pt x="797160" y="122813"/>
                </a:lnTo>
                <a:close/>
              </a:path>
              <a:path w="1073785" h="381000">
                <a:moveTo>
                  <a:pt x="531764" y="275507"/>
                </a:moveTo>
                <a:lnTo>
                  <a:pt x="436019" y="275507"/>
                </a:lnTo>
                <a:lnTo>
                  <a:pt x="436926" y="285429"/>
                </a:lnTo>
                <a:lnTo>
                  <a:pt x="445489" y="332438"/>
                </a:lnTo>
                <a:lnTo>
                  <a:pt x="458544" y="375416"/>
                </a:lnTo>
                <a:lnTo>
                  <a:pt x="560148" y="375187"/>
                </a:lnTo>
                <a:lnTo>
                  <a:pt x="556722" y="363685"/>
                </a:lnTo>
                <a:lnTo>
                  <a:pt x="553300" y="352156"/>
                </a:lnTo>
                <a:lnTo>
                  <a:pt x="539776" y="305299"/>
                </a:lnTo>
                <a:lnTo>
                  <a:pt x="533213" y="281100"/>
                </a:lnTo>
                <a:lnTo>
                  <a:pt x="531764" y="275507"/>
                </a:lnTo>
                <a:close/>
              </a:path>
              <a:path w="1073785" h="381000">
                <a:moveTo>
                  <a:pt x="414779" y="66044"/>
                </a:moveTo>
                <a:lnTo>
                  <a:pt x="325886" y="66044"/>
                </a:lnTo>
                <a:lnTo>
                  <a:pt x="358107" y="177498"/>
                </a:lnTo>
                <a:lnTo>
                  <a:pt x="368640" y="214138"/>
                </a:lnTo>
                <a:lnTo>
                  <a:pt x="358887" y="251385"/>
                </a:lnTo>
                <a:lnTo>
                  <a:pt x="349652" y="288621"/>
                </a:lnTo>
                <a:lnTo>
                  <a:pt x="339122" y="338236"/>
                </a:lnTo>
                <a:lnTo>
                  <a:pt x="333295" y="375409"/>
                </a:lnTo>
                <a:lnTo>
                  <a:pt x="345506" y="375292"/>
                </a:lnTo>
                <a:lnTo>
                  <a:pt x="395451" y="370189"/>
                </a:lnTo>
                <a:lnTo>
                  <a:pt x="426984" y="336374"/>
                </a:lnTo>
                <a:lnTo>
                  <a:pt x="434695" y="287106"/>
                </a:lnTo>
                <a:lnTo>
                  <a:pt x="436019" y="275507"/>
                </a:lnTo>
                <a:lnTo>
                  <a:pt x="531764" y="275507"/>
                </a:lnTo>
                <a:lnTo>
                  <a:pt x="520770" y="230236"/>
                </a:lnTo>
                <a:lnTo>
                  <a:pt x="515002" y="203199"/>
                </a:lnTo>
                <a:lnTo>
                  <a:pt x="518327" y="190720"/>
                </a:lnTo>
                <a:lnTo>
                  <a:pt x="521573" y="178241"/>
                </a:lnTo>
                <a:lnTo>
                  <a:pt x="524005" y="168533"/>
                </a:lnTo>
                <a:lnTo>
                  <a:pt x="437381" y="168533"/>
                </a:lnTo>
                <a:lnTo>
                  <a:pt x="437362" y="166375"/>
                </a:lnTo>
                <a:lnTo>
                  <a:pt x="428771" y="118821"/>
                </a:lnTo>
                <a:lnTo>
                  <a:pt x="420282" y="85657"/>
                </a:lnTo>
                <a:lnTo>
                  <a:pt x="414779" y="66044"/>
                </a:lnTo>
                <a:close/>
              </a:path>
              <a:path w="1073785" h="381000">
                <a:moveTo>
                  <a:pt x="540722" y="66055"/>
                </a:moveTo>
                <a:lnTo>
                  <a:pt x="490604" y="67951"/>
                </a:lnTo>
                <a:lnTo>
                  <a:pt x="451902" y="74030"/>
                </a:lnTo>
                <a:lnTo>
                  <a:pt x="443423" y="121295"/>
                </a:lnTo>
                <a:lnTo>
                  <a:pt x="437381" y="168533"/>
                </a:lnTo>
                <a:lnTo>
                  <a:pt x="524005" y="168533"/>
                </a:lnTo>
                <a:lnTo>
                  <a:pt x="532971" y="128342"/>
                </a:lnTo>
                <a:lnTo>
                  <a:pt x="539958" y="78502"/>
                </a:lnTo>
                <a:lnTo>
                  <a:pt x="540722" y="66055"/>
                </a:lnTo>
                <a:close/>
              </a:path>
              <a:path w="1073785" h="381000">
                <a:moveTo>
                  <a:pt x="306093" y="66044"/>
                </a:moveTo>
                <a:lnTo>
                  <a:pt x="204478" y="66044"/>
                </a:lnTo>
                <a:lnTo>
                  <a:pt x="204498" y="96980"/>
                </a:lnTo>
                <a:lnTo>
                  <a:pt x="204517" y="112448"/>
                </a:lnTo>
                <a:lnTo>
                  <a:pt x="204793" y="158852"/>
                </a:lnTo>
                <a:lnTo>
                  <a:pt x="205543" y="205257"/>
                </a:lnTo>
                <a:lnTo>
                  <a:pt x="207003" y="251662"/>
                </a:lnTo>
                <a:lnTo>
                  <a:pt x="209409" y="298069"/>
                </a:lnTo>
                <a:lnTo>
                  <a:pt x="213000" y="344476"/>
                </a:lnTo>
                <a:lnTo>
                  <a:pt x="317747" y="375416"/>
                </a:lnTo>
                <a:lnTo>
                  <a:pt x="317727" y="344476"/>
                </a:lnTo>
                <a:lnTo>
                  <a:pt x="317565" y="298069"/>
                </a:lnTo>
                <a:lnTo>
                  <a:pt x="317002" y="251662"/>
                </a:lnTo>
                <a:lnTo>
                  <a:pt x="315808" y="205257"/>
                </a:lnTo>
                <a:lnTo>
                  <a:pt x="313750" y="158852"/>
                </a:lnTo>
                <a:lnTo>
                  <a:pt x="310590" y="112448"/>
                </a:lnTo>
                <a:lnTo>
                  <a:pt x="306093" y="66044"/>
                </a:lnTo>
                <a:close/>
              </a:path>
              <a:path w="1073785" h="381000">
                <a:moveTo>
                  <a:pt x="306093" y="0"/>
                </a:moveTo>
                <a:lnTo>
                  <a:pt x="204478" y="0"/>
                </a:lnTo>
                <a:lnTo>
                  <a:pt x="204502" y="7290"/>
                </a:lnTo>
                <a:lnTo>
                  <a:pt x="204969" y="19723"/>
                </a:lnTo>
                <a:lnTo>
                  <a:pt x="206607" y="32143"/>
                </a:lnTo>
                <a:lnTo>
                  <a:pt x="210155" y="44567"/>
                </a:lnTo>
                <a:lnTo>
                  <a:pt x="216354" y="57010"/>
                </a:lnTo>
                <a:lnTo>
                  <a:pt x="241731" y="56761"/>
                </a:lnTo>
                <a:lnTo>
                  <a:pt x="292413" y="53624"/>
                </a:lnTo>
                <a:lnTo>
                  <a:pt x="317723" y="49760"/>
                </a:lnTo>
                <a:lnTo>
                  <a:pt x="317267" y="37319"/>
                </a:lnTo>
                <a:lnTo>
                  <a:pt x="315661" y="24889"/>
                </a:lnTo>
                <a:lnTo>
                  <a:pt x="312179" y="12455"/>
                </a:lnTo>
                <a:lnTo>
                  <a:pt x="306093" y="0"/>
                </a:lnTo>
                <a:close/>
              </a:path>
              <a:path w="1073785" h="381000">
                <a:moveTo>
                  <a:pt x="177801" y="0"/>
                </a:moveTo>
                <a:lnTo>
                  <a:pt x="0" y="0"/>
                </a:lnTo>
                <a:lnTo>
                  <a:pt x="7" y="95230"/>
                </a:lnTo>
                <a:lnTo>
                  <a:pt x="37" y="193664"/>
                </a:lnTo>
                <a:lnTo>
                  <a:pt x="67" y="234459"/>
                </a:lnTo>
                <a:lnTo>
                  <a:pt x="113" y="281573"/>
                </a:lnTo>
                <a:lnTo>
                  <a:pt x="196" y="337883"/>
                </a:lnTo>
                <a:lnTo>
                  <a:pt x="269" y="375416"/>
                </a:lnTo>
                <a:lnTo>
                  <a:pt x="76454" y="375036"/>
                </a:lnTo>
                <a:lnTo>
                  <a:pt x="114562" y="374140"/>
                </a:lnTo>
                <a:lnTo>
                  <a:pt x="114580" y="337883"/>
                </a:lnTo>
                <a:lnTo>
                  <a:pt x="114610" y="319114"/>
                </a:lnTo>
                <a:lnTo>
                  <a:pt x="114845" y="272584"/>
                </a:lnTo>
                <a:lnTo>
                  <a:pt x="115290" y="234459"/>
                </a:lnTo>
                <a:lnTo>
                  <a:pt x="128191" y="221716"/>
                </a:lnTo>
                <a:lnTo>
                  <a:pt x="140879" y="221558"/>
                </a:lnTo>
                <a:lnTo>
                  <a:pt x="153569" y="221145"/>
                </a:lnTo>
                <a:lnTo>
                  <a:pt x="166259" y="220353"/>
                </a:lnTo>
                <a:lnTo>
                  <a:pt x="178951" y="219059"/>
                </a:lnTo>
                <a:lnTo>
                  <a:pt x="178939" y="206361"/>
                </a:lnTo>
                <a:lnTo>
                  <a:pt x="178008" y="155572"/>
                </a:lnTo>
                <a:lnTo>
                  <a:pt x="164794" y="142769"/>
                </a:lnTo>
                <a:lnTo>
                  <a:pt x="152236" y="142164"/>
                </a:lnTo>
                <a:lnTo>
                  <a:pt x="139683" y="140616"/>
                </a:lnTo>
                <a:lnTo>
                  <a:pt x="127138" y="137683"/>
                </a:lnTo>
                <a:lnTo>
                  <a:pt x="114602" y="132920"/>
                </a:lnTo>
                <a:lnTo>
                  <a:pt x="115028" y="120359"/>
                </a:lnTo>
                <a:lnTo>
                  <a:pt x="116323" y="107795"/>
                </a:lnTo>
                <a:lnTo>
                  <a:pt x="118974" y="95230"/>
                </a:lnTo>
                <a:lnTo>
                  <a:pt x="123465" y="82663"/>
                </a:lnTo>
                <a:lnTo>
                  <a:pt x="136108" y="82492"/>
                </a:lnTo>
                <a:lnTo>
                  <a:pt x="148759" y="81939"/>
                </a:lnTo>
                <a:lnTo>
                  <a:pt x="161410" y="80783"/>
                </a:lnTo>
                <a:lnTo>
                  <a:pt x="174055" y="78798"/>
                </a:lnTo>
                <a:lnTo>
                  <a:pt x="186684" y="75762"/>
                </a:lnTo>
                <a:lnTo>
                  <a:pt x="186572" y="63134"/>
                </a:lnTo>
                <a:lnTo>
                  <a:pt x="186166" y="50508"/>
                </a:lnTo>
                <a:lnTo>
                  <a:pt x="185276" y="37881"/>
                </a:lnTo>
                <a:lnTo>
                  <a:pt x="183711" y="25255"/>
                </a:lnTo>
                <a:lnTo>
                  <a:pt x="181283" y="12628"/>
                </a:lnTo>
                <a:lnTo>
                  <a:pt x="177801" y="0"/>
                </a:lnTo>
                <a:close/>
              </a:path>
            </a:pathLst>
          </a:custGeom>
          <a:solidFill>
            <a:srgbClr val="000000"/>
          </a:solidFill>
        </p:spPr>
        <p:txBody>
          <a:bodyPr wrap="square" lIns="0" tIns="0" rIns="0" bIns="0" rtlCol="0"/>
          <a:lstStyle/>
          <a:p>
            <a:endParaRPr/>
          </a:p>
        </p:txBody>
      </p:sp>
      <p:sp>
        <p:nvSpPr>
          <p:cNvPr id="86" name="object 86"/>
          <p:cNvSpPr/>
          <p:nvPr/>
        </p:nvSpPr>
        <p:spPr>
          <a:xfrm>
            <a:off x="6533389" y="4596384"/>
            <a:ext cx="1402841" cy="381762"/>
          </a:xfrm>
          <a:prstGeom prst="rect">
            <a:avLst/>
          </a:prstGeom>
          <a:blipFill>
            <a:blip r:embed="rId4" cstate="print"/>
            <a:stretch>
              <a:fillRect/>
            </a:stretch>
          </a:blipFill>
        </p:spPr>
        <p:txBody>
          <a:bodyPr wrap="square" lIns="0" tIns="0" rIns="0" bIns="0" rtlCol="0"/>
          <a:lstStyle/>
          <a:p>
            <a:endParaRPr/>
          </a:p>
        </p:txBody>
      </p:sp>
      <p:sp>
        <p:nvSpPr>
          <p:cNvPr id="87" name="object 87"/>
          <p:cNvSpPr/>
          <p:nvPr/>
        </p:nvSpPr>
        <p:spPr>
          <a:xfrm>
            <a:off x="6508761" y="4572001"/>
            <a:ext cx="1403329" cy="380973"/>
          </a:xfrm>
          <a:prstGeom prst="rect">
            <a:avLst/>
          </a:prstGeom>
          <a:blipFill>
            <a:blip r:embed="rId5" cstate="print"/>
            <a:stretch>
              <a:fillRect/>
            </a:stretch>
          </a:blipFill>
        </p:spPr>
        <p:txBody>
          <a:bodyPr wrap="square" lIns="0" tIns="0" rIns="0" bIns="0" rtlCol="0"/>
          <a:lstStyle/>
          <a:p>
            <a:endParaRPr/>
          </a:p>
        </p:txBody>
      </p:sp>
      <p:sp>
        <p:nvSpPr>
          <p:cNvPr id="88" name="object 88"/>
          <p:cNvSpPr txBox="1"/>
          <p:nvPr/>
        </p:nvSpPr>
        <p:spPr>
          <a:xfrm>
            <a:off x="2660398" y="5197653"/>
            <a:ext cx="7115809" cy="861774"/>
          </a:xfrm>
          <a:prstGeom prst="rect">
            <a:avLst/>
          </a:prstGeom>
        </p:spPr>
        <p:txBody>
          <a:bodyPr vert="horz" wrap="square" lIns="0" tIns="0" rIns="0" bIns="0" rtlCol="0">
            <a:spAutoFit/>
          </a:bodyPr>
          <a:lstStyle/>
          <a:p>
            <a:pPr algn="ctr">
              <a:lnSpc>
                <a:spcPct val="100000"/>
              </a:lnSpc>
            </a:pPr>
            <a:r>
              <a:rPr sz="2800" b="1" spc="-20" dirty="0">
                <a:latin typeface="Arial"/>
                <a:cs typeface="Arial"/>
              </a:rPr>
              <a:t>T</a:t>
            </a:r>
            <a:r>
              <a:rPr sz="2800" b="1" spc="-35" dirty="0">
                <a:latin typeface="Arial"/>
                <a:cs typeface="Arial"/>
              </a:rPr>
              <a:t>h</a:t>
            </a:r>
            <a:r>
              <a:rPr sz="2800" b="1" spc="-20" dirty="0">
                <a:latin typeface="Arial"/>
                <a:cs typeface="Arial"/>
              </a:rPr>
              <a:t>e</a:t>
            </a:r>
            <a:r>
              <a:rPr sz="2800" b="1" spc="90" dirty="0">
                <a:latin typeface="Times New Roman"/>
                <a:cs typeface="Times New Roman"/>
              </a:rPr>
              <a:t> </a:t>
            </a:r>
            <a:r>
              <a:rPr sz="2800" b="1" spc="-15" dirty="0">
                <a:latin typeface="Arial"/>
                <a:cs typeface="Arial"/>
              </a:rPr>
              <a:t>hi</a:t>
            </a:r>
            <a:r>
              <a:rPr sz="2800" b="1" spc="-30" dirty="0">
                <a:latin typeface="Arial"/>
                <a:cs typeface="Arial"/>
              </a:rPr>
              <a:t>g</a:t>
            </a:r>
            <a:r>
              <a:rPr sz="2800" b="1" spc="-15" dirty="0">
                <a:latin typeface="Arial"/>
                <a:cs typeface="Arial"/>
              </a:rPr>
              <a:t>her</a:t>
            </a:r>
            <a:r>
              <a:rPr sz="2800" b="1" spc="85" dirty="0">
                <a:latin typeface="Times New Roman"/>
                <a:cs typeface="Times New Roman"/>
              </a:rPr>
              <a:t> </a:t>
            </a:r>
            <a:r>
              <a:rPr sz="2800" b="1" spc="-15" dirty="0">
                <a:latin typeface="Arial"/>
                <a:cs typeface="Arial"/>
              </a:rPr>
              <a:t>in</a:t>
            </a:r>
            <a:r>
              <a:rPr sz="2800" b="1" spc="75" dirty="0">
                <a:latin typeface="Times New Roman"/>
                <a:cs typeface="Times New Roman"/>
              </a:rPr>
              <a:t> </a:t>
            </a:r>
            <a:r>
              <a:rPr sz="2800" b="1" spc="-15" dirty="0">
                <a:latin typeface="Arial"/>
                <a:cs typeface="Arial"/>
              </a:rPr>
              <a:t>the</a:t>
            </a:r>
            <a:r>
              <a:rPr sz="2800" b="1" spc="85" dirty="0">
                <a:latin typeface="Times New Roman"/>
                <a:cs typeface="Times New Roman"/>
              </a:rPr>
              <a:t> </a:t>
            </a:r>
            <a:r>
              <a:rPr sz="2800" b="1" spc="-15" dirty="0">
                <a:latin typeface="Arial"/>
                <a:cs typeface="Arial"/>
              </a:rPr>
              <a:t>hiera</a:t>
            </a:r>
            <a:r>
              <a:rPr sz="2800" b="1" spc="-10" dirty="0">
                <a:latin typeface="Arial"/>
                <a:cs typeface="Arial"/>
              </a:rPr>
              <a:t>r</a:t>
            </a:r>
            <a:r>
              <a:rPr sz="2800" b="1" spc="-25" dirty="0">
                <a:latin typeface="Arial"/>
                <a:cs typeface="Arial"/>
              </a:rPr>
              <a:t>ch</a:t>
            </a:r>
            <a:r>
              <a:rPr sz="2800" b="1" spc="-260" dirty="0">
                <a:latin typeface="Arial"/>
                <a:cs typeface="Arial"/>
              </a:rPr>
              <a:t>y</a:t>
            </a:r>
            <a:r>
              <a:rPr sz="2800" b="1" spc="-10" dirty="0">
                <a:latin typeface="Arial"/>
                <a:cs typeface="Arial"/>
              </a:rPr>
              <a:t>,</a:t>
            </a:r>
            <a:r>
              <a:rPr sz="2800" b="1" spc="110" dirty="0">
                <a:latin typeface="Times New Roman"/>
                <a:cs typeface="Times New Roman"/>
              </a:rPr>
              <a:t> </a:t>
            </a:r>
            <a:r>
              <a:rPr sz="2800" b="1" spc="-15" dirty="0">
                <a:latin typeface="Arial"/>
                <a:cs typeface="Arial"/>
              </a:rPr>
              <a:t>the</a:t>
            </a:r>
            <a:r>
              <a:rPr sz="2800" b="1" spc="75" dirty="0">
                <a:latin typeface="Times New Roman"/>
                <a:cs typeface="Times New Roman"/>
              </a:rPr>
              <a:t> </a:t>
            </a:r>
            <a:r>
              <a:rPr sz="2800" b="1" spc="-15" dirty="0">
                <a:latin typeface="Arial"/>
                <a:cs typeface="Arial"/>
              </a:rPr>
              <a:t>hig</a:t>
            </a:r>
            <a:r>
              <a:rPr sz="2800" b="1" spc="-35" dirty="0">
                <a:latin typeface="Arial"/>
                <a:cs typeface="Arial"/>
              </a:rPr>
              <a:t>h</a:t>
            </a:r>
            <a:r>
              <a:rPr sz="2800" b="1" spc="-25" dirty="0">
                <a:latin typeface="Arial"/>
                <a:cs typeface="Arial"/>
              </a:rPr>
              <a:t>e</a:t>
            </a:r>
            <a:r>
              <a:rPr sz="2800" b="1" spc="-15" dirty="0">
                <a:latin typeface="Arial"/>
                <a:cs typeface="Arial"/>
              </a:rPr>
              <a:t>r</a:t>
            </a:r>
            <a:r>
              <a:rPr sz="2800" b="1" spc="105" dirty="0">
                <a:latin typeface="Times New Roman"/>
                <a:cs typeface="Times New Roman"/>
              </a:rPr>
              <a:t> </a:t>
            </a:r>
            <a:r>
              <a:rPr sz="2800" b="1" spc="-15" dirty="0">
                <a:latin typeface="Arial"/>
                <a:cs typeface="Arial"/>
              </a:rPr>
              <a:t>the</a:t>
            </a:r>
            <a:endParaRPr sz="2800">
              <a:latin typeface="Arial"/>
              <a:cs typeface="Arial"/>
            </a:endParaRPr>
          </a:p>
          <a:p>
            <a:pPr marL="2540" algn="ctr"/>
            <a:r>
              <a:rPr sz="2800" b="1" spc="-25" dirty="0">
                <a:latin typeface="Arial"/>
                <a:cs typeface="Arial"/>
              </a:rPr>
              <a:t>v</a:t>
            </a:r>
            <a:r>
              <a:rPr sz="2800" b="1" spc="-15" dirty="0">
                <a:latin typeface="Arial"/>
                <a:cs typeface="Arial"/>
              </a:rPr>
              <a:t>ariabl</a:t>
            </a:r>
            <a:r>
              <a:rPr sz="2800" b="1" spc="-10" dirty="0">
                <a:latin typeface="Arial"/>
                <a:cs typeface="Arial"/>
              </a:rPr>
              <a:t>e</a:t>
            </a:r>
            <a:r>
              <a:rPr sz="2800" b="1" spc="-5" dirty="0">
                <a:latin typeface="Arial"/>
                <a:cs typeface="Arial"/>
              </a:rPr>
              <a:t>-t</a:t>
            </a:r>
            <a:r>
              <a:rPr sz="2800" b="1" spc="-25" dirty="0">
                <a:latin typeface="Arial"/>
                <a:cs typeface="Arial"/>
              </a:rPr>
              <a:t>o</a:t>
            </a:r>
            <a:r>
              <a:rPr sz="2800" b="1" spc="-5" dirty="0">
                <a:latin typeface="Arial"/>
                <a:cs typeface="Arial"/>
              </a:rPr>
              <a:t>-</a:t>
            </a:r>
            <a:r>
              <a:rPr sz="2800" b="1" spc="-10" dirty="0">
                <a:latin typeface="Arial"/>
                <a:cs typeface="Arial"/>
              </a:rPr>
              <a:t>fix</a:t>
            </a:r>
            <a:r>
              <a:rPr sz="2800" b="1" spc="-25" dirty="0">
                <a:latin typeface="Arial"/>
                <a:cs typeface="Arial"/>
              </a:rPr>
              <a:t>e</a:t>
            </a:r>
            <a:r>
              <a:rPr sz="2800" b="1" spc="-20" dirty="0">
                <a:latin typeface="Arial"/>
                <a:cs typeface="Arial"/>
              </a:rPr>
              <a:t>d</a:t>
            </a:r>
            <a:r>
              <a:rPr sz="2800" b="1" spc="105" dirty="0">
                <a:latin typeface="Times New Roman"/>
                <a:cs typeface="Times New Roman"/>
              </a:rPr>
              <a:t> </a:t>
            </a:r>
            <a:r>
              <a:rPr sz="2800" b="1" spc="-20" dirty="0">
                <a:latin typeface="Arial"/>
                <a:cs typeface="Arial"/>
              </a:rPr>
              <a:t>r</a:t>
            </a:r>
            <a:r>
              <a:rPr sz="2800" b="1" spc="-10" dirty="0">
                <a:latin typeface="Arial"/>
                <a:cs typeface="Arial"/>
              </a:rPr>
              <a:t>a</a:t>
            </a:r>
            <a:r>
              <a:rPr sz="2800" b="1" spc="-15" dirty="0">
                <a:latin typeface="Arial"/>
                <a:cs typeface="Arial"/>
              </a:rPr>
              <a:t>tio.</a:t>
            </a:r>
            <a:endParaRPr sz="2800">
              <a:latin typeface="Arial"/>
              <a:cs typeface="Arial"/>
            </a:endParaRPr>
          </a:p>
        </p:txBody>
      </p:sp>
      <p:sp>
        <p:nvSpPr>
          <p:cNvPr id="89" name="object 89"/>
          <p:cNvSpPr/>
          <p:nvPr/>
        </p:nvSpPr>
        <p:spPr>
          <a:xfrm>
            <a:off x="7277252" y="2866389"/>
            <a:ext cx="8890" cy="1270"/>
          </a:xfrm>
          <a:custGeom>
            <a:avLst/>
            <a:gdLst/>
            <a:ahLst/>
            <a:cxnLst/>
            <a:rect l="l" t="t" r="r" b="b"/>
            <a:pathLst>
              <a:path w="8889" h="1269">
                <a:moveTo>
                  <a:pt x="0" y="635"/>
                </a:moveTo>
                <a:lnTo>
                  <a:pt x="8409" y="635"/>
                </a:lnTo>
              </a:path>
            </a:pathLst>
          </a:custGeom>
          <a:ln w="3175">
            <a:solidFill>
              <a:srgbClr val="FFF9E8"/>
            </a:solidFill>
          </a:ln>
        </p:spPr>
        <p:txBody>
          <a:bodyPr wrap="square" lIns="0" tIns="0" rIns="0" bIns="0" rtlCol="0"/>
          <a:lstStyle/>
          <a:p>
            <a:endParaRPr/>
          </a:p>
        </p:txBody>
      </p:sp>
      <p:sp>
        <p:nvSpPr>
          <p:cNvPr id="90" name="object 90"/>
          <p:cNvSpPr/>
          <p:nvPr/>
        </p:nvSpPr>
        <p:spPr>
          <a:xfrm>
            <a:off x="7277253" y="2865120"/>
            <a:ext cx="57785" cy="0"/>
          </a:xfrm>
          <a:custGeom>
            <a:avLst/>
            <a:gdLst/>
            <a:ahLst/>
            <a:cxnLst/>
            <a:rect l="l" t="t" r="r" b="b"/>
            <a:pathLst>
              <a:path w="57785">
                <a:moveTo>
                  <a:pt x="0" y="0"/>
                </a:moveTo>
                <a:lnTo>
                  <a:pt x="57726" y="0"/>
                </a:lnTo>
              </a:path>
            </a:pathLst>
          </a:custGeom>
          <a:ln w="3809">
            <a:solidFill>
              <a:srgbClr val="FFF9E8"/>
            </a:solidFill>
          </a:ln>
        </p:spPr>
        <p:txBody>
          <a:bodyPr wrap="square" lIns="0" tIns="0" rIns="0" bIns="0" rtlCol="0"/>
          <a:lstStyle/>
          <a:p>
            <a:endParaRPr/>
          </a:p>
        </p:txBody>
      </p:sp>
      <p:sp>
        <p:nvSpPr>
          <p:cNvPr id="91" name="object 91"/>
          <p:cNvSpPr/>
          <p:nvPr/>
        </p:nvSpPr>
        <p:spPr>
          <a:xfrm>
            <a:off x="7277252" y="2202179"/>
            <a:ext cx="59690" cy="661670"/>
          </a:xfrm>
          <a:custGeom>
            <a:avLst/>
            <a:gdLst/>
            <a:ahLst/>
            <a:cxnLst/>
            <a:rect l="l" t="t" r="r" b="b"/>
            <a:pathLst>
              <a:path w="59689" h="661669">
                <a:moveTo>
                  <a:pt x="0" y="661670"/>
                </a:moveTo>
                <a:lnTo>
                  <a:pt x="59588" y="661670"/>
                </a:lnTo>
                <a:lnTo>
                  <a:pt x="59588" y="0"/>
                </a:lnTo>
                <a:lnTo>
                  <a:pt x="0" y="0"/>
                </a:lnTo>
                <a:lnTo>
                  <a:pt x="0" y="661670"/>
                </a:lnTo>
                <a:close/>
              </a:path>
            </a:pathLst>
          </a:custGeom>
          <a:solidFill>
            <a:srgbClr val="FFF9E8"/>
          </a:solidFill>
        </p:spPr>
        <p:txBody>
          <a:bodyPr wrap="square" lIns="0" tIns="0" rIns="0" bIns="0" rtlCol="0"/>
          <a:lstStyle/>
          <a:p>
            <a:endParaRPr/>
          </a:p>
        </p:txBody>
      </p:sp>
      <p:sp>
        <p:nvSpPr>
          <p:cNvPr id="92" name="object 92"/>
          <p:cNvSpPr/>
          <p:nvPr/>
        </p:nvSpPr>
        <p:spPr>
          <a:xfrm>
            <a:off x="7307061" y="2201845"/>
            <a:ext cx="59690" cy="664845"/>
          </a:xfrm>
          <a:custGeom>
            <a:avLst/>
            <a:gdLst/>
            <a:ahLst/>
            <a:cxnLst/>
            <a:rect l="l" t="t" r="r" b="b"/>
            <a:pathLst>
              <a:path w="59689" h="664844">
                <a:moveTo>
                  <a:pt x="59588" y="0"/>
                </a:moveTo>
                <a:lnTo>
                  <a:pt x="0" y="0"/>
                </a:lnTo>
                <a:lnTo>
                  <a:pt x="0" y="664524"/>
                </a:lnTo>
                <a:lnTo>
                  <a:pt x="14874" y="663153"/>
                </a:lnTo>
                <a:lnTo>
                  <a:pt x="22829" y="663153"/>
                </a:lnTo>
                <a:lnTo>
                  <a:pt x="29778" y="662452"/>
                </a:lnTo>
                <a:lnTo>
                  <a:pt x="37734" y="661751"/>
                </a:lnTo>
                <a:lnTo>
                  <a:pt x="44683" y="661050"/>
                </a:lnTo>
                <a:lnTo>
                  <a:pt x="52638" y="661050"/>
                </a:lnTo>
                <a:lnTo>
                  <a:pt x="59588" y="660349"/>
                </a:lnTo>
                <a:lnTo>
                  <a:pt x="59588" y="0"/>
                </a:lnTo>
                <a:close/>
              </a:path>
            </a:pathLst>
          </a:custGeom>
          <a:solidFill>
            <a:srgbClr val="FFF4D1"/>
          </a:solidFill>
        </p:spPr>
        <p:txBody>
          <a:bodyPr wrap="square" lIns="0" tIns="0" rIns="0" bIns="0" rtlCol="0"/>
          <a:lstStyle/>
          <a:p>
            <a:endParaRPr/>
          </a:p>
        </p:txBody>
      </p:sp>
      <p:sp>
        <p:nvSpPr>
          <p:cNvPr id="93" name="object 93"/>
          <p:cNvSpPr/>
          <p:nvPr/>
        </p:nvSpPr>
        <p:spPr>
          <a:xfrm>
            <a:off x="7335865" y="2201844"/>
            <a:ext cx="60960" cy="662940"/>
          </a:xfrm>
          <a:custGeom>
            <a:avLst/>
            <a:gdLst/>
            <a:ahLst/>
            <a:cxnLst/>
            <a:rect l="l" t="t" r="r" b="b"/>
            <a:pathLst>
              <a:path w="60960" h="662939">
                <a:moveTo>
                  <a:pt x="60563" y="0"/>
                </a:moveTo>
                <a:lnTo>
                  <a:pt x="0" y="0"/>
                </a:lnTo>
                <a:lnTo>
                  <a:pt x="0" y="662452"/>
                </a:lnTo>
                <a:lnTo>
                  <a:pt x="15880" y="661050"/>
                </a:lnTo>
                <a:lnTo>
                  <a:pt x="23835" y="661050"/>
                </a:lnTo>
                <a:lnTo>
                  <a:pt x="30784" y="660349"/>
                </a:lnTo>
                <a:lnTo>
                  <a:pt x="53614" y="658276"/>
                </a:lnTo>
                <a:lnTo>
                  <a:pt x="60563" y="657575"/>
                </a:lnTo>
                <a:lnTo>
                  <a:pt x="60563" y="0"/>
                </a:lnTo>
                <a:close/>
              </a:path>
            </a:pathLst>
          </a:custGeom>
          <a:solidFill>
            <a:srgbClr val="FFEFB9"/>
          </a:solidFill>
        </p:spPr>
        <p:txBody>
          <a:bodyPr wrap="square" lIns="0" tIns="0" rIns="0" bIns="0" rtlCol="0"/>
          <a:lstStyle/>
          <a:p>
            <a:endParaRPr/>
          </a:p>
        </p:txBody>
      </p:sp>
      <p:sp>
        <p:nvSpPr>
          <p:cNvPr id="94" name="object 94"/>
          <p:cNvSpPr/>
          <p:nvPr/>
        </p:nvSpPr>
        <p:spPr>
          <a:xfrm>
            <a:off x="7365644" y="2201844"/>
            <a:ext cx="60960" cy="660400"/>
          </a:xfrm>
          <a:custGeom>
            <a:avLst/>
            <a:gdLst/>
            <a:ahLst/>
            <a:cxnLst/>
            <a:rect l="l" t="t" r="r" b="b"/>
            <a:pathLst>
              <a:path w="60960" h="660400">
                <a:moveTo>
                  <a:pt x="60594" y="0"/>
                </a:moveTo>
                <a:lnTo>
                  <a:pt x="0" y="0"/>
                </a:lnTo>
                <a:lnTo>
                  <a:pt x="0" y="660349"/>
                </a:lnTo>
                <a:lnTo>
                  <a:pt x="23835" y="658276"/>
                </a:lnTo>
                <a:lnTo>
                  <a:pt x="30784" y="657575"/>
                </a:lnTo>
                <a:lnTo>
                  <a:pt x="38740" y="656874"/>
                </a:lnTo>
                <a:lnTo>
                  <a:pt x="45689" y="656173"/>
                </a:lnTo>
                <a:lnTo>
                  <a:pt x="53614" y="655472"/>
                </a:lnTo>
                <a:lnTo>
                  <a:pt x="60594" y="654771"/>
                </a:lnTo>
                <a:lnTo>
                  <a:pt x="60594" y="0"/>
                </a:lnTo>
                <a:close/>
              </a:path>
            </a:pathLst>
          </a:custGeom>
          <a:solidFill>
            <a:srgbClr val="FFEAA2"/>
          </a:solidFill>
        </p:spPr>
        <p:txBody>
          <a:bodyPr wrap="square" lIns="0" tIns="0" rIns="0" bIns="0" rtlCol="0"/>
          <a:lstStyle/>
          <a:p>
            <a:endParaRPr/>
          </a:p>
        </p:txBody>
      </p:sp>
      <p:sp>
        <p:nvSpPr>
          <p:cNvPr id="95" name="object 95"/>
          <p:cNvSpPr/>
          <p:nvPr/>
        </p:nvSpPr>
        <p:spPr>
          <a:xfrm>
            <a:off x="7395453" y="2201844"/>
            <a:ext cx="59690" cy="657860"/>
          </a:xfrm>
          <a:custGeom>
            <a:avLst/>
            <a:gdLst/>
            <a:ahLst/>
            <a:cxnLst/>
            <a:rect l="l" t="t" r="r" b="b"/>
            <a:pathLst>
              <a:path w="59689" h="657860">
                <a:moveTo>
                  <a:pt x="59588" y="0"/>
                </a:moveTo>
                <a:lnTo>
                  <a:pt x="0" y="0"/>
                </a:lnTo>
                <a:lnTo>
                  <a:pt x="0" y="657575"/>
                </a:lnTo>
                <a:lnTo>
                  <a:pt x="23804" y="655472"/>
                </a:lnTo>
                <a:lnTo>
                  <a:pt x="31760" y="654070"/>
                </a:lnTo>
                <a:lnTo>
                  <a:pt x="45659" y="652698"/>
                </a:lnTo>
                <a:lnTo>
                  <a:pt x="52608" y="651296"/>
                </a:lnTo>
                <a:lnTo>
                  <a:pt x="59588" y="650595"/>
                </a:lnTo>
                <a:lnTo>
                  <a:pt x="59588" y="0"/>
                </a:lnTo>
                <a:close/>
              </a:path>
            </a:pathLst>
          </a:custGeom>
          <a:solidFill>
            <a:srgbClr val="FFE28B"/>
          </a:solidFill>
        </p:spPr>
        <p:txBody>
          <a:bodyPr wrap="square" lIns="0" tIns="0" rIns="0" bIns="0" rtlCol="0"/>
          <a:lstStyle/>
          <a:p>
            <a:endParaRPr/>
          </a:p>
        </p:txBody>
      </p:sp>
      <p:sp>
        <p:nvSpPr>
          <p:cNvPr id="96" name="object 96"/>
          <p:cNvSpPr/>
          <p:nvPr/>
        </p:nvSpPr>
        <p:spPr>
          <a:xfrm>
            <a:off x="7425232" y="2201844"/>
            <a:ext cx="59690" cy="655320"/>
          </a:xfrm>
          <a:custGeom>
            <a:avLst/>
            <a:gdLst/>
            <a:ahLst/>
            <a:cxnLst/>
            <a:rect l="l" t="t" r="r" b="b"/>
            <a:pathLst>
              <a:path w="59689" h="655319">
                <a:moveTo>
                  <a:pt x="59588" y="0"/>
                </a:moveTo>
                <a:lnTo>
                  <a:pt x="0" y="0"/>
                </a:lnTo>
                <a:lnTo>
                  <a:pt x="0" y="654771"/>
                </a:lnTo>
                <a:lnTo>
                  <a:pt x="7955" y="653399"/>
                </a:lnTo>
                <a:lnTo>
                  <a:pt x="15880" y="652698"/>
                </a:lnTo>
                <a:lnTo>
                  <a:pt x="23835" y="651296"/>
                </a:lnTo>
                <a:lnTo>
                  <a:pt x="31790" y="650595"/>
                </a:lnTo>
                <a:lnTo>
                  <a:pt x="38740" y="649193"/>
                </a:lnTo>
                <a:lnTo>
                  <a:pt x="45689" y="648522"/>
                </a:lnTo>
                <a:lnTo>
                  <a:pt x="52638" y="647120"/>
                </a:lnTo>
                <a:lnTo>
                  <a:pt x="59588" y="646419"/>
                </a:lnTo>
                <a:lnTo>
                  <a:pt x="59588" y="0"/>
                </a:lnTo>
                <a:close/>
              </a:path>
            </a:pathLst>
          </a:custGeom>
          <a:solidFill>
            <a:srgbClr val="FFDD71"/>
          </a:solidFill>
        </p:spPr>
        <p:txBody>
          <a:bodyPr wrap="square" lIns="0" tIns="0" rIns="0" bIns="0" rtlCol="0"/>
          <a:lstStyle/>
          <a:p>
            <a:endParaRPr/>
          </a:p>
        </p:txBody>
      </p:sp>
      <p:sp>
        <p:nvSpPr>
          <p:cNvPr id="97" name="object 97"/>
          <p:cNvSpPr/>
          <p:nvPr/>
        </p:nvSpPr>
        <p:spPr>
          <a:xfrm>
            <a:off x="7455042" y="2201845"/>
            <a:ext cx="59690" cy="650875"/>
          </a:xfrm>
          <a:custGeom>
            <a:avLst/>
            <a:gdLst/>
            <a:ahLst/>
            <a:cxnLst/>
            <a:rect l="l" t="t" r="r" b="b"/>
            <a:pathLst>
              <a:path w="59689" h="650875">
                <a:moveTo>
                  <a:pt x="59557" y="0"/>
                </a:moveTo>
                <a:lnTo>
                  <a:pt x="0" y="0"/>
                </a:lnTo>
                <a:lnTo>
                  <a:pt x="0" y="650595"/>
                </a:lnTo>
                <a:lnTo>
                  <a:pt x="7924" y="649193"/>
                </a:lnTo>
                <a:lnTo>
                  <a:pt x="15880" y="648522"/>
                </a:lnTo>
                <a:lnTo>
                  <a:pt x="31760" y="645718"/>
                </a:lnTo>
                <a:lnTo>
                  <a:pt x="38709" y="645017"/>
                </a:lnTo>
                <a:lnTo>
                  <a:pt x="59557" y="640841"/>
                </a:lnTo>
                <a:lnTo>
                  <a:pt x="59557" y="0"/>
                </a:lnTo>
                <a:close/>
              </a:path>
            </a:pathLst>
          </a:custGeom>
          <a:solidFill>
            <a:srgbClr val="FFD85B"/>
          </a:solidFill>
        </p:spPr>
        <p:txBody>
          <a:bodyPr wrap="square" lIns="0" tIns="0" rIns="0" bIns="0" rtlCol="0"/>
          <a:lstStyle/>
          <a:p>
            <a:endParaRPr/>
          </a:p>
        </p:txBody>
      </p:sp>
      <p:sp>
        <p:nvSpPr>
          <p:cNvPr id="98" name="object 98"/>
          <p:cNvSpPr/>
          <p:nvPr/>
        </p:nvSpPr>
        <p:spPr>
          <a:xfrm>
            <a:off x="7484821" y="2201844"/>
            <a:ext cx="59690" cy="646430"/>
          </a:xfrm>
          <a:custGeom>
            <a:avLst/>
            <a:gdLst/>
            <a:ahLst/>
            <a:cxnLst/>
            <a:rect l="l" t="t" r="r" b="b"/>
            <a:pathLst>
              <a:path w="59689" h="646430">
                <a:moveTo>
                  <a:pt x="59588" y="0"/>
                </a:moveTo>
                <a:lnTo>
                  <a:pt x="0" y="0"/>
                </a:lnTo>
                <a:lnTo>
                  <a:pt x="0" y="646419"/>
                </a:lnTo>
                <a:lnTo>
                  <a:pt x="7955" y="645017"/>
                </a:lnTo>
                <a:lnTo>
                  <a:pt x="16885" y="643615"/>
                </a:lnTo>
                <a:lnTo>
                  <a:pt x="24810" y="642244"/>
                </a:lnTo>
                <a:lnTo>
                  <a:pt x="31760" y="640140"/>
                </a:lnTo>
                <a:lnTo>
                  <a:pt x="39715" y="638769"/>
                </a:lnTo>
                <a:lnTo>
                  <a:pt x="46664" y="637367"/>
                </a:lnTo>
                <a:lnTo>
                  <a:pt x="52638" y="635264"/>
                </a:lnTo>
                <a:lnTo>
                  <a:pt x="59588" y="633892"/>
                </a:lnTo>
                <a:lnTo>
                  <a:pt x="59588" y="0"/>
                </a:lnTo>
                <a:close/>
              </a:path>
            </a:pathLst>
          </a:custGeom>
          <a:solidFill>
            <a:srgbClr val="FFD244"/>
          </a:solidFill>
        </p:spPr>
        <p:txBody>
          <a:bodyPr wrap="square" lIns="0" tIns="0" rIns="0" bIns="0" rtlCol="0"/>
          <a:lstStyle/>
          <a:p>
            <a:endParaRPr/>
          </a:p>
        </p:txBody>
      </p:sp>
      <p:sp>
        <p:nvSpPr>
          <p:cNvPr id="99" name="object 99"/>
          <p:cNvSpPr/>
          <p:nvPr/>
        </p:nvSpPr>
        <p:spPr>
          <a:xfrm>
            <a:off x="7514599" y="2201844"/>
            <a:ext cx="59690" cy="641350"/>
          </a:xfrm>
          <a:custGeom>
            <a:avLst/>
            <a:gdLst/>
            <a:ahLst/>
            <a:cxnLst/>
            <a:rect l="l" t="t" r="r" b="b"/>
            <a:pathLst>
              <a:path w="59689" h="641350">
                <a:moveTo>
                  <a:pt x="59588" y="0"/>
                </a:moveTo>
                <a:lnTo>
                  <a:pt x="0" y="0"/>
                </a:lnTo>
                <a:lnTo>
                  <a:pt x="0" y="640841"/>
                </a:lnTo>
                <a:lnTo>
                  <a:pt x="8961" y="638769"/>
                </a:lnTo>
                <a:lnTo>
                  <a:pt x="17891" y="637367"/>
                </a:lnTo>
                <a:lnTo>
                  <a:pt x="33771" y="633191"/>
                </a:lnTo>
                <a:lnTo>
                  <a:pt x="47670" y="629015"/>
                </a:lnTo>
                <a:lnTo>
                  <a:pt x="53644" y="626211"/>
                </a:lnTo>
                <a:lnTo>
                  <a:pt x="59588" y="624138"/>
                </a:lnTo>
                <a:lnTo>
                  <a:pt x="59588" y="0"/>
                </a:lnTo>
                <a:close/>
              </a:path>
            </a:pathLst>
          </a:custGeom>
          <a:solidFill>
            <a:srgbClr val="FFCE2C"/>
          </a:solidFill>
        </p:spPr>
        <p:txBody>
          <a:bodyPr wrap="square" lIns="0" tIns="0" rIns="0" bIns="0" rtlCol="0"/>
          <a:lstStyle/>
          <a:p>
            <a:endParaRPr/>
          </a:p>
        </p:txBody>
      </p:sp>
      <p:sp>
        <p:nvSpPr>
          <p:cNvPr id="100" name="object 100"/>
          <p:cNvSpPr/>
          <p:nvPr/>
        </p:nvSpPr>
        <p:spPr>
          <a:xfrm>
            <a:off x="7544409" y="2201845"/>
            <a:ext cx="59690" cy="634365"/>
          </a:xfrm>
          <a:custGeom>
            <a:avLst/>
            <a:gdLst/>
            <a:ahLst/>
            <a:cxnLst/>
            <a:rect l="l" t="t" r="r" b="b"/>
            <a:pathLst>
              <a:path w="59689" h="634364">
                <a:moveTo>
                  <a:pt x="59588" y="0"/>
                </a:moveTo>
                <a:lnTo>
                  <a:pt x="0" y="0"/>
                </a:lnTo>
                <a:lnTo>
                  <a:pt x="0" y="633892"/>
                </a:lnTo>
                <a:lnTo>
                  <a:pt x="43708" y="617159"/>
                </a:lnTo>
                <a:lnTo>
                  <a:pt x="59588" y="599053"/>
                </a:lnTo>
                <a:lnTo>
                  <a:pt x="59588" y="0"/>
                </a:lnTo>
                <a:close/>
              </a:path>
            </a:pathLst>
          </a:custGeom>
          <a:solidFill>
            <a:srgbClr val="FFC815"/>
          </a:solidFill>
        </p:spPr>
        <p:txBody>
          <a:bodyPr wrap="square" lIns="0" tIns="0" rIns="0" bIns="0" rtlCol="0"/>
          <a:lstStyle/>
          <a:p>
            <a:endParaRPr/>
          </a:p>
        </p:txBody>
      </p:sp>
      <p:sp>
        <p:nvSpPr>
          <p:cNvPr id="101" name="object 101"/>
          <p:cNvSpPr/>
          <p:nvPr/>
        </p:nvSpPr>
        <p:spPr>
          <a:xfrm>
            <a:off x="7158075" y="2201864"/>
            <a:ext cx="59690" cy="667385"/>
          </a:xfrm>
          <a:custGeom>
            <a:avLst/>
            <a:gdLst/>
            <a:ahLst/>
            <a:cxnLst/>
            <a:rect l="l" t="t" r="r" b="b"/>
            <a:pathLst>
              <a:path w="59689" h="667385">
                <a:moveTo>
                  <a:pt x="0" y="667310"/>
                </a:moveTo>
                <a:lnTo>
                  <a:pt x="59590" y="667310"/>
                </a:lnTo>
                <a:lnTo>
                  <a:pt x="59590" y="0"/>
                </a:lnTo>
                <a:lnTo>
                  <a:pt x="0" y="0"/>
                </a:lnTo>
                <a:lnTo>
                  <a:pt x="0" y="667310"/>
                </a:lnTo>
                <a:close/>
              </a:path>
            </a:pathLst>
          </a:custGeom>
          <a:solidFill>
            <a:srgbClr val="FFF7DD"/>
          </a:solidFill>
        </p:spPr>
        <p:txBody>
          <a:bodyPr wrap="square" lIns="0" tIns="0" rIns="0" bIns="0" rtlCol="0"/>
          <a:lstStyle/>
          <a:p>
            <a:endParaRPr/>
          </a:p>
        </p:txBody>
      </p:sp>
      <p:sp>
        <p:nvSpPr>
          <p:cNvPr id="102" name="object 102"/>
          <p:cNvSpPr/>
          <p:nvPr/>
        </p:nvSpPr>
        <p:spPr>
          <a:xfrm>
            <a:off x="7128296" y="2201845"/>
            <a:ext cx="59690" cy="667385"/>
          </a:xfrm>
          <a:custGeom>
            <a:avLst/>
            <a:gdLst/>
            <a:ahLst/>
            <a:cxnLst/>
            <a:rect l="l" t="t" r="r" b="b"/>
            <a:pathLst>
              <a:path w="59689" h="667385">
                <a:moveTo>
                  <a:pt x="59588" y="0"/>
                </a:moveTo>
                <a:lnTo>
                  <a:pt x="0" y="0"/>
                </a:lnTo>
                <a:lnTo>
                  <a:pt x="0" y="666628"/>
                </a:lnTo>
                <a:lnTo>
                  <a:pt x="5974" y="666628"/>
                </a:lnTo>
                <a:lnTo>
                  <a:pt x="12923" y="667329"/>
                </a:lnTo>
                <a:lnTo>
                  <a:pt x="59588" y="667329"/>
                </a:lnTo>
                <a:lnTo>
                  <a:pt x="59588" y="0"/>
                </a:lnTo>
                <a:close/>
              </a:path>
            </a:pathLst>
          </a:custGeom>
          <a:solidFill>
            <a:srgbClr val="FFF4CE"/>
          </a:solidFill>
        </p:spPr>
        <p:txBody>
          <a:bodyPr wrap="square" lIns="0" tIns="0" rIns="0" bIns="0" rtlCol="0"/>
          <a:lstStyle/>
          <a:p>
            <a:endParaRPr/>
          </a:p>
        </p:txBody>
      </p:sp>
      <p:sp>
        <p:nvSpPr>
          <p:cNvPr id="103" name="object 103"/>
          <p:cNvSpPr/>
          <p:nvPr/>
        </p:nvSpPr>
        <p:spPr>
          <a:xfrm>
            <a:off x="7111636" y="2867660"/>
            <a:ext cx="46990" cy="1270"/>
          </a:xfrm>
          <a:custGeom>
            <a:avLst/>
            <a:gdLst/>
            <a:ahLst/>
            <a:cxnLst/>
            <a:rect l="l" t="t" r="r" b="b"/>
            <a:pathLst>
              <a:path w="46989" h="1269">
                <a:moveTo>
                  <a:pt x="0" y="635"/>
                </a:moveTo>
                <a:lnTo>
                  <a:pt x="46439" y="635"/>
                </a:lnTo>
              </a:path>
            </a:pathLst>
          </a:custGeom>
          <a:ln w="3175">
            <a:solidFill>
              <a:srgbClr val="FFEFBE"/>
            </a:solidFill>
          </a:ln>
        </p:spPr>
        <p:txBody>
          <a:bodyPr wrap="square" lIns="0" tIns="0" rIns="0" bIns="0" rtlCol="0"/>
          <a:lstStyle/>
          <a:p>
            <a:endParaRPr/>
          </a:p>
        </p:txBody>
      </p:sp>
      <p:sp>
        <p:nvSpPr>
          <p:cNvPr id="104" name="object 104"/>
          <p:cNvSpPr/>
          <p:nvPr/>
        </p:nvSpPr>
        <p:spPr>
          <a:xfrm>
            <a:off x="7128297" y="2202179"/>
            <a:ext cx="29845" cy="665480"/>
          </a:xfrm>
          <a:custGeom>
            <a:avLst/>
            <a:gdLst/>
            <a:ahLst/>
            <a:cxnLst/>
            <a:rect l="l" t="t" r="r" b="b"/>
            <a:pathLst>
              <a:path w="29845" h="665480">
                <a:moveTo>
                  <a:pt x="0" y="665479"/>
                </a:moveTo>
                <a:lnTo>
                  <a:pt x="29778" y="665479"/>
                </a:lnTo>
                <a:lnTo>
                  <a:pt x="29778" y="0"/>
                </a:lnTo>
                <a:lnTo>
                  <a:pt x="0" y="0"/>
                </a:lnTo>
                <a:lnTo>
                  <a:pt x="0" y="665479"/>
                </a:lnTo>
                <a:close/>
              </a:path>
            </a:pathLst>
          </a:custGeom>
          <a:solidFill>
            <a:srgbClr val="FFEFBE"/>
          </a:solidFill>
        </p:spPr>
        <p:txBody>
          <a:bodyPr wrap="square" lIns="0" tIns="0" rIns="0" bIns="0" rtlCol="0"/>
          <a:lstStyle/>
          <a:p>
            <a:endParaRPr/>
          </a:p>
        </p:txBody>
      </p:sp>
      <p:sp>
        <p:nvSpPr>
          <p:cNvPr id="105" name="object 105"/>
          <p:cNvSpPr/>
          <p:nvPr/>
        </p:nvSpPr>
        <p:spPr>
          <a:xfrm>
            <a:off x="7103448" y="2867660"/>
            <a:ext cx="25400" cy="1270"/>
          </a:xfrm>
          <a:custGeom>
            <a:avLst/>
            <a:gdLst/>
            <a:ahLst/>
            <a:cxnLst/>
            <a:rect l="l" t="t" r="r" b="b"/>
            <a:pathLst>
              <a:path w="25400" h="1269">
                <a:moveTo>
                  <a:pt x="0" y="635"/>
                </a:moveTo>
                <a:lnTo>
                  <a:pt x="24848" y="635"/>
                </a:lnTo>
              </a:path>
            </a:pathLst>
          </a:custGeom>
          <a:ln w="3175">
            <a:solidFill>
              <a:srgbClr val="FFEDAE"/>
            </a:solidFill>
          </a:ln>
        </p:spPr>
        <p:txBody>
          <a:bodyPr wrap="square" lIns="0" tIns="0" rIns="0" bIns="0" rtlCol="0"/>
          <a:lstStyle/>
          <a:p>
            <a:endParaRPr/>
          </a:p>
        </p:txBody>
      </p:sp>
      <p:sp>
        <p:nvSpPr>
          <p:cNvPr id="106" name="object 106"/>
          <p:cNvSpPr/>
          <p:nvPr/>
        </p:nvSpPr>
        <p:spPr>
          <a:xfrm>
            <a:off x="7098518" y="2202179"/>
            <a:ext cx="29845" cy="665480"/>
          </a:xfrm>
          <a:custGeom>
            <a:avLst/>
            <a:gdLst/>
            <a:ahLst/>
            <a:cxnLst/>
            <a:rect l="l" t="t" r="r" b="b"/>
            <a:pathLst>
              <a:path w="29845" h="665480">
                <a:moveTo>
                  <a:pt x="0" y="665479"/>
                </a:moveTo>
                <a:lnTo>
                  <a:pt x="29778" y="665479"/>
                </a:lnTo>
                <a:lnTo>
                  <a:pt x="29778" y="0"/>
                </a:lnTo>
                <a:lnTo>
                  <a:pt x="0" y="0"/>
                </a:lnTo>
                <a:lnTo>
                  <a:pt x="0" y="665479"/>
                </a:lnTo>
                <a:close/>
              </a:path>
            </a:pathLst>
          </a:custGeom>
          <a:solidFill>
            <a:srgbClr val="FFEDAE"/>
          </a:solidFill>
        </p:spPr>
        <p:txBody>
          <a:bodyPr wrap="square" lIns="0" tIns="0" rIns="0" bIns="0" rtlCol="0"/>
          <a:lstStyle/>
          <a:p>
            <a:endParaRPr/>
          </a:p>
        </p:txBody>
      </p:sp>
      <p:sp>
        <p:nvSpPr>
          <p:cNvPr id="107" name="object 107"/>
          <p:cNvSpPr/>
          <p:nvPr/>
        </p:nvSpPr>
        <p:spPr>
          <a:xfrm>
            <a:off x="7068188" y="2867025"/>
            <a:ext cx="30480" cy="0"/>
          </a:xfrm>
          <a:custGeom>
            <a:avLst/>
            <a:gdLst/>
            <a:ahLst/>
            <a:cxnLst/>
            <a:rect l="l" t="t" r="r" b="b"/>
            <a:pathLst>
              <a:path w="30479">
                <a:moveTo>
                  <a:pt x="0" y="0"/>
                </a:moveTo>
                <a:lnTo>
                  <a:pt x="30329" y="0"/>
                </a:lnTo>
              </a:path>
            </a:pathLst>
          </a:custGeom>
          <a:ln w="3175">
            <a:solidFill>
              <a:srgbClr val="FFE89D"/>
            </a:solidFill>
          </a:ln>
        </p:spPr>
        <p:txBody>
          <a:bodyPr wrap="square" lIns="0" tIns="0" rIns="0" bIns="0" rtlCol="0"/>
          <a:lstStyle/>
          <a:p>
            <a:endParaRPr/>
          </a:p>
        </p:txBody>
      </p:sp>
      <p:sp>
        <p:nvSpPr>
          <p:cNvPr id="108" name="object 108"/>
          <p:cNvSpPr/>
          <p:nvPr/>
        </p:nvSpPr>
        <p:spPr>
          <a:xfrm>
            <a:off x="7025150" y="2865120"/>
            <a:ext cx="73660" cy="0"/>
          </a:xfrm>
          <a:custGeom>
            <a:avLst/>
            <a:gdLst/>
            <a:ahLst/>
            <a:cxnLst/>
            <a:rect l="l" t="t" r="r" b="b"/>
            <a:pathLst>
              <a:path w="73660">
                <a:moveTo>
                  <a:pt x="0" y="0"/>
                </a:moveTo>
                <a:lnTo>
                  <a:pt x="73367" y="0"/>
                </a:lnTo>
              </a:path>
            </a:pathLst>
          </a:custGeom>
          <a:ln w="3809">
            <a:solidFill>
              <a:srgbClr val="FFE89D"/>
            </a:solidFill>
          </a:ln>
        </p:spPr>
        <p:txBody>
          <a:bodyPr wrap="square" lIns="0" tIns="0" rIns="0" bIns="0" rtlCol="0"/>
          <a:lstStyle/>
          <a:p>
            <a:endParaRPr/>
          </a:p>
        </p:txBody>
      </p:sp>
      <p:sp>
        <p:nvSpPr>
          <p:cNvPr id="109" name="object 109"/>
          <p:cNvSpPr/>
          <p:nvPr/>
        </p:nvSpPr>
        <p:spPr>
          <a:xfrm>
            <a:off x="7068709" y="2202179"/>
            <a:ext cx="29845" cy="662940"/>
          </a:xfrm>
          <a:custGeom>
            <a:avLst/>
            <a:gdLst/>
            <a:ahLst/>
            <a:cxnLst/>
            <a:rect l="l" t="t" r="r" b="b"/>
            <a:pathLst>
              <a:path w="29845" h="662939">
                <a:moveTo>
                  <a:pt x="0" y="662940"/>
                </a:moveTo>
                <a:lnTo>
                  <a:pt x="29809" y="662940"/>
                </a:lnTo>
                <a:lnTo>
                  <a:pt x="29809" y="0"/>
                </a:lnTo>
                <a:lnTo>
                  <a:pt x="0" y="0"/>
                </a:lnTo>
                <a:lnTo>
                  <a:pt x="0" y="662940"/>
                </a:lnTo>
                <a:close/>
              </a:path>
            </a:pathLst>
          </a:custGeom>
          <a:solidFill>
            <a:srgbClr val="FFE89D"/>
          </a:solidFill>
        </p:spPr>
        <p:txBody>
          <a:bodyPr wrap="square" lIns="0" tIns="0" rIns="0" bIns="0" rtlCol="0"/>
          <a:lstStyle/>
          <a:p>
            <a:endParaRPr/>
          </a:p>
        </p:txBody>
      </p:sp>
      <p:sp>
        <p:nvSpPr>
          <p:cNvPr id="110" name="object 110"/>
          <p:cNvSpPr/>
          <p:nvPr/>
        </p:nvSpPr>
        <p:spPr>
          <a:xfrm>
            <a:off x="7038930" y="2202179"/>
            <a:ext cx="29845" cy="661670"/>
          </a:xfrm>
          <a:custGeom>
            <a:avLst/>
            <a:gdLst/>
            <a:ahLst/>
            <a:cxnLst/>
            <a:rect l="l" t="t" r="r" b="b"/>
            <a:pathLst>
              <a:path w="29845" h="661669">
                <a:moveTo>
                  <a:pt x="0" y="661670"/>
                </a:moveTo>
                <a:lnTo>
                  <a:pt x="29778" y="661670"/>
                </a:lnTo>
                <a:lnTo>
                  <a:pt x="29778" y="0"/>
                </a:lnTo>
                <a:lnTo>
                  <a:pt x="0" y="0"/>
                </a:lnTo>
                <a:lnTo>
                  <a:pt x="0" y="661670"/>
                </a:lnTo>
                <a:close/>
              </a:path>
            </a:pathLst>
          </a:custGeom>
          <a:solidFill>
            <a:srgbClr val="FFE89D"/>
          </a:solidFill>
        </p:spPr>
        <p:txBody>
          <a:bodyPr wrap="square" lIns="0" tIns="0" rIns="0" bIns="0" rtlCol="0"/>
          <a:lstStyle/>
          <a:p>
            <a:endParaRPr/>
          </a:p>
        </p:txBody>
      </p:sp>
      <p:sp>
        <p:nvSpPr>
          <p:cNvPr id="111" name="object 111"/>
          <p:cNvSpPr/>
          <p:nvPr/>
        </p:nvSpPr>
        <p:spPr>
          <a:xfrm>
            <a:off x="7004350" y="2863850"/>
            <a:ext cx="34925" cy="0"/>
          </a:xfrm>
          <a:custGeom>
            <a:avLst/>
            <a:gdLst/>
            <a:ahLst/>
            <a:cxnLst/>
            <a:rect l="l" t="t" r="r" b="b"/>
            <a:pathLst>
              <a:path w="34925">
                <a:moveTo>
                  <a:pt x="0" y="0"/>
                </a:moveTo>
                <a:lnTo>
                  <a:pt x="34579" y="0"/>
                </a:lnTo>
              </a:path>
            </a:pathLst>
          </a:custGeom>
          <a:ln w="3809">
            <a:solidFill>
              <a:srgbClr val="FFE58D"/>
            </a:solidFill>
          </a:ln>
        </p:spPr>
        <p:txBody>
          <a:bodyPr wrap="square" lIns="0" tIns="0" rIns="0" bIns="0" rtlCol="0"/>
          <a:lstStyle/>
          <a:p>
            <a:endParaRPr/>
          </a:p>
        </p:txBody>
      </p:sp>
      <p:sp>
        <p:nvSpPr>
          <p:cNvPr id="112" name="object 112"/>
          <p:cNvSpPr/>
          <p:nvPr/>
        </p:nvSpPr>
        <p:spPr>
          <a:xfrm>
            <a:off x="6990771" y="2861310"/>
            <a:ext cx="48260" cy="1270"/>
          </a:xfrm>
          <a:custGeom>
            <a:avLst/>
            <a:gdLst/>
            <a:ahLst/>
            <a:cxnLst/>
            <a:rect l="l" t="t" r="r" b="b"/>
            <a:pathLst>
              <a:path w="48260" h="1269">
                <a:moveTo>
                  <a:pt x="0" y="635"/>
                </a:moveTo>
                <a:lnTo>
                  <a:pt x="48157" y="635"/>
                </a:lnTo>
              </a:path>
            </a:pathLst>
          </a:custGeom>
          <a:ln w="3175">
            <a:solidFill>
              <a:srgbClr val="FFE58D"/>
            </a:solidFill>
          </a:ln>
        </p:spPr>
        <p:txBody>
          <a:bodyPr wrap="square" lIns="0" tIns="0" rIns="0" bIns="0" rtlCol="0"/>
          <a:lstStyle/>
          <a:p>
            <a:endParaRPr/>
          </a:p>
        </p:txBody>
      </p:sp>
      <p:sp>
        <p:nvSpPr>
          <p:cNvPr id="113" name="object 113"/>
          <p:cNvSpPr/>
          <p:nvPr/>
        </p:nvSpPr>
        <p:spPr>
          <a:xfrm>
            <a:off x="6978334" y="2202179"/>
            <a:ext cx="60960" cy="659130"/>
          </a:xfrm>
          <a:custGeom>
            <a:avLst/>
            <a:gdLst/>
            <a:ahLst/>
            <a:cxnLst/>
            <a:rect l="l" t="t" r="r" b="b"/>
            <a:pathLst>
              <a:path w="60960" h="659130">
                <a:moveTo>
                  <a:pt x="0" y="659130"/>
                </a:moveTo>
                <a:lnTo>
                  <a:pt x="60594" y="659130"/>
                </a:lnTo>
                <a:lnTo>
                  <a:pt x="60594" y="0"/>
                </a:lnTo>
                <a:lnTo>
                  <a:pt x="0" y="0"/>
                </a:lnTo>
                <a:lnTo>
                  <a:pt x="0" y="659130"/>
                </a:lnTo>
                <a:close/>
              </a:path>
            </a:pathLst>
          </a:custGeom>
          <a:solidFill>
            <a:srgbClr val="FFE58D"/>
          </a:solidFill>
        </p:spPr>
        <p:txBody>
          <a:bodyPr wrap="square" lIns="0" tIns="0" rIns="0" bIns="0" rtlCol="0"/>
          <a:lstStyle/>
          <a:p>
            <a:endParaRPr/>
          </a:p>
        </p:txBody>
      </p:sp>
      <p:sp>
        <p:nvSpPr>
          <p:cNvPr id="114" name="object 114"/>
          <p:cNvSpPr/>
          <p:nvPr/>
        </p:nvSpPr>
        <p:spPr>
          <a:xfrm>
            <a:off x="6948556" y="2201845"/>
            <a:ext cx="59690" cy="662305"/>
          </a:xfrm>
          <a:custGeom>
            <a:avLst/>
            <a:gdLst/>
            <a:ahLst/>
            <a:cxnLst/>
            <a:rect l="l" t="t" r="r" b="b"/>
            <a:pathLst>
              <a:path w="59689" h="662305">
                <a:moveTo>
                  <a:pt x="59588" y="0"/>
                </a:moveTo>
                <a:lnTo>
                  <a:pt x="0" y="0"/>
                </a:lnTo>
                <a:lnTo>
                  <a:pt x="0" y="656173"/>
                </a:lnTo>
                <a:lnTo>
                  <a:pt x="13898" y="657575"/>
                </a:lnTo>
                <a:lnTo>
                  <a:pt x="21854" y="658276"/>
                </a:lnTo>
                <a:lnTo>
                  <a:pt x="28803" y="658977"/>
                </a:lnTo>
                <a:lnTo>
                  <a:pt x="36728" y="659648"/>
                </a:lnTo>
                <a:lnTo>
                  <a:pt x="43677" y="660349"/>
                </a:lnTo>
                <a:lnTo>
                  <a:pt x="59588" y="661751"/>
                </a:lnTo>
                <a:lnTo>
                  <a:pt x="59588" y="0"/>
                </a:lnTo>
                <a:close/>
              </a:path>
            </a:pathLst>
          </a:custGeom>
          <a:solidFill>
            <a:srgbClr val="FFE27F"/>
          </a:solidFill>
        </p:spPr>
        <p:txBody>
          <a:bodyPr wrap="square" lIns="0" tIns="0" rIns="0" bIns="0" rtlCol="0"/>
          <a:lstStyle/>
          <a:p>
            <a:endParaRPr/>
          </a:p>
        </p:txBody>
      </p:sp>
      <p:sp>
        <p:nvSpPr>
          <p:cNvPr id="115" name="object 115"/>
          <p:cNvSpPr/>
          <p:nvPr/>
        </p:nvSpPr>
        <p:spPr>
          <a:xfrm>
            <a:off x="6918746" y="2201844"/>
            <a:ext cx="59690" cy="659130"/>
          </a:xfrm>
          <a:custGeom>
            <a:avLst/>
            <a:gdLst/>
            <a:ahLst/>
            <a:cxnLst/>
            <a:rect l="l" t="t" r="r" b="b"/>
            <a:pathLst>
              <a:path w="59689" h="659130">
                <a:moveTo>
                  <a:pt x="59588" y="0"/>
                </a:moveTo>
                <a:lnTo>
                  <a:pt x="0" y="0"/>
                </a:lnTo>
                <a:lnTo>
                  <a:pt x="0" y="652698"/>
                </a:lnTo>
                <a:lnTo>
                  <a:pt x="6949" y="653399"/>
                </a:lnTo>
                <a:lnTo>
                  <a:pt x="13929" y="654771"/>
                </a:lnTo>
                <a:lnTo>
                  <a:pt x="21854" y="655472"/>
                </a:lnTo>
                <a:lnTo>
                  <a:pt x="28803" y="656173"/>
                </a:lnTo>
                <a:lnTo>
                  <a:pt x="36758" y="656874"/>
                </a:lnTo>
                <a:lnTo>
                  <a:pt x="43708" y="657575"/>
                </a:lnTo>
                <a:lnTo>
                  <a:pt x="59588" y="658977"/>
                </a:lnTo>
                <a:lnTo>
                  <a:pt x="59588" y="0"/>
                </a:lnTo>
                <a:close/>
              </a:path>
            </a:pathLst>
          </a:custGeom>
          <a:solidFill>
            <a:srgbClr val="FFDD6F"/>
          </a:solidFill>
        </p:spPr>
        <p:txBody>
          <a:bodyPr wrap="square" lIns="0" tIns="0" rIns="0" bIns="0" rtlCol="0"/>
          <a:lstStyle/>
          <a:p>
            <a:endParaRPr/>
          </a:p>
        </p:txBody>
      </p:sp>
      <p:sp>
        <p:nvSpPr>
          <p:cNvPr id="116" name="object 116"/>
          <p:cNvSpPr/>
          <p:nvPr/>
        </p:nvSpPr>
        <p:spPr>
          <a:xfrm>
            <a:off x="6888967" y="2201844"/>
            <a:ext cx="59690" cy="656590"/>
          </a:xfrm>
          <a:custGeom>
            <a:avLst/>
            <a:gdLst/>
            <a:ahLst/>
            <a:cxnLst/>
            <a:rect l="l" t="t" r="r" b="b"/>
            <a:pathLst>
              <a:path w="59689" h="656589">
                <a:moveTo>
                  <a:pt x="59588" y="0"/>
                </a:moveTo>
                <a:lnTo>
                  <a:pt x="0" y="0"/>
                </a:lnTo>
                <a:lnTo>
                  <a:pt x="0" y="648522"/>
                </a:lnTo>
                <a:lnTo>
                  <a:pt x="6949" y="649193"/>
                </a:lnTo>
                <a:lnTo>
                  <a:pt x="13898" y="650595"/>
                </a:lnTo>
                <a:lnTo>
                  <a:pt x="20848" y="651296"/>
                </a:lnTo>
                <a:lnTo>
                  <a:pt x="28803" y="652698"/>
                </a:lnTo>
                <a:lnTo>
                  <a:pt x="36728" y="653399"/>
                </a:lnTo>
                <a:lnTo>
                  <a:pt x="43708" y="654771"/>
                </a:lnTo>
                <a:lnTo>
                  <a:pt x="59588" y="656173"/>
                </a:lnTo>
                <a:lnTo>
                  <a:pt x="59588" y="0"/>
                </a:lnTo>
                <a:close/>
              </a:path>
            </a:pathLst>
          </a:custGeom>
          <a:solidFill>
            <a:srgbClr val="FFD85F"/>
          </a:solidFill>
        </p:spPr>
        <p:txBody>
          <a:bodyPr wrap="square" lIns="0" tIns="0" rIns="0" bIns="0" rtlCol="0"/>
          <a:lstStyle/>
          <a:p>
            <a:endParaRPr/>
          </a:p>
        </p:txBody>
      </p:sp>
      <p:sp>
        <p:nvSpPr>
          <p:cNvPr id="117" name="object 117"/>
          <p:cNvSpPr/>
          <p:nvPr/>
        </p:nvSpPr>
        <p:spPr>
          <a:xfrm>
            <a:off x="6859188" y="2201844"/>
            <a:ext cx="59690" cy="652780"/>
          </a:xfrm>
          <a:custGeom>
            <a:avLst/>
            <a:gdLst/>
            <a:ahLst/>
            <a:cxnLst/>
            <a:rect l="l" t="t" r="r" b="b"/>
            <a:pathLst>
              <a:path w="59689" h="652780">
                <a:moveTo>
                  <a:pt x="59557" y="0"/>
                </a:moveTo>
                <a:lnTo>
                  <a:pt x="0" y="0"/>
                </a:lnTo>
                <a:lnTo>
                  <a:pt x="0" y="643615"/>
                </a:lnTo>
                <a:lnTo>
                  <a:pt x="13898" y="646419"/>
                </a:lnTo>
                <a:lnTo>
                  <a:pt x="20848" y="647120"/>
                </a:lnTo>
                <a:lnTo>
                  <a:pt x="28773" y="648522"/>
                </a:lnTo>
                <a:lnTo>
                  <a:pt x="35722" y="649193"/>
                </a:lnTo>
                <a:lnTo>
                  <a:pt x="43677" y="650595"/>
                </a:lnTo>
                <a:lnTo>
                  <a:pt x="51602" y="651296"/>
                </a:lnTo>
                <a:lnTo>
                  <a:pt x="59557" y="652698"/>
                </a:lnTo>
                <a:lnTo>
                  <a:pt x="59557" y="0"/>
                </a:lnTo>
                <a:close/>
              </a:path>
            </a:pathLst>
          </a:custGeom>
          <a:solidFill>
            <a:srgbClr val="FFD64F"/>
          </a:solidFill>
        </p:spPr>
        <p:txBody>
          <a:bodyPr wrap="square" lIns="0" tIns="0" rIns="0" bIns="0" rtlCol="0"/>
          <a:lstStyle/>
          <a:p>
            <a:endParaRPr/>
          </a:p>
        </p:txBody>
      </p:sp>
      <p:sp>
        <p:nvSpPr>
          <p:cNvPr id="118" name="object 118"/>
          <p:cNvSpPr/>
          <p:nvPr/>
        </p:nvSpPr>
        <p:spPr>
          <a:xfrm>
            <a:off x="6829379" y="2201844"/>
            <a:ext cx="59690" cy="648970"/>
          </a:xfrm>
          <a:custGeom>
            <a:avLst/>
            <a:gdLst/>
            <a:ahLst/>
            <a:cxnLst/>
            <a:rect l="l" t="t" r="r" b="b"/>
            <a:pathLst>
              <a:path w="59689" h="648969">
                <a:moveTo>
                  <a:pt x="59588" y="0"/>
                </a:moveTo>
                <a:lnTo>
                  <a:pt x="0" y="0"/>
                </a:lnTo>
                <a:lnTo>
                  <a:pt x="0" y="637367"/>
                </a:lnTo>
                <a:lnTo>
                  <a:pt x="6949" y="638769"/>
                </a:lnTo>
                <a:lnTo>
                  <a:pt x="12923" y="640140"/>
                </a:lnTo>
                <a:lnTo>
                  <a:pt x="19872" y="641543"/>
                </a:lnTo>
                <a:lnTo>
                  <a:pt x="27797" y="642945"/>
                </a:lnTo>
                <a:lnTo>
                  <a:pt x="34777" y="644347"/>
                </a:lnTo>
                <a:lnTo>
                  <a:pt x="42702" y="645718"/>
                </a:lnTo>
                <a:lnTo>
                  <a:pt x="51633" y="647120"/>
                </a:lnTo>
                <a:lnTo>
                  <a:pt x="59588" y="648522"/>
                </a:lnTo>
                <a:lnTo>
                  <a:pt x="59588" y="0"/>
                </a:lnTo>
                <a:close/>
              </a:path>
            </a:pathLst>
          </a:custGeom>
          <a:solidFill>
            <a:srgbClr val="FFD23F"/>
          </a:solidFill>
        </p:spPr>
        <p:txBody>
          <a:bodyPr wrap="square" lIns="0" tIns="0" rIns="0" bIns="0" rtlCol="0"/>
          <a:lstStyle/>
          <a:p>
            <a:endParaRPr/>
          </a:p>
        </p:txBody>
      </p:sp>
      <p:sp>
        <p:nvSpPr>
          <p:cNvPr id="119" name="object 119"/>
          <p:cNvSpPr/>
          <p:nvPr/>
        </p:nvSpPr>
        <p:spPr>
          <a:xfrm>
            <a:off x="6798594" y="2201844"/>
            <a:ext cx="60960" cy="643890"/>
          </a:xfrm>
          <a:custGeom>
            <a:avLst/>
            <a:gdLst/>
            <a:ahLst/>
            <a:cxnLst/>
            <a:rect l="l" t="t" r="r" b="b"/>
            <a:pathLst>
              <a:path w="60960" h="643889">
                <a:moveTo>
                  <a:pt x="60594" y="0"/>
                </a:moveTo>
                <a:lnTo>
                  <a:pt x="0" y="0"/>
                </a:lnTo>
                <a:lnTo>
                  <a:pt x="0" y="629015"/>
                </a:lnTo>
                <a:lnTo>
                  <a:pt x="6949" y="631088"/>
                </a:lnTo>
                <a:lnTo>
                  <a:pt x="12923" y="633191"/>
                </a:lnTo>
                <a:lnTo>
                  <a:pt x="19872" y="635264"/>
                </a:lnTo>
                <a:lnTo>
                  <a:pt x="27797" y="636666"/>
                </a:lnTo>
                <a:lnTo>
                  <a:pt x="35753" y="638769"/>
                </a:lnTo>
                <a:lnTo>
                  <a:pt x="43708" y="640140"/>
                </a:lnTo>
                <a:lnTo>
                  <a:pt x="51633" y="642244"/>
                </a:lnTo>
                <a:lnTo>
                  <a:pt x="60594" y="643615"/>
                </a:lnTo>
                <a:lnTo>
                  <a:pt x="60594" y="0"/>
                </a:lnTo>
                <a:close/>
              </a:path>
            </a:pathLst>
          </a:custGeom>
          <a:solidFill>
            <a:srgbClr val="FFD23F"/>
          </a:solidFill>
        </p:spPr>
        <p:txBody>
          <a:bodyPr wrap="square" lIns="0" tIns="0" rIns="0" bIns="0" rtlCol="0"/>
          <a:lstStyle/>
          <a:p>
            <a:endParaRPr/>
          </a:p>
        </p:txBody>
      </p:sp>
      <p:sp>
        <p:nvSpPr>
          <p:cNvPr id="120" name="object 120"/>
          <p:cNvSpPr/>
          <p:nvPr/>
        </p:nvSpPr>
        <p:spPr>
          <a:xfrm>
            <a:off x="6768784" y="2201844"/>
            <a:ext cx="60960" cy="637540"/>
          </a:xfrm>
          <a:custGeom>
            <a:avLst/>
            <a:gdLst/>
            <a:ahLst/>
            <a:cxnLst/>
            <a:rect l="l" t="t" r="r" b="b"/>
            <a:pathLst>
              <a:path w="60960" h="637539">
                <a:moveTo>
                  <a:pt x="60594" y="0"/>
                </a:moveTo>
                <a:lnTo>
                  <a:pt x="0" y="0"/>
                </a:lnTo>
                <a:lnTo>
                  <a:pt x="0" y="615756"/>
                </a:lnTo>
                <a:lnTo>
                  <a:pt x="40721" y="632490"/>
                </a:lnTo>
                <a:lnTo>
                  <a:pt x="60594" y="637367"/>
                </a:lnTo>
                <a:lnTo>
                  <a:pt x="60594" y="0"/>
                </a:lnTo>
                <a:close/>
              </a:path>
            </a:pathLst>
          </a:custGeom>
          <a:solidFill>
            <a:srgbClr val="FFCE2F"/>
          </a:solidFill>
        </p:spPr>
        <p:txBody>
          <a:bodyPr wrap="square" lIns="0" tIns="0" rIns="0" bIns="0" rtlCol="0"/>
          <a:lstStyle/>
          <a:p>
            <a:endParaRPr/>
          </a:p>
        </p:txBody>
      </p:sp>
      <p:sp>
        <p:nvSpPr>
          <p:cNvPr id="121" name="object 121"/>
          <p:cNvSpPr/>
          <p:nvPr/>
        </p:nvSpPr>
        <p:spPr>
          <a:xfrm>
            <a:off x="6755891" y="2201845"/>
            <a:ext cx="43180" cy="629285"/>
          </a:xfrm>
          <a:custGeom>
            <a:avLst/>
            <a:gdLst/>
            <a:ahLst/>
            <a:cxnLst/>
            <a:rect l="l" t="t" r="r" b="b"/>
            <a:pathLst>
              <a:path w="43179" h="629285">
                <a:moveTo>
                  <a:pt x="42702" y="0"/>
                </a:moveTo>
                <a:lnTo>
                  <a:pt x="0" y="0"/>
                </a:lnTo>
                <a:lnTo>
                  <a:pt x="0" y="599053"/>
                </a:lnTo>
                <a:lnTo>
                  <a:pt x="32765" y="625510"/>
                </a:lnTo>
                <a:lnTo>
                  <a:pt x="42702" y="629015"/>
                </a:lnTo>
                <a:lnTo>
                  <a:pt x="42702" y="0"/>
                </a:lnTo>
                <a:close/>
              </a:path>
            </a:pathLst>
          </a:custGeom>
          <a:solidFill>
            <a:srgbClr val="FFCC20"/>
          </a:solidFill>
        </p:spPr>
        <p:txBody>
          <a:bodyPr wrap="square" lIns="0" tIns="0" rIns="0" bIns="0" rtlCol="0"/>
          <a:lstStyle/>
          <a:p>
            <a:endParaRPr/>
          </a:p>
        </p:txBody>
      </p:sp>
      <p:sp>
        <p:nvSpPr>
          <p:cNvPr id="122" name="object 122"/>
          <p:cNvSpPr/>
          <p:nvPr/>
        </p:nvSpPr>
        <p:spPr>
          <a:xfrm>
            <a:off x="7574189" y="2201845"/>
            <a:ext cx="29845" cy="624205"/>
          </a:xfrm>
          <a:custGeom>
            <a:avLst/>
            <a:gdLst/>
            <a:ahLst/>
            <a:cxnLst/>
            <a:rect l="l" t="t" r="r" b="b"/>
            <a:pathLst>
              <a:path w="29845" h="624205">
                <a:moveTo>
                  <a:pt x="29809" y="0"/>
                </a:moveTo>
                <a:lnTo>
                  <a:pt x="0" y="0"/>
                </a:lnTo>
                <a:lnTo>
                  <a:pt x="0" y="624138"/>
                </a:lnTo>
                <a:lnTo>
                  <a:pt x="28803" y="602528"/>
                </a:lnTo>
                <a:lnTo>
                  <a:pt x="29809" y="599053"/>
                </a:lnTo>
                <a:lnTo>
                  <a:pt x="29809" y="0"/>
                </a:lnTo>
                <a:close/>
              </a:path>
            </a:pathLst>
          </a:custGeom>
          <a:solidFill>
            <a:srgbClr val="FFC400"/>
          </a:solidFill>
        </p:spPr>
        <p:txBody>
          <a:bodyPr wrap="square" lIns="0" tIns="0" rIns="0" bIns="0" rtlCol="0"/>
          <a:lstStyle/>
          <a:p>
            <a:endParaRPr/>
          </a:p>
        </p:txBody>
      </p:sp>
      <p:sp>
        <p:nvSpPr>
          <p:cNvPr id="123" name="object 123"/>
          <p:cNvSpPr/>
          <p:nvPr/>
        </p:nvSpPr>
        <p:spPr>
          <a:xfrm>
            <a:off x="6755891" y="2133601"/>
            <a:ext cx="848360" cy="136525"/>
          </a:xfrm>
          <a:custGeom>
            <a:avLst/>
            <a:gdLst/>
            <a:ahLst/>
            <a:cxnLst/>
            <a:rect l="l" t="t" r="r" b="b"/>
            <a:pathLst>
              <a:path w="848360" h="136525">
                <a:moveTo>
                  <a:pt x="424037" y="0"/>
                </a:moveTo>
                <a:lnTo>
                  <a:pt x="338632" y="1402"/>
                </a:lnTo>
                <a:lnTo>
                  <a:pt x="297911" y="2773"/>
                </a:lnTo>
                <a:lnTo>
                  <a:pt x="221467" y="8351"/>
                </a:lnTo>
                <a:lnTo>
                  <a:pt x="153923" y="15331"/>
                </a:lnTo>
                <a:lnTo>
                  <a:pt x="96347" y="25085"/>
                </a:lnTo>
                <a:lnTo>
                  <a:pt x="51633" y="35509"/>
                </a:lnTo>
                <a:lnTo>
                  <a:pt x="8930" y="54315"/>
                </a:lnTo>
                <a:lnTo>
                  <a:pt x="0" y="68244"/>
                </a:lnTo>
                <a:lnTo>
                  <a:pt x="1981" y="75224"/>
                </a:lnTo>
                <a:lnTo>
                  <a:pt x="51633" y="101010"/>
                </a:lnTo>
                <a:lnTo>
                  <a:pt x="96347" y="111465"/>
                </a:lnTo>
                <a:lnTo>
                  <a:pt x="153923" y="121188"/>
                </a:lnTo>
                <a:lnTo>
                  <a:pt x="221467" y="128168"/>
                </a:lnTo>
                <a:lnTo>
                  <a:pt x="297911" y="133715"/>
                </a:lnTo>
                <a:lnTo>
                  <a:pt x="338632" y="135117"/>
                </a:lnTo>
                <a:lnTo>
                  <a:pt x="424037" y="136519"/>
                </a:lnTo>
                <a:lnTo>
                  <a:pt x="509442" y="135117"/>
                </a:lnTo>
                <a:lnTo>
                  <a:pt x="550163" y="133715"/>
                </a:lnTo>
                <a:lnTo>
                  <a:pt x="625662" y="128168"/>
                </a:lnTo>
                <a:lnTo>
                  <a:pt x="693176" y="121188"/>
                </a:lnTo>
                <a:lnTo>
                  <a:pt x="750783" y="111465"/>
                </a:lnTo>
                <a:lnTo>
                  <a:pt x="796472" y="101010"/>
                </a:lnTo>
                <a:lnTo>
                  <a:pt x="839175" y="82174"/>
                </a:lnTo>
                <a:lnTo>
                  <a:pt x="848105" y="68244"/>
                </a:lnTo>
                <a:lnTo>
                  <a:pt x="846124" y="61295"/>
                </a:lnTo>
                <a:lnTo>
                  <a:pt x="796472" y="35509"/>
                </a:lnTo>
                <a:lnTo>
                  <a:pt x="750783" y="25085"/>
                </a:lnTo>
                <a:lnTo>
                  <a:pt x="693176" y="15331"/>
                </a:lnTo>
                <a:lnTo>
                  <a:pt x="625662" y="8351"/>
                </a:lnTo>
                <a:lnTo>
                  <a:pt x="550163" y="2773"/>
                </a:lnTo>
                <a:lnTo>
                  <a:pt x="509442" y="1402"/>
                </a:lnTo>
                <a:lnTo>
                  <a:pt x="424037" y="0"/>
                </a:lnTo>
                <a:close/>
              </a:path>
            </a:pathLst>
          </a:custGeom>
          <a:solidFill>
            <a:srgbClr val="FFC400"/>
          </a:solidFill>
        </p:spPr>
        <p:txBody>
          <a:bodyPr wrap="square" lIns="0" tIns="0" rIns="0" bIns="0" rtlCol="0"/>
          <a:lstStyle/>
          <a:p>
            <a:endParaRPr/>
          </a:p>
        </p:txBody>
      </p:sp>
      <p:sp>
        <p:nvSpPr>
          <p:cNvPr id="124" name="object 124"/>
          <p:cNvSpPr/>
          <p:nvPr/>
        </p:nvSpPr>
        <p:spPr>
          <a:xfrm>
            <a:off x="6921490" y="2362200"/>
            <a:ext cx="499745" cy="285750"/>
          </a:xfrm>
          <a:custGeom>
            <a:avLst/>
            <a:gdLst/>
            <a:ahLst/>
            <a:cxnLst/>
            <a:rect l="l" t="t" r="r" b="b"/>
            <a:pathLst>
              <a:path w="499745" h="285750">
                <a:moveTo>
                  <a:pt x="302666" y="0"/>
                </a:moveTo>
                <a:lnTo>
                  <a:pt x="0" y="0"/>
                </a:lnTo>
                <a:lnTo>
                  <a:pt x="15" y="36467"/>
                </a:lnTo>
                <a:lnTo>
                  <a:pt x="138" y="85724"/>
                </a:lnTo>
                <a:lnTo>
                  <a:pt x="468" y="128587"/>
                </a:lnTo>
                <a:lnTo>
                  <a:pt x="1110" y="171449"/>
                </a:lnTo>
                <a:lnTo>
                  <a:pt x="2168" y="214312"/>
                </a:lnTo>
                <a:lnTo>
                  <a:pt x="3746" y="257174"/>
                </a:lnTo>
                <a:lnTo>
                  <a:pt x="5139" y="285749"/>
                </a:lnTo>
                <a:lnTo>
                  <a:pt x="81314" y="285335"/>
                </a:lnTo>
                <a:lnTo>
                  <a:pt x="144793" y="283410"/>
                </a:lnTo>
                <a:lnTo>
                  <a:pt x="182880" y="281035"/>
                </a:lnTo>
                <a:lnTo>
                  <a:pt x="182914" y="268379"/>
                </a:lnTo>
                <a:lnTo>
                  <a:pt x="183059" y="255713"/>
                </a:lnTo>
                <a:lnTo>
                  <a:pt x="186358" y="205025"/>
                </a:lnTo>
                <a:lnTo>
                  <a:pt x="293192" y="179651"/>
                </a:lnTo>
                <a:lnTo>
                  <a:pt x="308617" y="179340"/>
                </a:lnTo>
                <a:lnTo>
                  <a:pt x="351508" y="176720"/>
                </a:lnTo>
                <a:lnTo>
                  <a:pt x="389696" y="171393"/>
                </a:lnTo>
                <a:lnTo>
                  <a:pt x="434123" y="159685"/>
                </a:lnTo>
                <a:lnTo>
                  <a:pt x="476498" y="136318"/>
                </a:lnTo>
                <a:lnTo>
                  <a:pt x="488265" y="121797"/>
                </a:lnTo>
                <a:lnTo>
                  <a:pt x="220948" y="121797"/>
                </a:lnTo>
                <a:lnTo>
                  <a:pt x="182879" y="121534"/>
                </a:lnTo>
                <a:lnTo>
                  <a:pt x="182879" y="58033"/>
                </a:lnTo>
                <a:lnTo>
                  <a:pt x="492167" y="58033"/>
                </a:lnTo>
                <a:lnTo>
                  <a:pt x="490728" y="55269"/>
                </a:lnTo>
                <a:lnTo>
                  <a:pt x="459630" y="27908"/>
                </a:lnTo>
                <a:lnTo>
                  <a:pt x="413897" y="10495"/>
                </a:lnTo>
                <a:lnTo>
                  <a:pt x="363963" y="2623"/>
                </a:lnTo>
                <a:lnTo>
                  <a:pt x="319055" y="163"/>
                </a:lnTo>
                <a:lnTo>
                  <a:pt x="302666" y="0"/>
                </a:lnTo>
                <a:close/>
              </a:path>
              <a:path w="499745" h="285750">
                <a:moveTo>
                  <a:pt x="492167" y="58033"/>
                </a:moveTo>
                <a:lnTo>
                  <a:pt x="182879" y="58033"/>
                </a:lnTo>
                <a:lnTo>
                  <a:pt x="239516" y="58056"/>
                </a:lnTo>
                <a:lnTo>
                  <a:pt x="254493" y="58489"/>
                </a:lnTo>
                <a:lnTo>
                  <a:pt x="302963" y="68139"/>
                </a:lnTo>
                <a:lnTo>
                  <a:pt x="321510" y="96773"/>
                </a:lnTo>
                <a:lnTo>
                  <a:pt x="313917" y="105793"/>
                </a:lnTo>
                <a:lnTo>
                  <a:pt x="269129" y="119845"/>
                </a:lnTo>
                <a:lnTo>
                  <a:pt x="220948" y="121797"/>
                </a:lnTo>
                <a:lnTo>
                  <a:pt x="488265" y="121797"/>
                </a:lnTo>
                <a:lnTo>
                  <a:pt x="491441" y="116716"/>
                </a:lnTo>
                <a:lnTo>
                  <a:pt x="495997" y="104940"/>
                </a:lnTo>
                <a:lnTo>
                  <a:pt x="498592" y="91637"/>
                </a:lnTo>
                <a:lnTo>
                  <a:pt x="499213" y="76651"/>
                </a:lnTo>
                <a:lnTo>
                  <a:pt x="496115" y="65612"/>
                </a:lnTo>
                <a:lnTo>
                  <a:pt x="492167" y="58033"/>
                </a:lnTo>
                <a:close/>
              </a:path>
            </a:pathLst>
          </a:custGeom>
          <a:solidFill>
            <a:srgbClr val="000000"/>
          </a:solidFill>
        </p:spPr>
        <p:txBody>
          <a:bodyPr wrap="square" lIns="0" tIns="0" rIns="0" bIns="0" rtlCol="0"/>
          <a:lstStyle/>
          <a:p>
            <a:endParaRPr/>
          </a:p>
        </p:txBody>
      </p:sp>
      <p:sp>
        <p:nvSpPr>
          <p:cNvPr id="125" name="object 125"/>
          <p:cNvSpPr/>
          <p:nvPr/>
        </p:nvSpPr>
        <p:spPr>
          <a:xfrm>
            <a:off x="7104370" y="2420235"/>
            <a:ext cx="139065" cy="64135"/>
          </a:xfrm>
          <a:custGeom>
            <a:avLst/>
            <a:gdLst/>
            <a:ahLst/>
            <a:cxnLst/>
            <a:rect l="l" t="t" r="r" b="b"/>
            <a:pathLst>
              <a:path w="139064" h="64135">
                <a:moveTo>
                  <a:pt x="0" y="0"/>
                </a:moveTo>
                <a:lnTo>
                  <a:pt x="0" y="12735"/>
                </a:lnTo>
                <a:lnTo>
                  <a:pt x="0" y="25446"/>
                </a:lnTo>
                <a:lnTo>
                  <a:pt x="0" y="38141"/>
                </a:lnTo>
                <a:lnTo>
                  <a:pt x="0" y="50823"/>
                </a:lnTo>
                <a:lnTo>
                  <a:pt x="0" y="63500"/>
                </a:lnTo>
                <a:lnTo>
                  <a:pt x="12670" y="63667"/>
                </a:lnTo>
                <a:lnTo>
                  <a:pt x="25351" y="63742"/>
                </a:lnTo>
                <a:lnTo>
                  <a:pt x="38068" y="63763"/>
                </a:lnTo>
                <a:lnTo>
                  <a:pt x="56437" y="63547"/>
                </a:lnTo>
                <a:lnTo>
                  <a:pt x="97999" y="60285"/>
                </a:lnTo>
                <a:lnTo>
                  <a:pt x="138630" y="38739"/>
                </a:lnTo>
                <a:lnTo>
                  <a:pt x="137222" y="24825"/>
                </a:lnTo>
                <a:lnTo>
                  <a:pt x="97713" y="3425"/>
                </a:lnTo>
                <a:lnTo>
                  <a:pt x="56636" y="22"/>
                </a:lnTo>
                <a:lnTo>
                  <a:pt x="17136" y="0"/>
                </a:lnTo>
                <a:lnTo>
                  <a:pt x="5347" y="0"/>
                </a:lnTo>
                <a:lnTo>
                  <a:pt x="0" y="0"/>
                </a:lnTo>
                <a:close/>
              </a:path>
            </a:pathLst>
          </a:custGeom>
          <a:ln w="9143">
            <a:solidFill>
              <a:srgbClr val="000000"/>
            </a:solidFill>
          </a:ln>
        </p:spPr>
        <p:txBody>
          <a:bodyPr wrap="square" lIns="0" tIns="0" rIns="0" bIns="0" rtlCol="0"/>
          <a:lstStyle/>
          <a:p>
            <a:endParaRPr/>
          </a:p>
        </p:txBody>
      </p:sp>
      <p:sp>
        <p:nvSpPr>
          <p:cNvPr id="126" name="object 126"/>
          <p:cNvSpPr/>
          <p:nvPr/>
        </p:nvSpPr>
        <p:spPr>
          <a:xfrm>
            <a:off x="6921490" y="2362200"/>
            <a:ext cx="499745" cy="285750"/>
          </a:xfrm>
          <a:custGeom>
            <a:avLst/>
            <a:gdLst/>
            <a:ahLst/>
            <a:cxnLst/>
            <a:rect l="l" t="t" r="r" b="b"/>
            <a:pathLst>
              <a:path w="499745" h="285750">
                <a:moveTo>
                  <a:pt x="0" y="0"/>
                </a:moveTo>
                <a:lnTo>
                  <a:pt x="15129" y="0"/>
                </a:lnTo>
                <a:lnTo>
                  <a:pt x="30260" y="0"/>
                </a:lnTo>
                <a:lnTo>
                  <a:pt x="45391" y="0"/>
                </a:lnTo>
                <a:lnTo>
                  <a:pt x="60524" y="0"/>
                </a:lnTo>
                <a:lnTo>
                  <a:pt x="75658" y="0"/>
                </a:lnTo>
                <a:lnTo>
                  <a:pt x="90792" y="0"/>
                </a:lnTo>
                <a:lnTo>
                  <a:pt x="105926" y="0"/>
                </a:lnTo>
                <a:lnTo>
                  <a:pt x="121062" y="0"/>
                </a:lnTo>
                <a:lnTo>
                  <a:pt x="136197" y="0"/>
                </a:lnTo>
                <a:lnTo>
                  <a:pt x="151333" y="0"/>
                </a:lnTo>
                <a:lnTo>
                  <a:pt x="166468" y="0"/>
                </a:lnTo>
                <a:lnTo>
                  <a:pt x="181604" y="0"/>
                </a:lnTo>
                <a:lnTo>
                  <a:pt x="302666" y="0"/>
                </a:lnTo>
                <a:lnTo>
                  <a:pt x="319055" y="163"/>
                </a:lnTo>
                <a:lnTo>
                  <a:pt x="363963" y="2623"/>
                </a:lnTo>
                <a:lnTo>
                  <a:pt x="402479" y="8035"/>
                </a:lnTo>
                <a:lnTo>
                  <a:pt x="443886" y="19842"/>
                </a:lnTo>
                <a:lnTo>
                  <a:pt x="482931" y="45571"/>
                </a:lnTo>
                <a:lnTo>
                  <a:pt x="499213" y="76651"/>
                </a:lnTo>
                <a:lnTo>
                  <a:pt x="498592" y="91637"/>
                </a:lnTo>
                <a:lnTo>
                  <a:pt x="476498" y="136318"/>
                </a:lnTo>
                <a:lnTo>
                  <a:pt x="434123" y="159685"/>
                </a:lnTo>
                <a:lnTo>
                  <a:pt x="389696" y="171393"/>
                </a:lnTo>
                <a:lnTo>
                  <a:pt x="351508" y="176720"/>
                </a:lnTo>
                <a:lnTo>
                  <a:pt x="308617" y="179340"/>
                </a:lnTo>
                <a:lnTo>
                  <a:pt x="264461" y="179683"/>
                </a:lnTo>
                <a:lnTo>
                  <a:pt x="226015" y="179705"/>
                </a:lnTo>
                <a:lnTo>
                  <a:pt x="190769" y="179710"/>
                </a:lnTo>
                <a:lnTo>
                  <a:pt x="188266" y="192362"/>
                </a:lnTo>
                <a:lnTo>
                  <a:pt x="184003" y="230368"/>
                </a:lnTo>
                <a:lnTo>
                  <a:pt x="182880" y="281035"/>
                </a:lnTo>
                <a:lnTo>
                  <a:pt x="170184" y="281951"/>
                </a:lnTo>
                <a:lnTo>
                  <a:pt x="132097" y="283973"/>
                </a:lnTo>
                <a:lnTo>
                  <a:pt x="94009" y="285109"/>
                </a:lnTo>
                <a:lnTo>
                  <a:pt x="43226" y="285687"/>
                </a:lnTo>
                <a:lnTo>
                  <a:pt x="5139" y="285749"/>
                </a:lnTo>
                <a:lnTo>
                  <a:pt x="4406" y="271462"/>
                </a:lnTo>
                <a:lnTo>
                  <a:pt x="2631" y="228599"/>
                </a:lnTo>
                <a:lnTo>
                  <a:pt x="1411" y="185737"/>
                </a:lnTo>
                <a:lnTo>
                  <a:pt x="642" y="142874"/>
                </a:lnTo>
                <a:lnTo>
                  <a:pt x="220" y="100012"/>
                </a:lnTo>
                <a:lnTo>
                  <a:pt x="41" y="57149"/>
                </a:lnTo>
                <a:lnTo>
                  <a:pt x="0" y="14287"/>
                </a:lnTo>
                <a:lnTo>
                  <a:pt x="0" y="0"/>
                </a:lnTo>
                <a:close/>
              </a:path>
            </a:pathLst>
          </a:custGeom>
          <a:ln w="9143">
            <a:solidFill>
              <a:srgbClr val="000000"/>
            </a:solidFill>
          </a:ln>
        </p:spPr>
        <p:txBody>
          <a:bodyPr wrap="square" lIns="0" tIns="0" rIns="0" bIns="0" rtlCol="0"/>
          <a:lstStyle/>
          <a:p>
            <a:endParaRPr/>
          </a:p>
        </p:txBody>
      </p:sp>
      <p:sp>
        <p:nvSpPr>
          <p:cNvPr id="127" name="object 127"/>
          <p:cNvSpPr/>
          <p:nvPr/>
        </p:nvSpPr>
        <p:spPr>
          <a:xfrm>
            <a:off x="7277252" y="4448809"/>
            <a:ext cx="55244" cy="0"/>
          </a:xfrm>
          <a:custGeom>
            <a:avLst/>
            <a:gdLst/>
            <a:ahLst/>
            <a:cxnLst/>
            <a:rect l="l" t="t" r="r" b="b"/>
            <a:pathLst>
              <a:path w="55245">
                <a:moveTo>
                  <a:pt x="0" y="0"/>
                </a:moveTo>
                <a:lnTo>
                  <a:pt x="55117" y="0"/>
                </a:lnTo>
              </a:path>
            </a:pathLst>
          </a:custGeom>
          <a:ln w="3809">
            <a:solidFill>
              <a:srgbClr val="FFF9E8"/>
            </a:solidFill>
          </a:ln>
        </p:spPr>
        <p:txBody>
          <a:bodyPr wrap="square" lIns="0" tIns="0" rIns="0" bIns="0" rtlCol="0"/>
          <a:lstStyle/>
          <a:p>
            <a:endParaRPr/>
          </a:p>
        </p:txBody>
      </p:sp>
      <p:sp>
        <p:nvSpPr>
          <p:cNvPr id="128" name="object 128"/>
          <p:cNvSpPr/>
          <p:nvPr/>
        </p:nvSpPr>
        <p:spPr>
          <a:xfrm>
            <a:off x="7277253" y="3785871"/>
            <a:ext cx="29845" cy="159385"/>
          </a:xfrm>
          <a:custGeom>
            <a:avLst/>
            <a:gdLst/>
            <a:ahLst/>
            <a:cxnLst/>
            <a:rect l="l" t="t" r="r" b="b"/>
            <a:pathLst>
              <a:path w="29845" h="159385">
                <a:moveTo>
                  <a:pt x="0" y="159004"/>
                </a:moveTo>
                <a:lnTo>
                  <a:pt x="29809" y="159004"/>
                </a:lnTo>
                <a:lnTo>
                  <a:pt x="29809" y="0"/>
                </a:lnTo>
                <a:lnTo>
                  <a:pt x="0" y="0"/>
                </a:lnTo>
                <a:lnTo>
                  <a:pt x="0" y="159004"/>
                </a:lnTo>
                <a:close/>
              </a:path>
            </a:pathLst>
          </a:custGeom>
          <a:solidFill>
            <a:srgbClr val="FFF9E8"/>
          </a:solidFill>
        </p:spPr>
        <p:txBody>
          <a:bodyPr wrap="square" lIns="0" tIns="0" rIns="0" bIns="0" rtlCol="0"/>
          <a:lstStyle/>
          <a:p>
            <a:endParaRPr/>
          </a:p>
        </p:txBody>
      </p:sp>
      <p:sp>
        <p:nvSpPr>
          <p:cNvPr id="129" name="object 129"/>
          <p:cNvSpPr/>
          <p:nvPr/>
        </p:nvSpPr>
        <p:spPr>
          <a:xfrm>
            <a:off x="7277253" y="4230623"/>
            <a:ext cx="29845" cy="217170"/>
          </a:xfrm>
          <a:custGeom>
            <a:avLst/>
            <a:gdLst/>
            <a:ahLst/>
            <a:cxnLst/>
            <a:rect l="l" t="t" r="r" b="b"/>
            <a:pathLst>
              <a:path w="29845" h="217170">
                <a:moveTo>
                  <a:pt x="0" y="216915"/>
                </a:moveTo>
                <a:lnTo>
                  <a:pt x="29809" y="216915"/>
                </a:lnTo>
                <a:lnTo>
                  <a:pt x="29809" y="0"/>
                </a:lnTo>
                <a:lnTo>
                  <a:pt x="0" y="0"/>
                </a:lnTo>
                <a:lnTo>
                  <a:pt x="0" y="216915"/>
                </a:lnTo>
                <a:close/>
              </a:path>
            </a:pathLst>
          </a:custGeom>
          <a:solidFill>
            <a:srgbClr val="FFF9E8"/>
          </a:solidFill>
        </p:spPr>
        <p:txBody>
          <a:bodyPr wrap="square" lIns="0" tIns="0" rIns="0" bIns="0" rtlCol="0"/>
          <a:lstStyle/>
          <a:p>
            <a:endParaRPr/>
          </a:p>
        </p:txBody>
      </p:sp>
      <p:sp>
        <p:nvSpPr>
          <p:cNvPr id="130" name="object 130"/>
          <p:cNvSpPr/>
          <p:nvPr/>
        </p:nvSpPr>
        <p:spPr>
          <a:xfrm>
            <a:off x="7307061" y="4448809"/>
            <a:ext cx="25400" cy="0"/>
          </a:xfrm>
          <a:custGeom>
            <a:avLst/>
            <a:gdLst/>
            <a:ahLst/>
            <a:cxnLst/>
            <a:rect l="l" t="t" r="r" b="b"/>
            <a:pathLst>
              <a:path w="25400">
                <a:moveTo>
                  <a:pt x="0" y="0"/>
                </a:moveTo>
                <a:lnTo>
                  <a:pt x="25307" y="0"/>
                </a:lnTo>
              </a:path>
            </a:pathLst>
          </a:custGeom>
          <a:ln w="3809">
            <a:solidFill>
              <a:srgbClr val="FFF4D1"/>
            </a:solidFill>
          </a:ln>
        </p:spPr>
        <p:txBody>
          <a:bodyPr wrap="square" lIns="0" tIns="0" rIns="0" bIns="0" rtlCol="0"/>
          <a:lstStyle/>
          <a:p>
            <a:endParaRPr/>
          </a:p>
        </p:txBody>
      </p:sp>
      <p:sp>
        <p:nvSpPr>
          <p:cNvPr id="131" name="object 131"/>
          <p:cNvSpPr/>
          <p:nvPr/>
        </p:nvSpPr>
        <p:spPr>
          <a:xfrm>
            <a:off x="7307061" y="4446270"/>
            <a:ext cx="39370" cy="1270"/>
          </a:xfrm>
          <a:custGeom>
            <a:avLst/>
            <a:gdLst/>
            <a:ahLst/>
            <a:cxnLst/>
            <a:rect l="l" t="t" r="r" b="b"/>
            <a:pathLst>
              <a:path w="39370" h="1270">
                <a:moveTo>
                  <a:pt x="0" y="634"/>
                </a:moveTo>
                <a:lnTo>
                  <a:pt x="38993" y="634"/>
                </a:lnTo>
              </a:path>
            </a:pathLst>
          </a:custGeom>
          <a:ln w="3175">
            <a:solidFill>
              <a:srgbClr val="FFF4D1"/>
            </a:solidFill>
          </a:ln>
        </p:spPr>
        <p:txBody>
          <a:bodyPr wrap="square" lIns="0" tIns="0" rIns="0" bIns="0" rtlCol="0"/>
          <a:lstStyle/>
          <a:p>
            <a:endParaRPr/>
          </a:p>
        </p:txBody>
      </p:sp>
      <p:sp>
        <p:nvSpPr>
          <p:cNvPr id="132" name="object 132"/>
          <p:cNvSpPr/>
          <p:nvPr/>
        </p:nvSpPr>
        <p:spPr>
          <a:xfrm>
            <a:off x="7307061" y="3785871"/>
            <a:ext cx="59690" cy="159385"/>
          </a:xfrm>
          <a:custGeom>
            <a:avLst/>
            <a:gdLst/>
            <a:ahLst/>
            <a:cxnLst/>
            <a:rect l="l" t="t" r="r" b="b"/>
            <a:pathLst>
              <a:path w="59689" h="159385">
                <a:moveTo>
                  <a:pt x="0" y="159004"/>
                </a:moveTo>
                <a:lnTo>
                  <a:pt x="59588" y="159004"/>
                </a:lnTo>
                <a:lnTo>
                  <a:pt x="59588" y="0"/>
                </a:lnTo>
                <a:lnTo>
                  <a:pt x="0" y="0"/>
                </a:lnTo>
                <a:lnTo>
                  <a:pt x="0" y="159004"/>
                </a:lnTo>
                <a:close/>
              </a:path>
            </a:pathLst>
          </a:custGeom>
          <a:solidFill>
            <a:srgbClr val="FFF4D1"/>
          </a:solidFill>
        </p:spPr>
        <p:txBody>
          <a:bodyPr wrap="square" lIns="0" tIns="0" rIns="0" bIns="0" rtlCol="0"/>
          <a:lstStyle/>
          <a:p>
            <a:endParaRPr/>
          </a:p>
        </p:txBody>
      </p:sp>
      <p:sp>
        <p:nvSpPr>
          <p:cNvPr id="133" name="object 133"/>
          <p:cNvSpPr/>
          <p:nvPr/>
        </p:nvSpPr>
        <p:spPr>
          <a:xfrm>
            <a:off x="7307061" y="4230623"/>
            <a:ext cx="59690" cy="215900"/>
          </a:xfrm>
          <a:custGeom>
            <a:avLst/>
            <a:gdLst/>
            <a:ahLst/>
            <a:cxnLst/>
            <a:rect l="l" t="t" r="r" b="b"/>
            <a:pathLst>
              <a:path w="59689" h="215900">
                <a:moveTo>
                  <a:pt x="0" y="215645"/>
                </a:moveTo>
                <a:lnTo>
                  <a:pt x="59588" y="215645"/>
                </a:lnTo>
                <a:lnTo>
                  <a:pt x="59588" y="0"/>
                </a:lnTo>
                <a:lnTo>
                  <a:pt x="0" y="0"/>
                </a:lnTo>
                <a:lnTo>
                  <a:pt x="0" y="215645"/>
                </a:lnTo>
                <a:close/>
              </a:path>
            </a:pathLst>
          </a:custGeom>
          <a:solidFill>
            <a:srgbClr val="FFF4D1"/>
          </a:solidFill>
        </p:spPr>
        <p:txBody>
          <a:bodyPr wrap="square" lIns="0" tIns="0" rIns="0" bIns="0" rtlCol="0"/>
          <a:lstStyle/>
          <a:p>
            <a:endParaRPr/>
          </a:p>
        </p:txBody>
      </p:sp>
      <p:sp>
        <p:nvSpPr>
          <p:cNvPr id="134" name="object 134"/>
          <p:cNvSpPr/>
          <p:nvPr/>
        </p:nvSpPr>
        <p:spPr>
          <a:xfrm>
            <a:off x="7335865" y="3785280"/>
            <a:ext cx="60960" cy="662940"/>
          </a:xfrm>
          <a:custGeom>
            <a:avLst/>
            <a:gdLst/>
            <a:ahLst/>
            <a:cxnLst/>
            <a:rect l="l" t="t" r="r" b="b"/>
            <a:pathLst>
              <a:path w="60960" h="662939">
                <a:moveTo>
                  <a:pt x="60563" y="0"/>
                </a:moveTo>
                <a:lnTo>
                  <a:pt x="0" y="0"/>
                </a:lnTo>
                <a:lnTo>
                  <a:pt x="0" y="662443"/>
                </a:lnTo>
                <a:lnTo>
                  <a:pt x="15880" y="661050"/>
                </a:lnTo>
                <a:lnTo>
                  <a:pt x="23835" y="661050"/>
                </a:lnTo>
                <a:lnTo>
                  <a:pt x="30784" y="660358"/>
                </a:lnTo>
                <a:lnTo>
                  <a:pt x="60563" y="657572"/>
                </a:lnTo>
                <a:lnTo>
                  <a:pt x="60563" y="0"/>
                </a:lnTo>
                <a:close/>
              </a:path>
            </a:pathLst>
          </a:custGeom>
          <a:solidFill>
            <a:srgbClr val="FFEFB9"/>
          </a:solidFill>
        </p:spPr>
        <p:txBody>
          <a:bodyPr wrap="square" lIns="0" tIns="0" rIns="0" bIns="0" rtlCol="0"/>
          <a:lstStyle/>
          <a:p>
            <a:endParaRPr/>
          </a:p>
        </p:txBody>
      </p:sp>
      <p:sp>
        <p:nvSpPr>
          <p:cNvPr id="135" name="object 135"/>
          <p:cNvSpPr/>
          <p:nvPr/>
        </p:nvSpPr>
        <p:spPr>
          <a:xfrm>
            <a:off x="7365644" y="3785280"/>
            <a:ext cx="60960" cy="660400"/>
          </a:xfrm>
          <a:custGeom>
            <a:avLst/>
            <a:gdLst/>
            <a:ahLst/>
            <a:cxnLst/>
            <a:rect l="l" t="t" r="r" b="b"/>
            <a:pathLst>
              <a:path w="60960" h="660400">
                <a:moveTo>
                  <a:pt x="60594" y="0"/>
                </a:moveTo>
                <a:lnTo>
                  <a:pt x="0" y="0"/>
                </a:lnTo>
                <a:lnTo>
                  <a:pt x="0" y="660358"/>
                </a:lnTo>
                <a:lnTo>
                  <a:pt x="23835" y="658261"/>
                </a:lnTo>
                <a:lnTo>
                  <a:pt x="30784" y="657572"/>
                </a:lnTo>
                <a:lnTo>
                  <a:pt x="38740" y="656868"/>
                </a:lnTo>
                <a:lnTo>
                  <a:pt x="45689" y="656179"/>
                </a:lnTo>
                <a:lnTo>
                  <a:pt x="60594" y="654786"/>
                </a:lnTo>
                <a:lnTo>
                  <a:pt x="60594" y="0"/>
                </a:lnTo>
                <a:close/>
              </a:path>
            </a:pathLst>
          </a:custGeom>
          <a:solidFill>
            <a:srgbClr val="FFEAA2"/>
          </a:solidFill>
        </p:spPr>
        <p:txBody>
          <a:bodyPr wrap="square" lIns="0" tIns="0" rIns="0" bIns="0" rtlCol="0"/>
          <a:lstStyle/>
          <a:p>
            <a:endParaRPr/>
          </a:p>
        </p:txBody>
      </p:sp>
      <p:sp>
        <p:nvSpPr>
          <p:cNvPr id="136" name="object 136"/>
          <p:cNvSpPr/>
          <p:nvPr/>
        </p:nvSpPr>
        <p:spPr>
          <a:xfrm>
            <a:off x="7395453" y="3785280"/>
            <a:ext cx="59690" cy="657860"/>
          </a:xfrm>
          <a:custGeom>
            <a:avLst/>
            <a:gdLst/>
            <a:ahLst/>
            <a:cxnLst/>
            <a:rect l="l" t="t" r="r" b="b"/>
            <a:pathLst>
              <a:path w="59689" h="657860">
                <a:moveTo>
                  <a:pt x="59588" y="0"/>
                </a:moveTo>
                <a:lnTo>
                  <a:pt x="0" y="0"/>
                </a:lnTo>
                <a:lnTo>
                  <a:pt x="0" y="657572"/>
                </a:lnTo>
                <a:lnTo>
                  <a:pt x="23804" y="655475"/>
                </a:lnTo>
                <a:lnTo>
                  <a:pt x="31760" y="654082"/>
                </a:lnTo>
                <a:lnTo>
                  <a:pt x="45659" y="652689"/>
                </a:lnTo>
                <a:lnTo>
                  <a:pt x="52608" y="651296"/>
                </a:lnTo>
                <a:lnTo>
                  <a:pt x="59588" y="650595"/>
                </a:lnTo>
                <a:lnTo>
                  <a:pt x="59588" y="0"/>
                </a:lnTo>
                <a:close/>
              </a:path>
            </a:pathLst>
          </a:custGeom>
          <a:solidFill>
            <a:srgbClr val="FFE28B"/>
          </a:solidFill>
        </p:spPr>
        <p:txBody>
          <a:bodyPr wrap="square" lIns="0" tIns="0" rIns="0" bIns="0" rtlCol="0"/>
          <a:lstStyle/>
          <a:p>
            <a:endParaRPr/>
          </a:p>
        </p:txBody>
      </p:sp>
      <p:sp>
        <p:nvSpPr>
          <p:cNvPr id="137" name="object 137"/>
          <p:cNvSpPr/>
          <p:nvPr/>
        </p:nvSpPr>
        <p:spPr>
          <a:xfrm>
            <a:off x="7425232" y="3785280"/>
            <a:ext cx="59690" cy="655320"/>
          </a:xfrm>
          <a:custGeom>
            <a:avLst/>
            <a:gdLst/>
            <a:ahLst/>
            <a:cxnLst/>
            <a:rect l="l" t="t" r="r" b="b"/>
            <a:pathLst>
              <a:path w="59689" h="655320">
                <a:moveTo>
                  <a:pt x="59588" y="0"/>
                </a:moveTo>
                <a:lnTo>
                  <a:pt x="0" y="0"/>
                </a:lnTo>
                <a:lnTo>
                  <a:pt x="0" y="654786"/>
                </a:lnTo>
                <a:lnTo>
                  <a:pt x="7955" y="653393"/>
                </a:lnTo>
                <a:lnTo>
                  <a:pt x="15880" y="652689"/>
                </a:lnTo>
                <a:lnTo>
                  <a:pt x="23835" y="651296"/>
                </a:lnTo>
                <a:lnTo>
                  <a:pt x="31790" y="650595"/>
                </a:lnTo>
                <a:lnTo>
                  <a:pt x="38740" y="649202"/>
                </a:lnTo>
                <a:lnTo>
                  <a:pt x="45689" y="648510"/>
                </a:lnTo>
                <a:lnTo>
                  <a:pt x="52638" y="647117"/>
                </a:lnTo>
                <a:lnTo>
                  <a:pt x="59588" y="646416"/>
                </a:lnTo>
                <a:lnTo>
                  <a:pt x="59588" y="0"/>
                </a:lnTo>
                <a:close/>
              </a:path>
            </a:pathLst>
          </a:custGeom>
          <a:solidFill>
            <a:srgbClr val="FFDD71"/>
          </a:solidFill>
        </p:spPr>
        <p:txBody>
          <a:bodyPr wrap="square" lIns="0" tIns="0" rIns="0" bIns="0" rtlCol="0"/>
          <a:lstStyle/>
          <a:p>
            <a:endParaRPr/>
          </a:p>
        </p:txBody>
      </p:sp>
      <p:sp>
        <p:nvSpPr>
          <p:cNvPr id="138" name="object 138"/>
          <p:cNvSpPr/>
          <p:nvPr/>
        </p:nvSpPr>
        <p:spPr>
          <a:xfrm>
            <a:off x="7455042" y="3785281"/>
            <a:ext cx="59690" cy="650875"/>
          </a:xfrm>
          <a:custGeom>
            <a:avLst/>
            <a:gdLst/>
            <a:ahLst/>
            <a:cxnLst/>
            <a:rect l="l" t="t" r="r" b="b"/>
            <a:pathLst>
              <a:path w="59689" h="650875">
                <a:moveTo>
                  <a:pt x="59557" y="0"/>
                </a:moveTo>
                <a:lnTo>
                  <a:pt x="0" y="0"/>
                </a:lnTo>
                <a:lnTo>
                  <a:pt x="0" y="650595"/>
                </a:lnTo>
                <a:lnTo>
                  <a:pt x="7924" y="649202"/>
                </a:lnTo>
                <a:lnTo>
                  <a:pt x="15880" y="648510"/>
                </a:lnTo>
                <a:lnTo>
                  <a:pt x="31760" y="645724"/>
                </a:lnTo>
                <a:lnTo>
                  <a:pt x="38709" y="645023"/>
                </a:lnTo>
                <a:lnTo>
                  <a:pt x="59557" y="640845"/>
                </a:lnTo>
                <a:lnTo>
                  <a:pt x="59557" y="0"/>
                </a:lnTo>
                <a:close/>
              </a:path>
            </a:pathLst>
          </a:custGeom>
          <a:solidFill>
            <a:srgbClr val="FFD85B"/>
          </a:solidFill>
        </p:spPr>
        <p:txBody>
          <a:bodyPr wrap="square" lIns="0" tIns="0" rIns="0" bIns="0" rtlCol="0"/>
          <a:lstStyle/>
          <a:p>
            <a:endParaRPr/>
          </a:p>
        </p:txBody>
      </p:sp>
      <p:sp>
        <p:nvSpPr>
          <p:cNvPr id="139" name="object 139"/>
          <p:cNvSpPr/>
          <p:nvPr/>
        </p:nvSpPr>
        <p:spPr>
          <a:xfrm>
            <a:off x="7484821" y="3785280"/>
            <a:ext cx="59690" cy="646430"/>
          </a:xfrm>
          <a:custGeom>
            <a:avLst/>
            <a:gdLst/>
            <a:ahLst/>
            <a:cxnLst/>
            <a:rect l="l" t="t" r="r" b="b"/>
            <a:pathLst>
              <a:path w="59689" h="646429">
                <a:moveTo>
                  <a:pt x="59588" y="0"/>
                </a:moveTo>
                <a:lnTo>
                  <a:pt x="0" y="0"/>
                </a:lnTo>
                <a:lnTo>
                  <a:pt x="0" y="646416"/>
                </a:lnTo>
                <a:lnTo>
                  <a:pt x="7955" y="645023"/>
                </a:lnTo>
                <a:lnTo>
                  <a:pt x="16885" y="643630"/>
                </a:lnTo>
                <a:lnTo>
                  <a:pt x="24810" y="642237"/>
                </a:lnTo>
                <a:lnTo>
                  <a:pt x="31760" y="640153"/>
                </a:lnTo>
                <a:lnTo>
                  <a:pt x="39715" y="638760"/>
                </a:lnTo>
                <a:lnTo>
                  <a:pt x="46664" y="637367"/>
                </a:lnTo>
                <a:lnTo>
                  <a:pt x="52638" y="635270"/>
                </a:lnTo>
                <a:lnTo>
                  <a:pt x="59588" y="633877"/>
                </a:lnTo>
                <a:lnTo>
                  <a:pt x="59588" y="0"/>
                </a:lnTo>
                <a:close/>
              </a:path>
            </a:pathLst>
          </a:custGeom>
          <a:solidFill>
            <a:srgbClr val="FFD244"/>
          </a:solidFill>
        </p:spPr>
        <p:txBody>
          <a:bodyPr wrap="square" lIns="0" tIns="0" rIns="0" bIns="0" rtlCol="0"/>
          <a:lstStyle/>
          <a:p>
            <a:endParaRPr/>
          </a:p>
        </p:txBody>
      </p:sp>
      <p:sp>
        <p:nvSpPr>
          <p:cNvPr id="140" name="object 140"/>
          <p:cNvSpPr/>
          <p:nvPr/>
        </p:nvSpPr>
        <p:spPr>
          <a:xfrm>
            <a:off x="7514599" y="3785280"/>
            <a:ext cx="59690" cy="641350"/>
          </a:xfrm>
          <a:custGeom>
            <a:avLst/>
            <a:gdLst/>
            <a:ahLst/>
            <a:cxnLst/>
            <a:rect l="l" t="t" r="r" b="b"/>
            <a:pathLst>
              <a:path w="59689" h="641350">
                <a:moveTo>
                  <a:pt x="59588" y="0"/>
                </a:moveTo>
                <a:lnTo>
                  <a:pt x="0" y="0"/>
                </a:lnTo>
                <a:lnTo>
                  <a:pt x="0" y="640845"/>
                </a:lnTo>
                <a:lnTo>
                  <a:pt x="8961" y="638760"/>
                </a:lnTo>
                <a:lnTo>
                  <a:pt x="17891" y="637367"/>
                </a:lnTo>
                <a:lnTo>
                  <a:pt x="33771" y="633188"/>
                </a:lnTo>
                <a:lnTo>
                  <a:pt x="47670" y="629009"/>
                </a:lnTo>
                <a:lnTo>
                  <a:pt x="53644" y="626223"/>
                </a:lnTo>
                <a:lnTo>
                  <a:pt x="59588" y="624126"/>
                </a:lnTo>
                <a:lnTo>
                  <a:pt x="59588" y="0"/>
                </a:lnTo>
                <a:close/>
              </a:path>
            </a:pathLst>
          </a:custGeom>
          <a:solidFill>
            <a:srgbClr val="FFCE2C"/>
          </a:solidFill>
        </p:spPr>
        <p:txBody>
          <a:bodyPr wrap="square" lIns="0" tIns="0" rIns="0" bIns="0" rtlCol="0"/>
          <a:lstStyle/>
          <a:p>
            <a:endParaRPr/>
          </a:p>
        </p:txBody>
      </p:sp>
      <p:sp>
        <p:nvSpPr>
          <p:cNvPr id="141" name="object 141"/>
          <p:cNvSpPr/>
          <p:nvPr/>
        </p:nvSpPr>
        <p:spPr>
          <a:xfrm>
            <a:off x="7544409" y="3785281"/>
            <a:ext cx="59690" cy="634365"/>
          </a:xfrm>
          <a:custGeom>
            <a:avLst/>
            <a:gdLst/>
            <a:ahLst/>
            <a:cxnLst/>
            <a:rect l="l" t="t" r="r" b="b"/>
            <a:pathLst>
              <a:path w="59689" h="634364">
                <a:moveTo>
                  <a:pt x="59588" y="0"/>
                </a:moveTo>
                <a:lnTo>
                  <a:pt x="0" y="0"/>
                </a:lnTo>
                <a:lnTo>
                  <a:pt x="0" y="633877"/>
                </a:lnTo>
                <a:lnTo>
                  <a:pt x="43708" y="617162"/>
                </a:lnTo>
                <a:lnTo>
                  <a:pt x="59588" y="599053"/>
                </a:lnTo>
                <a:lnTo>
                  <a:pt x="59588" y="0"/>
                </a:lnTo>
                <a:close/>
              </a:path>
            </a:pathLst>
          </a:custGeom>
          <a:solidFill>
            <a:srgbClr val="FFC815"/>
          </a:solidFill>
        </p:spPr>
        <p:txBody>
          <a:bodyPr wrap="square" lIns="0" tIns="0" rIns="0" bIns="0" rtlCol="0"/>
          <a:lstStyle/>
          <a:p>
            <a:endParaRPr/>
          </a:p>
        </p:txBody>
      </p:sp>
      <p:sp>
        <p:nvSpPr>
          <p:cNvPr id="142" name="object 142"/>
          <p:cNvSpPr/>
          <p:nvPr/>
        </p:nvSpPr>
        <p:spPr>
          <a:xfrm>
            <a:off x="7187885" y="3785292"/>
            <a:ext cx="29845" cy="160020"/>
          </a:xfrm>
          <a:custGeom>
            <a:avLst/>
            <a:gdLst/>
            <a:ahLst/>
            <a:cxnLst/>
            <a:rect l="l" t="t" r="r" b="b"/>
            <a:pathLst>
              <a:path w="29845" h="160020">
                <a:moveTo>
                  <a:pt x="0" y="159581"/>
                </a:moveTo>
                <a:lnTo>
                  <a:pt x="29781" y="159581"/>
                </a:lnTo>
                <a:lnTo>
                  <a:pt x="29781" y="0"/>
                </a:lnTo>
                <a:lnTo>
                  <a:pt x="0" y="0"/>
                </a:lnTo>
                <a:lnTo>
                  <a:pt x="0" y="159581"/>
                </a:lnTo>
                <a:close/>
              </a:path>
            </a:pathLst>
          </a:custGeom>
          <a:solidFill>
            <a:srgbClr val="FFF7DD"/>
          </a:solidFill>
        </p:spPr>
        <p:txBody>
          <a:bodyPr wrap="square" lIns="0" tIns="0" rIns="0" bIns="0" rtlCol="0"/>
          <a:lstStyle/>
          <a:p>
            <a:endParaRPr/>
          </a:p>
        </p:txBody>
      </p:sp>
      <p:sp>
        <p:nvSpPr>
          <p:cNvPr id="143" name="object 143"/>
          <p:cNvSpPr/>
          <p:nvPr/>
        </p:nvSpPr>
        <p:spPr>
          <a:xfrm>
            <a:off x="7187885" y="4230623"/>
            <a:ext cx="29845" cy="222250"/>
          </a:xfrm>
          <a:custGeom>
            <a:avLst/>
            <a:gdLst/>
            <a:ahLst/>
            <a:cxnLst/>
            <a:rect l="l" t="t" r="r" b="b"/>
            <a:pathLst>
              <a:path w="29845" h="222250">
                <a:moveTo>
                  <a:pt x="0" y="221979"/>
                </a:moveTo>
                <a:lnTo>
                  <a:pt x="29781" y="221979"/>
                </a:lnTo>
                <a:lnTo>
                  <a:pt x="29781" y="0"/>
                </a:lnTo>
                <a:lnTo>
                  <a:pt x="0" y="0"/>
                </a:lnTo>
                <a:lnTo>
                  <a:pt x="0" y="221979"/>
                </a:lnTo>
                <a:close/>
              </a:path>
            </a:pathLst>
          </a:custGeom>
          <a:solidFill>
            <a:srgbClr val="FFF7DD"/>
          </a:solidFill>
        </p:spPr>
        <p:txBody>
          <a:bodyPr wrap="square" lIns="0" tIns="0" rIns="0" bIns="0" rtlCol="0"/>
          <a:lstStyle/>
          <a:p>
            <a:endParaRPr/>
          </a:p>
        </p:txBody>
      </p:sp>
      <p:sp>
        <p:nvSpPr>
          <p:cNvPr id="144" name="object 144"/>
          <p:cNvSpPr/>
          <p:nvPr/>
        </p:nvSpPr>
        <p:spPr>
          <a:xfrm>
            <a:off x="7135085" y="4451984"/>
            <a:ext cx="53340" cy="0"/>
          </a:xfrm>
          <a:custGeom>
            <a:avLst/>
            <a:gdLst/>
            <a:ahLst/>
            <a:cxnLst/>
            <a:rect l="l" t="t" r="r" b="b"/>
            <a:pathLst>
              <a:path w="53339">
                <a:moveTo>
                  <a:pt x="0" y="0"/>
                </a:moveTo>
                <a:lnTo>
                  <a:pt x="52799" y="0"/>
                </a:lnTo>
              </a:path>
            </a:pathLst>
          </a:custGeom>
          <a:ln w="3175">
            <a:solidFill>
              <a:srgbClr val="FFF4CE"/>
            </a:solidFill>
          </a:ln>
        </p:spPr>
        <p:txBody>
          <a:bodyPr wrap="square" lIns="0" tIns="0" rIns="0" bIns="0" rtlCol="0"/>
          <a:lstStyle/>
          <a:p>
            <a:endParaRPr/>
          </a:p>
        </p:txBody>
      </p:sp>
      <p:sp>
        <p:nvSpPr>
          <p:cNvPr id="145" name="object 145"/>
          <p:cNvSpPr/>
          <p:nvPr/>
        </p:nvSpPr>
        <p:spPr>
          <a:xfrm>
            <a:off x="7158076" y="3785871"/>
            <a:ext cx="29845" cy="159385"/>
          </a:xfrm>
          <a:custGeom>
            <a:avLst/>
            <a:gdLst/>
            <a:ahLst/>
            <a:cxnLst/>
            <a:rect l="l" t="t" r="r" b="b"/>
            <a:pathLst>
              <a:path w="29845" h="159385">
                <a:moveTo>
                  <a:pt x="0" y="159004"/>
                </a:moveTo>
                <a:lnTo>
                  <a:pt x="29809" y="159004"/>
                </a:lnTo>
                <a:lnTo>
                  <a:pt x="29809" y="0"/>
                </a:lnTo>
                <a:lnTo>
                  <a:pt x="0" y="0"/>
                </a:lnTo>
                <a:lnTo>
                  <a:pt x="0" y="159004"/>
                </a:lnTo>
                <a:close/>
              </a:path>
            </a:pathLst>
          </a:custGeom>
          <a:solidFill>
            <a:srgbClr val="FFF4CE"/>
          </a:solidFill>
        </p:spPr>
        <p:txBody>
          <a:bodyPr wrap="square" lIns="0" tIns="0" rIns="0" bIns="0" rtlCol="0"/>
          <a:lstStyle/>
          <a:p>
            <a:endParaRPr/>
          </a:p>
        </p:txBody>
      </p:sp>
      <p:sp>
        <p:nvSpPr>
          <p:cNvPr id="146" name="object 146"/>
          <p:cNvSpPr/>
          <p:nvPr/>
        </p:nvSpPr>
        <p:spPr>
          <a:xfrm>
            <a:off x="7158076" y="4230624"/>
            <a:ext cx="29845" cy="220979"/>
          </a:xfrm>
          <a:custGeom>
            <a:avLst/>
            <a:gdLst/>
            <a:ahLst/>
            <a:cxnLst/>
            <a:rect l="l" t="t" r="r" b="b"/>
            <a:pathLst>
              <a:path w="29845" h="220979">
                <a:moveTo>
                  <a:pt x="0" y="220725"/>
                </a:moveTo>
                <a:lnTo>
                  <a:pt x="29809" y="220725"/>
                </a:lnTo>
                <a:lnTo>
                  <a:pt x="29809" y="0"/>
                </a:lnTo>
                <a:lnTo>
                  <a:pt x="0" y="0"/>
                </a:lnTo>
                <a:lnTo>
                  <a:pt x="0" y="220725"/>
                </a:lnTo>
                <a:close/>
              </a:path>
            </a:pathLst>
          </a:custGeom>
          <a:solidFill>
            <a:srgbClr val="FFF4CE"/>
          </a:solidFill>
        </p:spPr>
        <p:txBody>
          <a:bodyPr wrap="square" lIns="0" tIns="0" rIns="0" bIns="0" rtlCol="0"/>
          <a:lstStyle/>
          <a:p>
            <a:endParaRPr/>
          </a:p>
        </p:txBody>
      </p:sp>
      <p:sp>
        <p:nvSpPr>
          <p:cNvPr id="147" name="object 147"/>
          <p:cNvSpPr/>
          <p:nvPr/>
        </p:nvSpPr>
        <p:spPr>
          <a:xfrm>
            <a:off x="7129230" y="4451350"/>
            <a:ext cx="29209" cy="1270"/>
          </a:xfrm>
          <a:custGeom>
            <a:avLst/>
            <a:gdLst/>
            <a:ahLst/>
            <a:cxnLst/>
            <a:rect l="l" t="t" r="r" b="b"/>
            <a:pathLst>
              <a:path w="29210" h="1270">
                <a:moveTo>
                  <a:pt x="0" y="634"/>
                </a:moveTo>
                <a:lnTo>
                  <a:pt x="28845" y="634"/>
                </a:lnTo>
              </a:path>
            </a:pathLst>
          </a:custGeom>
          <a:ln w="3175">
            <a:solidFill>
              <a:srgbClr val="FFEFBE"/>
            </a:solidFill>
          </a:ln>
        </p:spPr>
        <p:txBody>
          <a:bodyPr wrap="square" lIns="0" tIns="0" rIns="0" bIns="0" rtlCol="0"/>
          <a:lstStyle/>
          <a:p>
            <a:endParaRPr/>
          </a:p>
        </p:txBody>
      </p:sp>
      <p:sp>
        <p:nvSpPr>
          <p:cNvPr id="148" name="object 148"/>
          <p:cNvSpPr/>
          <p:nvPr/>
        </p:nvSpPr>
        <p:spPr>
          <a:xfrm>
            <a:off x="7128297" y="3785871"/>
            <a:ext cx="29845" cy="159385"/>
          </a:xfrm>
          <a:custGeom>
            <a:avLst/>
            <a:gdLst/>
            <a:ahLst/>
            <a:cxnLst/>
            <a:rect l="l" t="t" r="r" b="b"/>
            <a:pathLst>
              <a:path w="29845" h="159385">
                <a:moveTo>
                  <a:pt x="0" y="159004"/>
                </a:moveTo>
                <a:lnTo>
                  <a:pt x="29778" y="159004"/>
                </a:lnTo>
                <a:lnTo>
                  <a:pt x="29778" y="0"/>
                </a:lnTo>
                <a:lnTo>
                  <a:pt x="0" y="0"/>
                </a:lnTo>
                <a:lnTo>
                  <a:pt x="0" y="159004"/>
                </a:lnTo>
                <a:close/>
              </a:path>
            </a:pathLst>
          </a:custGeom>
          <a:solidFill>
            <a:srgbClr val="FFEFBE"/>
          </a:solidFill>
        </p:spPr>
        <p:txBody>
          <a:bodyPr wrap="square" lIns="0" tIns="0" rIns="0" bIns="0" rtlCol="0"/>
          <a:lstStyle/>
          <a:p>
            <a:endParaRPr/>
          </a:p>
        </p:txBody>
      </p:sp>
      <p:sp>
        <p:nvSpPr>
          <p:cNvPr id="149" name="object 149"/>
          <p:cNvSpPr/>
          <p:nvPr/>
        </p:nvSpPr>
        <p:spPr>
          <a:xfrm>
            <a:off x="7128297" y="4230624"/>
            <a:ext cx="29845" cy="220979"/>
          </a:xfrm>
          <a:custGeom>
            <a:avLst/>
            <a:gdLst/>
            <a:ahLst/>
            <a:cxnLst/>
            <a:rect l="l" t="t" r="r" b="b"/>
            <a:pathLst>
              <a:path w="29845" h="220979">
                <a:moveTo>
                  <a:pt x="0" y="220725"/>
                </a:moveTo>
                <a:lnTo>
                  <a:pt x="29778" y="220725"/>
                </a:lnTo>
                <a:lnTo>
                  <a:pt x="29778" y="0"/>
                </a:lnTo>
                <a:lnTo>
                  <a:pt x="0" y="0"/>
                </a:lnTo>
                <a:lnTo>
                  <a:pt x="0" y="220725"/>
                </a:lnTo>
                <a:close/>
              </a:path>
            </a:pathLst>
          </a:custGeom>
          <a:solidFill>
            <a:srgbClr val="FFEFBE"/>
          </a:solidFill>
        </p:spPr>
        <p:txBody>
          <a:bodyPr wrap="square" lIns="0" tIns="0" rIns="0" bIns="0" rtlCol="0"/>
          <a:lstStyle/>
          <a:p>
            <a:endParaRPr/>
          </a:p>
        </p:txBody>
      </p:sp>
      <p:sp>
        <p:nvSpPr>
          <p:cNvPr id="150" name="object 150"/>
          <p:cNvSpPr/>
          <p:nvPr/>
        </p:nvSpPr>
        <p:spPr>
          <a:xfrm>
            <a:off x="7077691" y="4450079"/>
            <a:ext cx="50800" cy="1270"/>
          </a:xfrm>
          <a:custGeom>
            <a:avLst/>
            <a:gdLst/>
            <a:ahLst/>
            <a:cxnLst/>
            <a:rect l="l" t="t" r="r" b="b"/>
            <a:pathLst>
              <a:path w="50800" h="1270">
                <a:moveTo>
                  <a:pt x="0" y="635"/>
                </a:moveTo>
                <a:lnTo>
                  <a:pt x="50605" y="635"/>
                </a:lnTo>
              </a:path>
            </a:pathLst>
          </a:custGeom>
          <a:ln w="3175">
            <a:solidFill>
              <a:srgbClr val="FFEDAE"/>
            </a:solidFill>
          </a:ln>
        </p:spPr>
        <p:txBody>
          <a:bodyPr wrap="square" lIns="0" tIns="0" rIns="0" bIns="0" rtlCol="0"/>
          <a:lstStyle/>
          <a:p>
            <a:endParaRPr/>
          </a:p>
        </p:txBody>
      </p:sp>
      <p:sp>
        <p:nvSpPr>
          <p:cNvPr id="151" name="object 151"/>
          <p:cNvSpPr/>
          <p:nvPr/>
        </p:nvSpPr>
        <p:spPr>
          <a:xfrm>
            <a:off x="7098518" y="3785871"/>
            <a:ext cx="29845" cy="159385"/>
          </a:xfrm>
          <a:custGeom>
            <a:avLst/>
            <a:gdLst/>
            <a:ahLst/>
            <a:cxnLst/>
            <a:rect l="l" t="t" r="r" b="b"/>
            <a:pathLst>
              <a:path w="29845" h="159385">
                <a:moveTo>
                  <a:pt x="0" y="159004"/>
                </a:moveTo>
                <a:lnTo>
                  <a:pt x="29778" y="159004"/>
                </a:lnTo>
                <a:lnTo>
                  <a:pt x="29778" y="0"/>
                </a:lnTo>
                <a:lnTo>
                  <a:pt x="0" y="0"/>
                </a:lnTo>
                <a:lnTo>
                  <a:pt x="0" y="159004"/>
                </a:lnTo>
                <a:close/>
              </a:path>
            </a:pathLst>
          </a:custGeom>
          <a:solidFill>
            <a:srgbClr val="FFEDAE"/>
          </a:solidFill>
        </p:spPr>
        <p:txBody>
          <a:bodyPr wrap="square" lIns="0" tIns="0" rIns="0" bIns="0" rtlCol="0"/>
          <a:lstStyle/>
          <a:p>
            <a:endParaRPr/>
          </a:p>
        </p:txBody>
      </p:sp>
      <p:sp>
        <p:nvSpPr>
          <p:cNvPr id="152" name="object 152"/>
          <p:cNvSpPr/>
          <p:nvPr/>
        </p:nvSpPr>
        <p:spPr>
          <a:xfrm>
            <a:off x="7098518" y="4230623"/>
            <a:ext cx="29845" cy="219710"/>
          </a:xfrm>
          <a:custGeom>
            <a:avLst/>
            <a:gdLst/>
            <a:ahLst/>
            <a:cxnLst/>
            <a:rect l="l" t="t" r="r" b="b"/>
            <a:pathLst>
              <a:path w="29845" h="219710">
                <a:moveTo>
                  <a:pt x="0" y="219455"/>
                </a:moveTo>
                <a:lnTo>
                  <a:pt x="29778" y="219455"/>
                </a:lnTo>
                <a:lnTo>
                  <a:pt x="29778" y="0"/>
                </a:lnTo>
                <a:lnTo>
                  <a:pt x="0" y="0"/>
                </a:lnTo>
                <a:lnTo>
                  <a:pt x="0" y="219455"/>
                </a:lnTo>
                <a:close/>
              </a:path>
            </a:pathLst>
          </a:custGeom>
          <a:solidFill>
            <a:srgbClr val="FFEDAE"/>
          </a:solidFill>
        </p:spPr>
        <p:txBody>
          <a:bodyPr wrap="square" lIns="0" tIns="0" rIns="0" bIns="0" rtlCol="0"/>
          <a:lstStyle/>
          <a:p>
            <a:endParaRPr/>
          </a:p>
        </p:txBody>
      </p:sp>
      <p:sp>
        <p:nvSpPr>
          <p:cNvPr id="153" name="object 153"/>
          <p:cNvSpPr/>
          <p:nvPr/>
        </p:nvSpPr>
        <p:spPr>
          <a:xfrm>
            <a:off x="7084935" y="4450079"/>
            <a:ext cx="13970" cy="1270"/>
          </a:xfrm>
          <a:custGeom>
            <a:avLst/>
            <a:gdLst/>
            <a:ahLst/>
            <a:cxnLst/>
            <a:rect l="l" t="t" r="r" b="b"/>
            <a:pathLst>
              <a:path w="13970" h="1270">
                <a:moveTo>
                  <a:pt x="0" y="635"/>
                </a:moveTo>
                <a:lnTo>
                  <a:pt x="13582" y="635"/>
                </a:lnTo>
              </a:path>
            </a:pathLst>
          </a:custGeom>
          <a:ln w="3175">
            <a:solidFill>
              <a:srgbClr val="FFE89D"/>
            </a:solidFill>
          </a:ln>
        </p:spPr>
        <p:txBody>
          <a:bodyPr wrap="square" lIns="0" tIns="0" rIns="0" bIns="0" rtlCol="0"/>
          <a:lstStyle/>
          <a:p>
            <a:endParaRPr/>
          </a:p>
        </p:txBody>
      </p:sp>
      <p:sp>
        <p:nvSpPr>
          <p:cNvPr id="154" name="object 154"/>
          <p:cNvSpPr/>
          <p:nvPr/>
        </p:nvSpPr>
        <p:spPr>
          <a:xfrm>
            <a:off x="7028137" y="4448809"/>
            <a:ext cx="70485" cy="0"/>
          </a:xfrm>
          <a:custGeom>
            <a:avLst/>
            <a:gdLst/>
            <a:ahLst/>
            <a:cxnLst/>
            <a:rect l="l" t="t" r="r" b="b"/>
            <a:pathLst>
              <a:path w="70485">
                <a:moveTo>
                  <a:pt x="0" y="0"/>
                </a:moveTo>
                <a:lnTo>
                  <a:pt x="70380" y="0"/>
                </a:lnTo>
              </a:path>
            </a:pathLst>
          </a:custGeom>
          <a:ln w="3809">
            <a:solidFill>
              <a:srgbClr val="FFE89D"/>
            </a:solidFill>
          </a:ln>
        </p:spPr>
        <p:txBody>
          <a:bodyPr wrap="square" lIns="0" tIns="0" rIns="0" bIns="0" rtlCol="0"/>
          <a:lstStyle/>
          <a:p>
            <a:endParaRPr/>
          </a:p>
        </p:txBody>
      </p:sp>
      <p:sp>
        <p:nvSpPr>
          <p:cNvPr id="155" name="object 155"/>
          <p:cNvSpPr/>
          <p:nvPr/>
        </p:nvSpPr>
        <p:spPr>
          <a:xfrm>
            <a:off x="7068709" y="3785871"/>
            <a:ext cx="29845" cy="159385"/>
          </a:xfrm>
          <a:custGeom>
            <a:avLst/>
            <a:gdLst/>
            <a:ahLst/>
            <a:cxnLst/>
            <a:rect l="l" t="t" r="r" b="b"/>
            <a:pathLst>
              <a:path w="29845" h="159385">
                <a:moveTo>
                  <a:pt x="0" y="159004"/>
                </a:moveTo>
                <a:lnTo>
                  <a:pt x="29809" y="159004"/>
                </a:lnTo>
                <a:lnTo>
                  <a:pt x="29809" y="0"/>
                </a:lnTo>
                <a:lnTo>
                  <a:pt x="0" y="0"/>
                </a:lnTo>
                <a:lnTo>
                  <a:pt x="0" y="159004"/>
                </a:lnTo>
                <a:close/>
              </a:path>
            </a:pathLst>
          </a:custGeom>
          <a:solidFill>
            <a:srgbClr val="FFE89D"/>
          </a:solidFill>
        </p:spPr>
        <p:txBody>
          <a:bodyPr wrap="square" lIns="0" tIns="0" rIns="0" bIns="0" rtlCol="0"/>
          <a:lstStyle/>
          <a:p>
            <a:endParaRPr/>
          </a:p>
        </p:txBody>
      </p:sp>
      <p:sp>
        <p:nvSpPr>
          <p:cNvPr id="156" name="object 156"/>
          <p:cNvSpPr/>
          <p:nvPr/>
        </p:nvSpPr>
        <p:spPr>
          <a:xfrm>
            <a:off x="7068709" y="4230623"/>
            <a:ext cx="29845" cy="218440"/>
          </a:xfrm>
          <a:custGeom>
            <a:avLst/>
            <a:gdLst/>
            <a:ahLst/>
            <a:cxnLst/>
            <a:rect l="l" t="t" r="r" b="b"/>
            <a:pathLst>
              <a:path w="29845" h="218439">
                <a:moveTo>
                  <a:pt x="0" y="218185"/>
                </a:moveTo>
                <a:lnTo>
                  <a:pt x="29809" y="218185"/>
                </a:lnTo>
                <a:lnTo>
                  <a:pt x="29809" y="0"/>
                </a:lnTo>
                <a:lnTo>
                  <a:pt x="0" y="0"/>
                </a:lnTo>
                <a:lnTo>
                  <a:pt x="0" y="218185"/>
                </a:lnTo>
                <a:close/>
              </a:path>
            </a:pathLst>
          </a:custGeom>
          <a:solidFill>
            <a:srgbClr val="FFE89D"/>
          </a:solidFill>
        </p:spPr>
        <p:txBody>
          <a:bodyPr wrap="square" lIns="0" tIns="0" rIns="0" bIns="0" rtlCol="0"/>
          <a:lstStyle/>
          <a:p>
            <a:endParaRPr/>
          </a:p>
        </p:txBody>
      </p:sp>
      <p:sp>
        <p:nvSpPr>
          <p:cNvPr id="157" name="object 157"/>
          <p:cNvSpPr/>
          <p:nvPr/>
        </p:nvSpPr>
        <p:spPr>
          <a:xfrm>
            <a:off x="7038930" y="3785871"/>
            <a:ext cx="29845" cy="159385"/>
          </a:xfrm>
          <a:custGeom>
            <a:avLst/>
            <a:gdLst/>
            <a:ahLst/>
            <a:cxnLst/>
            <a:rect l="l" t="t" r="r" b="b"/>
            <a:pathLst>
              <a:path w="29845" h="159385">
                <a:moveTo>
                  <a:pt x="0" y="159004"/>
                </a:moveTo>
                <a:lnTo>
                  <a:pt x="29778" y="159004"/>
                </a:lnTo>
                <a:lnTo>
                  <a:pt x="29778" y="0"/>
                </a:lnTo>
                <a:lnTo>
                  <a:pt x="0" y="0"/>
                </a:lnTo>
                <a:lnTo>
                  <a:pt x="0" y="159004"/>
                </a:lnTo>
                <a:close/>
              </a:path>
            </a:pathLst>
          </a:custGeom>
          <a:solidFill>
            <a:srgbClr val="FFE89D"/>
          </a:solidFill>
        </p:spPr>
        <p:txBody>
          <a:bodyPr wrap="square" lIns="0" tIns="0" rIns="0" bIns="0" rtlCol="0"/>
          <a:lstStyle/>
          <a:p>
            <a:endParaRPr/>
          </a:p>
        </p:txBody>
      </p:sp>
      <p:sp>
        <p:nvSpPr>
          <p:cNvPr id="158" name="object 158"/>
          <p:cNvSpPr/>
          <p:nvPr/>
        </p:nvSpPr>
        <p:spPr>
          <a:xfrm>
            <a:off x="7038930" y="4230623"/>
            <a:ext cx="29845" cy="217170"/>
          </a:xfrm>
          <a:custGeom>
            <a:avLst/>
            <a:gdLst/>
            <a:ahLst/>
            <a:cxnLst/>
            <a:rect l="l" t="t" r="r" b="b"/>
            <a:pathLst>
              <a:path w="29845" h="217170">
                <a:moveTo>
                  <a:pt x="0" y="216915"/>
                </a:moveTo>
                <a:lnTo>
                  <a:pt x="29778" y="216915"/>
                </a:lnTo>
                <a:lnTo>
                  <a:pt x="29778" y="0"/>
                </a:lnTo>
                <a:lnTo>
                  <a:pt x="0" y="0"/>
                </a:lnTo>
                <a:lnTo>
                  <a:pt x="0" y="216915"/>
                </a:lnTo>
                <a:close/>
              </a:path>
            </a:pathLst>
          </a:custGeom>
          <a:solidFill>
            <a:srgbClr val="FFE89D"/>
          </a:solidFill>
        </p:spPr>
        <p:txBody>
          <a:bodyPr wrap="square" lIns="0" tIns="0" rIns="0" bIns="0" rtlCol="0"/>
          <a:lstStyle/>
          <a:p>
            <a:endParaRPr/>
          </a:p>
        </p:txBody>
      </p:sp>
      <p:sp>
        <p:nvSpPr>
          <p:cNvPr id="159" name="object 159"/>
          <p:cNvSpPr/>
          <p:nvPr/>
        </p:nvSpPr>
        <p:spPr>
          <a:xfrm>
            <a:off x="7028137" y="4447540"/>
            <a:ext cx="10795" cy="1270"/>
          </a:xfrm>
          <a:custGeom>
            <a:avLst/>
            <a:gdLst/>
            <a:ahLst/>
            <a:cxnLst/>
            <a:rect l="l" t="t" r="r" b="b"/>
            <a:pathLst>
              <a:path w="10795" h="1270">
                <a:moveTo>
                  <a:pt x="0" y="635"/>
                </a:moveTo>
                <a:lnTo>
                  <a:pt x="10792" y="635"/>
                </a:lnTo>
              </a:path>
            </a:pathLst>
          </a:custGeom>
          <a:ln w="3175">
            <a:solidFill>
              <a:srgbClr val="FFE58D"/>
            </a:solidFill>
          </a:ln>
        </p:spPr>
        <p:txBody>
          <a:bodyPr wrap="square" lIns="0" tIns="0" rIns="0" bIns="0" rtlCol="0"/>
          <a:lstStyle/>
          <a:p>
            <a:endParaRPr/>
          </a:p>
        </p:txBody>
      </p:sp>
      <p:sp>
        <p:nvSpPr>
          <p:cNvPr id="160" name="object 160"/>
          <p:cNvSpPr/>
          <p:nvPr/>
        </p:nvSpPr>
        <p:spPr>
          <a:xfrm>
            <a:off x="6993199" y="4446270"/>
            <a:ext cx="45720" cy="0"/>
          </a:xfrm>
          <a:custGeom>
            <a:avLst/>
            <a:gdLst/>
            <a:ahLst/>
            <a:cxnLst/>
            <a:rect l="l" t="t" r="r" b="b"/>
            <a:pathLst>
              <a:path w="45720">
                <a:moveTo>
                  <a:pt x="0" y="0"/>
                </a:moveTo>
                <a:lnTo>
                  <a:pt x="45730" y="0"/>
                </a:lnTo>
              </a:path>
            </a:pathLst>
          </a:custGeom>
          <a:ln w="3809">
            <a:solidFill>
              <a:srgbClr val="FFE58D"/>
            </a:solidFill>
          </a:ln>
        </p:spPr>
        <p:txBody>
          <a:bodyPr wrap="square" lIns="0" tIns="0" rIns="0" bIns="0" rtlCol="0"/>
          <a:lstStyle/>
          <a:p>
            <a:endParaRPr/>
          </a:p>
        </p:txBody>
      </p:sp>
      <p:sp>
        <p:nvSpPr>
          <p:cNvPr id="161" name="object 161"/>
          <p:cNvSpPr/>
          <p:nvPr/>
        </p:nvSpPr>
        <p:spPr>
          <a:xfrm>
            <a:off x="6979706" y="4444365"/>
            <a:ext cx="59690" cy="0"/>
          </a:xfrm>
          <a:custGeom>
            <a:avLst/>
            <a:gdLst/>
            <a:ahLst/>
            <a:cxnLst/>
            <a:rect l="l" t="t" r="r" b="b"/>
            <a:pathLst>
              <a:path w="59689">
                <a:moveTo>
                  <a:pt x="0" y="0"/>
                </a:moveTo>
                <a:lnTo>
                  <a:pt x="59222" y="0"/>
                </a:lnTo>
              </a:path>
            </a:pathLst>
          </a:custGeom>
          <a:ln w="3175">
            <a:solidFill>
              <a:srgbClr val="FFE58D"/>
            </a:solidFill>
          </a:ln>
        </p:spPr>
        <p:txBody>
          <a:bodyPr wrap="square" lIns="0" tIns="0" rIns="0" bIns="0" rtlCol="0"/>
          <a:lstStyle/>
          <a:p>
            <a:endParaRPr/>
          </a:p>
        </p:txBody>
      </p:sp>
      <p:sp>
        <p:nvSpPr>
          <p:cNvPr id="162" name="object 162"/>
          <p:cNvSpPr/>
          <p:nvPr/>
        </p:nvSpPr>
        <p:spPr>
          <a:xfrm>
            <a:off x="6978334" y="3785871"/>
            <a:ext cx="60960" cy="159385"/>
          </a:xfrm>
          <a:custGeom>
            <a:avLst/>
            <a:gdLst/>
            <a:ahLst/>
            <a:cxnLst/>
            <a:rect l="l" t="t" r="r" b="b"/>
            <a:pathLst>
              <a:path w="60960" h="159385">
                <a:moveTo>
                  <a:pt x="0" y="159004"/>
                </a:moveTo>
                <a:lnTo>
                  <a:pt x="60594" y="159004"/>
                </a:lnTo>
                <a:lnTo>
                  <a:pt x="60594" y="0"/>
                </a:lnTo>
                <a:lnTo>
                  <a:pt x="0" y="0"/>
                </a:lnTo>
                <a:lnTo>
                  <a:pt x="0" y="159004"/>
                </a:lnTo>
                <a:close/>
              </a:path>
            </a:pathLst>
          </a:custGeom>
          <a:solidFill>
            <a:srgbClr val="FFE58D"/>
          </a:solidFill>
        </p:spPr>
        <p:txBody>
          <a:bodyPr wrap="square" lIns="0" tIns="0" rIns="0" bIns="0" rtlCol="0"/>
          <a:lstStyle/>
          <a:p>
            <a:endParaRPr/>
          </a:p>
        </p:txBody>
      </p:sp>
      <p:sp>
        <p:nvSpPr>
          <p:cNvPr id="163" name="object 163"/>
          <p:cNvSpPr/>
          <p:nvPr/>
        </p:nvSpPr>
        <p:spPr>
          <a:xfrm>
            <a:off x="6978334" y="4230623"/>
            <a:ext cx="60960" cy="213360"/>
          </a:xfrm>
          <a:custGeom>
            <a:avLst/>
            <a:gdLst/>
            <a:ahLst/>
            <a:cxnLst/>
            <a:rect l="l" t="t" r="r" b="b"/>
            <a:pathLst>
              <a:path w="60960" h="213360">
                <a:moveTo>
                  <a:pt x="0" y="213105"/>
                </a:moveTo>
                <a:lnTo>
                  <a:pt x="60594" y="213105"/>
                </a:lnTo>
                <a:lnTo>
                  <a:pt x="60594" y="0"/>
                </a:lnTo>
                <a:lnTo>
                  <a:pt x="0" y="0"/>
                </a:lnTo>
                <a:lnTo>
                  <a:pt x="0" y="213105"/>
                </a:lnTo>
                <a:close/>
              </a:path>
            </a:pathLst>
          </a:custGeom>
          <a:solidFill>
            <a:srgbClr val="FFE58D"/>
          </a:solidFill>
        </p:spPr>
        <p:txBody>
          <a:bodyPr wrap="square" lIns="0" tIns="0" rIns="0" bIns="0" rtlCol="0"/>
          <a:lstStyle/>
          <a:p>
            <a:endParaRPr/>
          </a:p>
        </p:txBody>
      </p:sp>
      <p:sp>
        <p:nvSpPr>
          <p:cNvPr id="164" name="object 164"/>
          <p:cNvSpPr/>
          <p:nvPr/>
        </p:nvSpPr>
        <p:spPr>
          <a:xfrm>
            <a:off x="6948556" y="3785281"/>
            <a:ext cx="59690" cy="662305"/>
          </a:xfrm>
          <a:custGeom>
            <a:avLst/>
            <a:gdLst/>
            <a:ahLst/>
            <a:cxnLst/>
            <a:rect l="l" t="t" r="r" b="b"/>
            <a:pathLst>
              <a:path w="59689" h="662304">
                <a:moveTo>
                  <a:pt x="59588" y="0"/>
                </a:moveTo>
                <a:lnTo>
                  <a:pt x="0" y="0"/>
                </a:lnTo>
                <a:lnTo>
                  <a:pt x="0" y="656179"/>
                </a:lnTo>
                <a:lnTo>
                  <a:pt x="13898" y="657572"/>
                </a:lnTo>
                <a:lnTo>
                  <a:pt x="21854" y="658261"/>
                </a:lnTo>
                <a:lnTo>
                  <a:pt x="28803" y="658965"/>
                </a:lnTo>
                <a:lnTo>
                  <a:pt x="36728" y="659654"/>
                </a:lnTo>
                <a:lnTo>
                  <a:pt x="43677" y="660358"/>
                </a:lnTo>
                <a:lnTo>
                  <a:pt x="59588" y="661751"/>
                </a:lnTo>
                <a:lnTo>
                  <a:pt x="59588" y="0"/>
                </a:lnTo>
                <a:close/>
              </a:path>
            </a:pathLst>
          </a:custGeom>
          <a:solidFill>
            <a:srgbClr val="FFE27F"/>
          </a:solidFill>
        </p:spPr>
        <p:txBody>
          <a:bodyPr wrap="square" lIns="0" tIns="0" rIns="0" bIns="0" rtlCol="0"/>
          <a:lstStyle/>
          <a:p>
            <a:endParaRPr/>
          </a:p>
        </p:txBody>
      </p:sp>
      <p:sp>
        <p:nvSpPr>
          <p:cNvPr id="165" name="object 165"/>
          <p:cNvSpPr/>
          <p:nvPr/>
        </p:nvSpPr>
        <p:spPr>
          <a:xfrm>
            <a:off x="6918746" y="3785280"/>
            <a:ext cx="59690" cy="659130"/>
          </a:xfrm>
          <a:custGeom>
            <a:avLst/>
            <a:gdLst/>
            <a:ahLst/>
            <a:cxnLst/>
            <a:rect l="l" t="t" r="r" b="b"/>
            <a:pathLst>
              <a:path w="59689" h="659129">
                <a:moveTo>
                  <a:pt x="59588" y="0"/>
                </a:moveTo>
                <a:lnTo>
                  <a:pt x="0" y="0"/>
                </a:lnTo>
                <a:lnTo>
                  <a:pt x="0" y="652689"/>
                </a:lnTo>
                <a:lnTo>
                  <a:pt x="6949" y="653393"/>
                </a:lnTo>
                <a:lnTo>
                  <a:pt x="13929" y="654786"/>
                </a:lnTo>
                <a:lnTo>
                  <a:pt x="21854" y="655475"/>
                </a:lnTo>
                <a:lnTo>
                  <a:pt x="28803" y="656179"/>
                </a:lnTo>
                <a:lnTo>
                  <a:pt x="36758" y="656868"/>
                </a:lnTo>
                <a:lnTo>
                  <a:pt x="43708" y="657572"/>
                </a:lnTo>
                <a:lnTo>
                  <a:pt x="59588" y="658965"/>
                </a:lnTo>
                <a:lnTo>
                  <a:pt x="59588" y="0"/>
                </a:lnTo>
                <a:close/>
              </a:path>
            </a:pathLst>
          </a:custGeom>
          <a:solidFill>
            <a:srgbClr val="FFDD6F"/>
          </a:solidFill>
        </p:spPr>
        <p:txBody>
          <a:bodyPr wrap="square" lIns="0" tIns="0" rIns="0" bIns="0" rtlCol="0"/>
          <a:lstStyle/>
          <a:p>
            <a:endParaRPr/>
          </a:p>
        </p:txBody>
      </p:sp>
      <p:sp>
        <p:nvSpPr>
          <p:cNvPr id="166" name="object 166"/>
          <p:cNvSpPr/>
          <p:nvPr/>
        </p:nvSpPr>
        <p:spPr>
          <a:xfrm>
            <a:off x="6888967" y="3785280"/>
            <a:ext cx="59690" cy="656590"/>
          </a:xfrm>
          <a:custGeom>
            <a:avLst/>
            <a:gdLst/>
            <a:ahLst/>
            <a:cxnLst/>
            <a:rect l="l" t="t" r="r" b="b"/>
            <a:pathLst>
              <a:path w="59689" h="656589">
                <a:moveTo>
                  <a:pt x="59588" y="0"/>
                </a:moveTo>
                <a:lnTo>
                  <a:pt x="0" y="0"/>
                </a:lnTo>
                <a:lnTo>
                  <a:pt x="0" y="648510"/>
                </a:lnTo>
                <a:lnTo>
                  <a:pt x="6949" y="649202"/>
                </a:lnTo>
                <a:lnTo>
                  <a:pt x="13898" y="650595"/>
                </a:lnTo>
                <a:lnTo>
                  <a:pt x="20848" y="651296"/>
                </a:lnTo>
                <a:lnTo>
                  <a:pt x="28803" y="652689"/>
                </a:lnTo>
                <a:lnTo>
                  <a:pt x="36728" y="653393"/>
                </a:lnTo>
                <a:lnTo>
                  <a:pt x="43708" y="654786"/>
                </a:lnTo>
                <a:lnTo>
                  <a:pt x="59588" y="656179"/>
                </a:lnTo>
                <a:lnTo>
                  <a:pt x="59588" y="0"/>
                </a:lnTo>
                <a:close/>
              </a:path>
            </a:pathLst>
          </a:custGeom>
          <a:solidFill>
            <a:srgbClr val="FFD85F"/>
          </a:solidFill>
        </p:spPr>
        <p:txBody>
          <a:bodyPr wrap="square" lIns="0" tIns="0" rIns="0" bIns="0" rtlCol="0"/>
          <a:lstStyle/>
          <a:p>
            <a:endParaRPr/>
          </a:p>
        </p:txBody>
      </p:sp>
      <p:sp>
        <p:nvSpPr>
          <p:cNvPr id="167" name="object 167"/>
          <p:cNvSpPr/>
          <p:nvPr/>
        </p:nvSpPr>
        <p:spPr>
          <a:xfrm>
            <a:off x="6859188" y="3785280"/>
            <a:ext cx="59690" cy="652780"/>
          </a:xfrm>
          <a:custGeom>
            <a:avLst/>
            <a:gdLst/>
            <a:ahLst/>
            <a:cxnLst/>
            <a:rect l="l" t="t" r="r" b="b"/>
            <a:pathLst>
              <a:path w="59689" h="652779">
                <a:moveTo>
                  <a:pt x="59557" y="0"/>
                </a:moveTo>
                <a:lnTo>
                  <a:pt x="0" y="0"/>
                </a:lnTo>
                <a:lnTo>
                  <a:pt x="0" y="643630"/>
                </a:lnTo>
                <a:lnTo>
                  <a:pt x="13898" y="646416"/>
                </a:lnTo>
                <a:lnTo>
                  <a:pt x="20848" y="647117"/>
                </a:lnTo>
                <a:lnTo>
                  <a:pt x="28773" y="648510"/>
                </a:lnTo>
                <a:lnTo>
                  <a:pt x="35722" y="649202"/>
                </a:lnTo>
                <a:lnTo>
                  <a:pt x="43677" y="650595"/>
                </a:lnTo>
                <a:lnTo>
                  <a:pt x="51602" y="651296"/>
                </a:lnTo>
                <a:lnTo>
                  <a:pt x="59557" y="652689"/>
                </a:lnTo>
                <a:lnTo>
                  <a:pt x="59557" y="0"/>
                </a:lnTo>
                <a:close/>
              </a:path>
            </a:pathLst>
          </a:custGeom>
          <a:solidFill>
            <a:srgbClr val="FFD64F"/>
          </a:solidFill>
        </p:spPr>
        <p:txBody>
          <a:bodyPr wrap="square" lIns="0" tIns="0" rIns="0" bIns="0" rtlCol="0"/>
          <a:lstStyle/>
          <a:p>
            <a:endParaRPr/>
          </a:p>
        </p:txBody>
      </p:sp>
      <p:sp>
        <p:nvSpPr>
          <p:cNvPr id="168" name="object 168"/>
          <p:cNvSpPr/>
          <p:nvPr/>
        </p:nvSpPr>
        <p:spPr>
          <a:xfrm>
            <a:off x="6829379" y="3785280"/>
            <a:ext cx="59690" cy="648970"/>
          </a:xfrm>
          <a:custGeom>
            <a:avLst/>
            <a:gdLst/>
            <a:ahLst/>
            <a:cxnLst/>
            <a:rect l="l" t="t" r="r" b="b"/>
            <a:pathLst>
              <a:path w="59689" h="648970">
                <a:moveTo>
                  <a:pt x="59588" y="0"/>
                </a:moveTo>
                <a:lnTo>
                  <a:pt x="0" y="0"/>
                </a:lnTo>
                <a:lnTo>
                  <a:pt x="0" y="637367"/>
                </a:lnTo>
                <a:lnTo>
                  <a:pt x="6949" y="638760"/>
                </a:lnTo>
                <a:lnTo>
                  <a:pt x="12923" y="640153"/>
                </a:lnTo>
                <a:lnTo>
                  <a:pt x="19872" y="641546"/>
                </a:lnTo>
                <a:lnTo>
                  <a:pt x="27797" y="642939"/>
                </a:lnTo>
                <a:lnTo>
                  <a:pt x="34777" y="644331"/>
                </a:lnTo>
                <a:lnTo>
                  <a:pt x="42702" y="645724"/>
                </a:lnTo>
                <a:lnTo>
                  <a:pt x="51633" y="647117"/>
                </a:lnTo>
                <a:lnTo>
                  <a:pt x="59588" y="648510"/>
                </a:lnTo>
                <a:lnTo>
                  <a:pt x="59588" y="0"/>
                </a:lnTo>
                <a:close/>
              </a:path>
            </a:pathLst>
          </a:custGeom>
          <a:solidFill>
            <a:srgbClr val="FFD23F"/>
          </a:solidFill>
        </p:spPr>
        <p:txBody>
          <a:bodyPr wrap="square" lIns="0" tIns="0" rIns="0" bIns="0" rtlCol="0"/>
          <a:lstStyle/>
          <a:p>
            <a:endParaRPr/>
          </a:p>
        </p:txBody>
      </p:sp>
      <p:sp>
        <p:nvSpPr>
          <p:cNvPr id="169" name="object 169"/>
          <p:cNvSpPr/>
          <p:nvPr/>
        </p:nvSpPr>
        <p:spPr>
          <a:xfrm>
            <a:off x="6798594" y="3785280"/>
            <a:ext cx="60960" cy="643890"/>
          </a:xfrm>
          <a:custGeom>
            <a:avLst/>
            <a:gdLst/>
            <a:ahLst/>
            <a:cxnLst/>
            <a:rect l="l" t="t" r="r" b="b"/>
            <a:pathLst>
              <a:path w="60960" h="643889">
                <a:moveTo>
                  <a:pt x="60594" y="0"/>
                </a:moveTo>
                <a:lnTo>
                  <a:pt x="0" y="0"/>
                </a:lnTo>
                <a:lnTo>
                  <a:pt x="0" y="629009"/>
                </a:lnTo>
                <a:lnTo>
                  <a:pt x="6949" y="631091"/>
                </a:lnTo>
                <a:lnTo>
                  <a:pt x="12923" y="633188"/>
                </a:lnTo>
                <a:lnTo>
                  <a:pt x="19872" y="635270"/>
                </a:lnTo>
                <a:lnTo>
                  <a:pt x="27797" y="636666"/>
                </a:lnTo>
                <a:lnTo>
                  <a:pt x="35753" y="638760"/>
                </a:lnTo>
                <a:lnTo>
                  <a:pt x="43708" y="640153"/>
                </a:lnTo>
                <a:lnTo>
                  <a:pt x="51633" y="642237"/>
                </a:lnTo>
                <a:lnTo>
                  <a:pt x="60594" y="643630"/>
                </a:lnTo>
                <a:lnTo>
                  <a:pt x="60594" y="0"/>
                </a:lnTo>
                <a:close/>
              </a:path>
            </a:pathLst>
          </a:custGeom>
          <a:solidFill>
            <a:srgbClr val="FFD23F"/>
          </a:solidFill>
        </p:spPr>
        <p:txBody>
          <a:bodyPr wrap="square" lIns="0" tIns="0" rIns="0" bIns="0" rtlCol="0"/>
          <a:lstStyle/>
          <a:p>
            <a:endParaRPr/>
          </a:p>
        </p:txBody>
      </p:sp>
      <p:sp>
        <p:nvSpPr>
          <p:cNvPr id="170" name="object 170"/>
          <p:cNvSpPr/>
          <p:nvPr/>
        </p:nvSpPr>
        <p:spPr>
          <a:xfrm>
            <a:off x="6768784" y="3785280"/>
            <a:ext cx="60960" cy="637540"/>
          </a:xfrm>
          <a:custGeom>
            <a:avLst/>
            <a:gdLst/>
            <a:ahLst/>
            <a:cxnLst/>
            <a:rect l="l" t="t" r="r" b="b"/>
            <a:pathLst>
              <a:path w="60960" h="637539">
                <a:moveTo>
                  <a:pt x="60594" y="0"/>
                </a:moveTo>
                <a:lnTo>
                  <a:pt x="0" y="0"/>
                </a:lnTo>
                <a:lnTo>
                  <a:pt x="0" y="615769"/>
                </a:lnTo>
                <a:lnTo>
                  <a:pt x="40721" y="632484"/>
                </a:lnTo>
                <a:lnTo>
                  <a:pt x="60594" y="637367"/>
                </a:lnTo>
                <a:lnTo>
                  <a:pt x="60594" y="0"/>
                </a:lnTo>
                <a:close/>
              </a:path>
            </a:pathLst>
          </a:custGeom>
          <a:solidFill>
            <a:srgbClr val="FFCE2F"/>
          </a:solidFill>
        </p:spPr>
        <p:txBody>
          <a:bodyPr wrap="square" lIns="0" tIns="0" rIns="0" bIns="0" rtlCol="0"/>
          <a:lstStyle/>
          <a:p>
            <a:endParaRPr/>
          </a:p>
        </p:txBody>
      </p:sp>
      <p:sp>
        <p:nvSpPr>
          <p:cNvPr id="171" name="object 171"/>
          <p:cNvSpPr/>
          <p:nvPr/>
        </p:nvSpPr>
        <p:spPr>
          <a:xfrm>
            <a:off x="6755891" y="3785281"/>
            <a:ext cx="43180" cy="629285"/>
          </a:xfrm>
          <a:custGeom>
            <a:avLst/>
            <a:gdLst/>
            <a:ahLst/>
            <a:cxnLst/>
            <a:rect l="l" t="t" r="r" b="b"/>
            <a:pathLst>
              <a:path w="43179" h="629285">
                <a:moveTo>
                  <a:pt x="42702" y="0"/>
                </a:moveTo>
                <a:lnTo>
                  <a:pt x="0" y="0"/>
                </a:lnTo>
                <a:lnTo>
                  <a:pt x="0" y="599053"/>
                </a:lnTo>
                <a:lnTo>
                  <a:pt x="32765" y="625519"/>
                </a:lnTo>
                <a:lnTo>
                  <a:pt x="42702" y="629009"/>
                </a:lnTo>
                <a:lnTo>
                  <a:pt x="42702" y="0"/>
                </a:lnTo>
                <a:close/>
              </a:path>
            </a:pathLst>
          </a:custGeom>
          <a:solidFill>
            <a:srgbClr val="FFCC20"/>
          </a:solidFill>
        </p:spPr>
        <p:txBody>
          <a:bodyPr wrap="square" lIns="0" tIns="0" rIns="0" bIns="0" rtlCol="0"/>
          <a:lstStyle/>
          <a:p>
            <a:endParaRPr/>
          </a:p>
        </p:txBody>
      </p:sp>
      <p:sp>
        <p:nvSpPr>
          <p:cNvPr id="172" name="object 172"/>
          <p:cNvSpPr/>
          <p:nvPr/>
        </p:nvSpPr>
        <p:spPr>
          <a:xfrm>
            <a:off x="7574189" y="3785281"/>
            <a:ext cx="29845" cy="624205"/>
          </a:xfrm>
          <a:custGeom>
            <a:avLst/>
            <a:gdLst/>
            <a:ahLst/>
            <a:cxnLst/>
            <a:rect l="l" t="t" r="r" b="b"/>
            <a:pathLst>
              <a:path w="29845" h="624204">
                <a:moveTo>
                  <a:pt x="29809" y="0"/>
                </a:moveTo>
                <a:lnTo>
                  <a:pt x="0" y="0"/>
                </a:lnTo>
                <a:lnTo>
                  <a:pt x="0" y="624126"/>
                </a:lnTo>
                <a:lnTo>
                  <a:pt x="28803" y="602540"/>
                </a:lnTo>
                <a:lnTo>
                  <a:pt x="29809" y="599053"/>
                </a:lnTo>
                <a:lnTo>
                  <a:pt x="29809" y="0"/>
                </a:lnTo>
                <a:close/>
              </a:path>
            </a:pathLst>
          </a:custGeom>
          <a:solidFill>
            <a:srgbClr val="FFC400"/>
          </a:solidFill>
        </p:spPr>
        <p:txBody>
          <a:bodyPr wrap="square" lIns="0" tIns="0" rIns="0" bIns="0" rtlCol="0"/>
          <a:lstStyle/>
          <a:p>
            <a:endParaRPr/>
          </a:p>
        </p:txBody>
      </p:sp>
      <p:sp>
        <p:nvSpPr>
          <p:cNvPr id="173" name="object 173"/>
          <p:cNvSpPr/>
          <p:nvPr/>
        </p:nvSpPr>
        <p:spPr>
          <a:xfrm>
            <a:off x="6755891" y="3717036"/>
            <a:ext cx="848360" cy="136525"/>
          </a:xfrm>
          <a:custGeom>
            <a:avLst/>
            <a:gdLst/>
            <a:ahLst/>
            <a:cxnLst/>
            <a:rect l="l" t="t" r="r" b="b"/>
            <a:pathLst>
              <a:path w="848360" h="136525">
                <a:moveTo>
                  <a:pt x="424037" y="0"/>
                </a:moveTo>
                <a:lnTo>
                  <a:pt x="338632" y="1402"/>
                </a:lnTo>
                <a:lnTo>
                  <a:pt x="297911" y="2773"/>
                </a:lnTo>
                <a:lnTo>
                  <a:pt x="221467" y="8351"/>
                </a:lnTo>
                <a:lnTo>
                  <a:pt x="153923" y="15331"/>
                </a:lnTo>
                <a:lnTo>
                  <a:pt x="96347" y="25085"/>
                </a:lnTo>
                <a:lnTo>
                  <a:pt x="51633" y="35509"/>
                </a:lnTo>
                <a:lnTo>
                  <a:pt x="8930" y="54315"/>
                </a:lnTo>
                <a:lnTo>
                  <a:pt x="0" y="68244"/>
                </a:lnTo>
                <a:lnTo>
                  <a:pt x="1981" y="75224"/>
                </a:lnTo>
                <a:lnTo>
                  <a:pt x="51633" y="101001"/>
                </a:lnTo>
                <a:lnTo>
                  <a:pt x="96347" y="111453"/>
                </a:lnTo>
                <a:lnTo>
                  <a:pt x="153923" y="121194"/>
                </a:lnTo>
                <a:lnTo>
                  <a:pt x="221467" y="128159"/>
                </a:lnTo>
                <a:lnTo>
                  <a:pt x="297911" y="133730"/>
                </a:lnTo>
                <a:lnTo>
                  <a:pt x="338632" y="135123"/>
                </a:lnTo>
                <a:lnTo>
                  <a:pt x="424037" y="136529"/>
                </a:lnTo>
                <a:lnTo>
                  <a:pt x="509442" y="135123"/>
                </a:lnTo>
                <a:lnTo>
                  <a:pt x="550163" y="133730"/>
                </a:lnTo>
                <a:lnTo>
                  <a:pt x="625662" y="128159"/>
                </a:lnTo>
                <a:lnTo>
                  <a:pt x="693176" y="121194"/>
                </a:lnTo>
                <a:lnTo>
                  <a:pt x="750783" y="111453"/>
                </a:lnTo>
                <a:lnTo>
                  <a:pt x="796472" y="101001"/>
                </a:lnTo>
                <a:lnTo>
                  <a:pt x="839175" y="82174"/>
                </a:lnTo>
                <a:lnTo>
                  <a:pt x="848105" y="68244"/>
                </a:lnTo>
                <a:lnTo>
                  <a:pt x="846124" y="61295"/>
                </a:lnTo>
                <a:lnTo>
                  <a:pt x="796472" y="35509"/>
                </a:lnTo>
                <a:lnTo>
                  <a:pt x="750783" y="25085"/>
                </a:lnTo>
                <a:lnTo>
                  <a:pt x="693176" y="15331"/>
                </a:lnTo>
                <a:lnTo>
                  <a:pt x="625662" y="8351"/>
                </a:lnTo>
                <a:lnTo>
                  <a:pt x="550163" y="2773"/>
                </a:lnTo>
                <a:lnTo>
                  <a:pt x="509442" y="1402"/>
                </a:lnTo>
                <a:lnTo>
                  <a:pt x="424037" y="0"/>
                </a:lnTo>
                <a:close/>
              </a:path>
            </a:pathLst>
          </a:custGeom>
          <a:solidFill>
            <a:srgbClr val="FFC400"/>
          </a:solidFill>
        </p:spPr>
        <p:txBody>
          <a:bodyPr wrap="square" lIns="0" tIns="0" rIns="0" bIns="0" rtlCol="0"/>
          <a:lstStyle/>
          <a:p>
            <a:endParaRPr/>
          </a:p>
        </p:txBody>
      </p:sp>
      <p:sp>
        <p:nvSpPr>
          <p:cNvPr id="174" name="object 174"/>
          <p:cNvSpPr/>
          <p:nvPr/>
        </p:nvSpPr>
        <p:spPr>
          <a:xfrm>
            <a:off x="6921489" y="3944873"/>
            <a:ext cx="500380" cy="285750"/>
          </a:xfrm>
          <a:custGeom>
            <a:avLst/>
            <a:gdLst/>
            <a:ahLst/>
            <a:cxnLst/>
            <a:rect l="l" t="t" r="r" b="b"/>
            <a:pathLst>
              <a:path w="500379" h="285750">
                <a:moveTo>
                  <a:pt x="0" y="0"/>
                </a:moveTo>
                <a:lnTo>
                  <a:pt x="500146" y="0"/>
                </a:lnTo>
                <a:lnTo>
                  <a:pt x="500146" y="285749"/>
                </a:lnTo>
                <a:lnTo>
                  <a:pt x="0" y="285749"/>
                </a:lnTo>
                <a:lnTo>
                  <a:pt x="0" y="0"/>
                </a:lnTo>
                <a:close/>
              </a:path>
            </a:pathLst>
          </a:custGeom>
          <a:solidFill>
            <a:srgbClr val="000000"/>
          </a:solidFill>
        </p:spPr>
        <p:txBody>
          <a:bodyPr wrap="square" lIns="0" tIns="0" rIns="0" bIns="0" rtlCol="0"/>
          <a:lstStyle/>
          <a:p>
            <a:endParaRPr/>
          </a:p>
        </p:txBody>
      </p:sp>
      <p:sp>
        <p:nvSpPr>
          <p:cNvPr id="175" name="object 175"/>
          <p:cNvSpPr/>
          <p:nvPr/>
        </p:nvSpPr>
        <p:spPr>
          <a:xfrm>
            <a:off x="6921489" y="3944873"/>
            <a:ext cx="500380" cy="285750"/>
          </a:xfrm>
          <a:custGeom>
            <a:avLst/>
            <a:gdLst/>
            <a:ahLst/>
            <a:cxnLst/>
            <a:rect l="l" t="t" r="r" b="b"/>
            <a:pathLst>
              <a:path w="500379" h="285750">
                <a:moveTo>
                  <a:pt x="0" y="0"/>
                </a:moveTo>
                <a:lnTo>
                  <a:pt x="25012" y="0"/>
                </a:lnTo>
                <a:lnTo>
                  <a:pt x="50023" y="0"/>
                </a:lnTo>
                <a:lnTo>
                  <a:pt x="75032" y="0"/>
                </a:lnTo>
                <a:lnTo>
                  <a:pt x="100040" y="0"/>
                </a:lnTo>
                <a:lnTo>
                  <a:pt x="125048" y="0"/>
                </a:lnTo>
                <a:lnTo>
                  <a:pt x="150054" y="0"/>
                </a:lnTo>
                <a:lnTo>
                  <a:pt x="175059" y="0"/>
                </a:lnTo>
                <a:lnTo>
                  <a:pt x="200064" y="0"/>
                </a:lnTo>
                <a:lnTo>
                  <a:pt x="225068" y="0"/>
                </a:lnTo>
                <a:lnTo>
                  <a:pt x="250073" y="0"/>
                </a:lnTo>
                <a:lnTo>
                  <a:pt x="275077" y="0"/>
                </a:lnTo>
                <a:lnTo>
                  <a:pt x="300081" y="0"/>
                </a:lnTo>
                <a:lnTo>
                  <a:pt x="325086" y="0"/>
                </a:lnTo>
                <a:lnTo>
                  <a:pt x="350092" y="0"/>
                </a:lnTo>
                <a:lnTo>
                  <a:pt x="375098" y="0"/>
                </a:lnTo>
                <a:lnTo>
                  <a:pt x="400105" y="0"/>
                </a:lnTo>
                <a:lnTo>
                  <a:pt x="425113" y="0"/>
                </a:lnTo>
                <a:lnTo>
                  <a:pt x="450122" y="0"/>
                </a:lnTo>
                <a:lnTo>
                  <a:pt x="475133" y="0"/>
                </a:lnTo>
                <a:lnTo>
                  <a:pt x="500146" y="0"/>
                </a:lnTo>
                <a:lnTo>
                  <a:pt x="500146" y="14287"/>
                </a:lnTo>
                <a:lnTo>
                  <a:pt x="500146" y="28574"/>
                </a:lnTo>
                <a:lnTo>
                  <a:pt x="500146" y="42862"/>
                </a:lnTo>
                <a:lnTo>
                  <a:pt x="500146" y="57149"/>
                </a:lnTo>
                <a:lnTo>
                  <a:pt x="500146" y="71437"/>
                </a:lnTo>
                <a:lnTo>
                  <a:pt x="500146" y="85724"/>
                </a:lnTo>
                <a:lnTo>
                  <a:pt x="500146" y="100012"/>
                </a:lnTo>
                <a:lnTo>
                  <a:pt x="500146" y="114299"/>
                </a:lnTo>
                <a:lnTo>
                  <a:pt x="500146" y="128587"/>
                </a:lnTo>
                <a:lnTo>
                  <a:pt x="500146" y="142874"/>
                </a:lnTo>
                <a:lnTo>
                  <a:pt x="500146" y="157162"/>
                </a:lnTo>
                <a:lnTo>
                  <a:pt x="500146" y="171449"/>
                </a:lnTo>
                <a:lnTo>
                  <a:pt x="500146" y="185737"/>
                </a:lnTo>
                <a:lnTo>
                  <a:pt x="500146" y="200024"/>
                </a:lnTo>
                <a:lnTo>
                  <a:pt x="500146" y="285749"/>
                </a:lnTo>
                <a:lnTo>
                  <a:pt x="475133" y="285749"/>
                </a:lnTo>
                <a:lnTo>
                  <a:pt x="450122" y="285749"/>
                </a:lnTo>
                <a:lnTo>
                  <a:pt x="425113" y="285749"/>
                </a:lnTo>
                <a:lnTo>
                  <a:pt x="400105" y="285749"/>
                </a:lnTo>
                <a:lnTo>
                  <a:pt x="375098" y="285749"/>
                </a:lnTo>
                <a:lnTo>
                  <a:pt x="350092" y="285749"/>
                </a:lnTo>
                <a:lnTo>
                  <a:pt x="325086" y="285749"/>
                </a:lnTo>
                <a:lnTo>
                  <a:pt x="300081" y="285749"/>
                </a:lnTo>
                <a:lnTo>
                  <a:pt x="275077" y="285749"/>
                </a:lnTo>
                <a:lnTo>
                  <a:pt x="250073" y="285749"/>
                </a:lnTo>
                <a:lnTo>
                  <a:pt x="225068" y="285749"/>
                </a:lnTo>
                <a:lnTo>
                  <a:pt x="200064" y="285749"/>
                </a:lnTo>
                <a:lnTo>
                  <a:pt x="175059" y="285749"/>
                </a:lnTo>
                <a:lnTo>
                  <a:pt x="150054" y="285749"/>
                </a:lnTo>
                <a:lnTo>
                  <a:pt x="125048" y="285749"/>
                </a:lnTo>
                <a:lnTo>
                  <a:pt x="100040" y="285749"/>
                </a:lnTo>
                <a:lnTo>
                  <a:pt x="75032" y="285749"/>
                </a:lnTo>
                <a:lnTo>
                  <a:pt x="50023" y="285749"/>
                </a:lnTo>
                <a:lnTo>
                  <a:pt x="25012" y="285749"/>
                </a:lnTo>
                <a:lnTo>
                  <a:pt x="0" y="285749"/>
                </a:lnTo>
                <a:lnTo>
                  <a:pt x="0" y="271462"/>
                </a:lnTo>
                <a:lnTo>
                  <a:pt x="0" y="257174"/>
                </a:lnTo>
                <a:lnTo>
                  <a:pt x="0" y="242887"/>
                </a:lnTo>
                <a:lnTo>
                  <a:pt x="0" y="228599"/>
                </a:lnTo>
                <a:lnTo>
                  <a:pt x="0" y="214312"/>
                </a:lnTo>
                <a:lnTo>
                  <a:pt x="0" y="200024"/>
                </a:lnTo>
                <a:lnTo>
                  <a:pt x="0" y="185737"/>
                </a:lnTo>
                <a:lnTo>
                  <a:pt x="0" y="171449"/>
                </a:lnTo>
                <a:lnTo>
                  <a:pt x="0" y="157162"/>
                </a:lnTo>
                <a:lnTo>
                  <a:pt x="0" y="142874"/>
                </a:lnTo>
                <a:lnTo>
                  <a:pt x="0" y="128587"/>
                </a:lnTo>
                <a:lnTo>
                  <a:pt x="0" y="114299"/>
                </a:lnTo>
                <a:lnTo>
                  <a:pt x="0" y="100012"/>
                </a:lnTo>
                <a:lnTo>
                  <a:pt x="0" y="85724"/>
                </a:lnTo>
                <a:lnTo>
                  <a:pt x="0" y="71437"/>
                </a:lnTo>
                <a:lnTo>
                  <a:pt x="0" y="57149"/>
                </a:lnTo>
                <a:lnTo>
                  <a:pt x="0" y="42862"/>
                </a:lnTo>
                <a:lnTo>
                  <a:pt x="0" y="28574"/>
                </a:lnTo>
                <a:lnTo>
                  <a:pt x="0" y="14287"/>
                </a:lnTo>
                <a:lnTo>
                  <a:pt x="0" y="0"/>
                </a:lnTo>
                <a:close/>
              </a:path>
            </a:pathLst>
          </a:custGeom>
          <a:ln w="9143">
            <a:solidFill>
              <a:srgbClr val="000000"/>
            </a:solidFill>
          </a:ln>
        </p:spPr>
        <p:txBody>
          <a:bodyPr wrap="square" lIns="0" tIns="0" rIns="0" bIns="0" rtlCol="0"/>
          <a:lstStyle/>
          <a:p>
            <a:endParaRPr/>
          </a:p>
        </p:txBody>
      </p:sp>
      <p:sp>
        <p:nvSpPr>
          <p:cNvPr id="176" name="object 176"/>
          <p:cNvSpPr txBox="1">
            <a:spLocks noGrp="1"/>
          </p:cNvSpPr>
          <p:nvPr>
            <p:ph type="sldNum" sz="quarter" idx="7"/>
          </p:nvPr>
        </p:nvSpPr>
        <p:spPr>
          <a:xfrm>
            <a:off x="3682748" y="6628236"/>
            <a:ext cx="2230754" cy="177800"/>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r>
              <a:rPr lang="en-US" spc="-10"/>
              <a:t>©Ic</a:t>
            </a:r>
            <a:r>
              <a:rPr lang="en-US" spc="-5"/>
              <a:t>h</a:t>
            </a:r>
            <a:r>
              <a:rPr lang="en-US"/>
              <a:t>ak</a:t>
            </a:r>
            <a:r>
              <a:rPr lang="en-US" spc="-50">
                <a:latin typeface="Times New Roman"/>
                <a:cs typeface="Times New Roman"/>
              </a:rPr>
              <a:t> </a:t>
            </a:r>
            <a:r>
              <a:rPr lang="en-US" spc="-10"/>
              <a:t>A</a:t>
            </a:r>
            <a:r>
              <a:rPr lang="en-US"/>
              <a:t>d</a:t>
            </a:r>
            <a:r>
              <a:rPr lang="en-US" spc="-5"/>
              <a:t>i</a:t>
            </a:r>
            <a:r>
              <a:rPr lang="en-US" spc="-15"/>
              <a:t>z</a:t>
            </a:r>
            <a:r>
              <a:rPr lang="en-US"/>
              <a:t>e</a:t>
            </a:r>
            <a:r>
              <a:rPr lang="en-US" spc="-5"/>
              <a:t>s,</a:t>
            </a:r>
            <a:r>
              <a:rPr lang="en-US" spc="25">
                <a:latin typeface="Times New Roman"/>
                <a:cs typeface="Times New Roman"/>
              </a:rPr>
              <a:t> </a:t>
            </a:r>
            <a:r>
              <a:rPr lang="en-US" spc="-10"/>
              <a:t>P</a:t>
            </a:r>
            <a:r>
              <a:rPr lang="en-US"/>
              <a:t>h</a:t>
            </a:r>
            <a:r>
              <a:rPr lang="en-US" spc="-10"/>
              <a:t>.D.</a:t>
            </a:r>
            <a:r>
              <a:rPr lang="en-US" spc="25">
                <a:latin typeface="Times New Roman"/>
                <a:cs typeface="Times New Roman"/>
              </a:rPr>
              <a:t> </a:t>
            </a:r>
            <a:r>
              <a:rPr lang="en-US"/>
              <a:t>197</a:t>
            </a:r>
            <a:r>
              <a:rPr lang="en-US" spc="20"/>
              <a:t>1</a:t>
            </a:r>
            <a:r>
              <a:rPr lang="en-US" spc="-5"/>
              <a:t>-</a:t>
            </a:r>
            <a:fld id="{81D60167-4931-47E6-BA6A-407CBD079E47}" type="slidenum">
              <a:rPr smtClean="0"/>
              <a:pPr marL="12700"/>
              <a:t>43</a:t>
            </a:fld>
            <a:r>
              <a:t>3</a:t>
            </a:r>
            <a:endParaRPr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26744" y="934290"/>
            <a:ext cx="8086725" cy="5049075"/>
          </a:xfrm>
          <a:prstGeom prst="rect">
            <a:avLst/>
          </a:prstGeom>
        </p:spPr>
        <p:txBody>
          <a:bodyPr vert="horz" wrap="square" lIns="0" tIns="0" rIns="0" bIns="0" rtlCol="0">
            <a:spAutoFit/>
          </a:bodyPr>
          <a:lstStyle/>
          <a:p>
            <a:pPr marL="241300" indent="-228600">
              <a:spcAft>
                <a:spcPts val="1200"/>
              </a:spcAft>
              <a:buFont typeface="Arial"/>
              <a:buChar char="•"/>
              <a:tabLst>
                <a:tab pos="241300" algn="l"/>
              </a:tabLst>
            </a:pPr>
            <a:r>
              <a:rPr lang="en-US" sz="2800" spc="-60" dirty="0">
                <a:latin typeface="Cambria"/>
                <a:cs typeface="Cambria"/>
              </a:rPr>
              <a:t>The less Intrinsic Rewards the person receives, the more Extrinsic Rewards the person needs</a:t>
            </a:r>
          </a:p>
          <a:p>
            <a:pPr marL="241300" indent="-228600">
              <a:buFont typeface="Arial"/>
              <a:buChar char="•"/>
              <a:tabLst>
                <a:tab pos="241300" algn="l"/>
              </a:tabLst>
            </a:pPr>
            <a:r>
              <a:rPr sz="2800" spc="-60" dirty="0">
                <a:latin typeface="Cambria"/>
                <a:cs typeface="Cambria"/>
              </a:rPr>
              <a:t>Do not expect a perfect system</a:t>
            </a:r>
          </a:p>
          <a:p>
            <a:pPr marL="241300" indent="-228600">
              <a:spcBef>
                <a:spcPts val="1345"/>
              </a:spcBef>
              <a:buFont typeface="Arial"/>
              <a:buChar char="•"/>
              <a:tabLst>
                <a:tab pos="241300" algn="l"/>
              </a:tabLst>
            </a:pPr>
            <a:r>
              <a:rPr sz="2800" spc="-5" dirty="0">
                <a:latin typeface="Cambria"/>
                <a:cs typeface="Cambria"/>
              </a:rPr>
              <a:t>Ma</a:t>
            </a:r>
            <a:r>
              <a:rPr sz="2800" spc="-50" dirty="0">
                <a:latin typeface="Cambria"/>
                <a:cs typeface="Cambria"/>
              </a:rPr>
              <a:t>k</a:t>
            </a:r>
            <a:r>
              <a:rPr sz="2800" spc="-15" dirty="0">
                <a:latin typeface="Cambria"/>
                <a:cs typeface="Cambria"/>
              </a:rPr>
              <a:t>e</a:t>
            </a:r>
            <a:r>
              <a:rPr sz="2800" spc="-85" dirty="0">
                <a:latin typeface="Times New Roman"/>
                <a:cs typeface="Times New Roman"/>
              </a:rPr>
              <a:t> </a:t>
            </a:r>
            <a:r>
              <a:rPr sz="2800" spc="-15" dirty="0">
                <a:latin typeface="Cambria"/>
                <a:cs typeface="Cambria"/>
              </a:rPr>
              <a:t>su</a:t>
            </a:r>
            <a:r>
              <a:rPr sz="2800" spc="-65" dirty="0">
                <a:latin typeface="Cambria"/>
                <a:cs typeface="Cambria"/>
              </a:rPr>
              <a:t>r</a:t>
            </a:r>
            <a:r>
              <a:rPr sz="2800" spc="-15" dirty="0">
                <a:latin typeface="Cambria"/>
                <a:cs typeface="Cambria"/>
              </a:rPr>
              <a:t>e</a:t>
            </a:r>
            <a:r>
              <a:rPr sz="2800" spc="-85" dirty="0">
                <a:latin typeface="Times New Roman"/>
                <a:cs typeface="Times New Roman"/>
              </a:rPr>
              <a:t> </a:t>
            </a:r>
            <a:r>
              <a:rPr sz="2800" spc="-25" dirty="0">
                <a:latin typeface="Cambria"/>
                <a:cs typeface="Cambria"/>
              </a:rPr>
              <a:t>t</a:t>
            </a:r>
            <a:r>
              <a:rPr sz="2800" spc="-15" dirty="0">
                <a:latin typeface="Cambria"/>
                <a:cs typeface="Cambria"/>
              </a:rPr>
              <a:t>o</a:t>
            </a:r>
            <a:r>
              <a:rPr sz="2800" spc="-85" dirty="0">
                <a:latin typeface="Times New Roman"/>
                <a:cs typeface="Times New Roman"/>
              </a:rPr>
              <a:t> </a:t>
            </a:r>
            <a:r>
              <a:rPr sz="2800" spc="-60" dirty="0" smtClean="0">
                <a:latin typeface="Cambria"/>
                <a:cs typeface="Cambria"/>
              </a:rPr>
              <a:t>r</a:t>
            </a:r>
            <a:r>
              <a:rPr sz="2800" spc="-15" dirty="0" smtClean="0">
                <a:latin typeface="Cambria"/>
                <a:cs typeface="Cambria"/>
              </a:rPr>
              <a:t>e</a:t>
            </a:r>
            <a:r>
              <a:rPr sz="2800" spc="-20" dirty="0" smtClean="0">
                <a:latin typeface="Cambria"/>
                <a:cs typeface="Cambria"/>
              </a:rPr>
              <a:t>do</a:t>
            </a:r>
            <a:r>
              <a:rPr sz="2800" spc="-85" dirty="0" smtClean="0">
                <a:latin typeface="Times New Roman"/>
                <a:cs typeface="Times New Roman"/>
              </a:rPr>
              <a:t> </a:t>
            </a:r>
            <a:r>
              <a:rPr sz="2800" spc="-65" dirty="0">
                <a:latin typeface="Cambria"/>
                <a:cs typeface="Cambria"/>
              </a:rPr>
              <a:t>r</a:t>
            </a:r>
            <a:r>
              <a:rPr sz="2800" spc="-15" dirty="0">
                <a:latin typeface="Cambria"/>
                <a:cs typeface="Cambria"/>
              </a:rPr>
              <a:t>e</a:t>
            </a:r>
            <a:r>
              <a:rPr sz="2800" spc="-80" dirty="0">
                <a:latin typeface="Cambria"/>
                <a:cs typeface="Cambria"/>
              </a:rPr>
              <a:t>w</a:t>
            </a:r>
            <a:r>
              <a:rPr sz="2800" spc="-20" dirty="0">
                <a:latin typeface="Cambria"/>
                <a:cs typeface="Cambria"/>
              </a:rPr>
              <a:t>a</a:t>
            </a:r>
            <a:r>
              <a:rPr sz="2800" spc="-55" dirty="0">
                <a:latin typeface="Cambria"/>
                <a:cs typeface="Cambria"/>
              </a:rPr>
              <a:t>r</a:t>
            </a:r>
            <a:r>
              <a:rPr sz="2800" spc="-15" dirty="0">
                <a:latin typeface="Cambria"/>
                <a:cs typeface="Cambria"/>
              </a:rPr>
              <a:t>ds</a:t>
            </a:r>
            <a:r>
              <a:rPr sz="2800" spc="-95" dirty="0">
                <a:latin typeface="Times New Roman"/>
                <a:cs typeface="Times New Roman"/>
              </a:rPr>
              <a:t> </a:t>
            </a:r>
            <a:r>
              <a:rPr sz="2800" spc="-40" dirty="0">
                <a:latin typeface="Cambria"/>
                <a:cs typeface="Cambria"/>
              </a:rPr>
              <a:t>e</a:t>
            </a:r>
            <a:r>
              <a:rPr sz="2800" spc="-85" dirty="0">
                <a:latin typeface="Cambria"/>
                <a:cs typeface="Cambria"/>
              </a:rPr>
              <a:t>v</a:t>
            </a:r>
            <a:r>
              <a:rPr sz="2800" spc="-15" dirty="0">
                <a:latin typeface="Cambria"/>
                <a:cs typeface="Cambria"/>
              </a:rPr>
              <a:t>ery</a:t>
            </a:r>
            <a:r>
              <a:rPr sz="2800" spc="-80" dirty="0">
                <a:latin typeface="Times New Roman"/>
                <a:cs typeface="Times New Roman"/>
              </a:rPr>
              <a:t> </a:t>
            </a:r>
            <a:r>
              <a:rPr sz="2800" spc="-15" dirty="0">
                <a:latin typeface="Cambria"/>
                <a:cs typeface="Cambria"/>
              </a:rPr>
              <a:t>+/-</a:t>
            </a:r>
            <a:r>
              <a:rPr sz="2800" spc="-85" dirty="0">
                <a:latin typeface="Times New Roman"/>
                <a:cs typeface="Times New Roman"/>
              </a:rPr>
              <a:t> </a:t>
            </a:r>
            <a:r>
              <a:rPr sz="2800" spc="-20" dirty="0">
                <a:latin typeface="Cambria"/>
                <a:cs typeface="Cambria"/>
              </a:rPr>
              <a:t>3</a:t>
            </a:r>
            <a:r>
              <a:rPr sz="2800" spc="-85" dirty="0">
                <a:latin typeface="Times New Roman"/>
                <a:cs typeface="Times New Roman"/>
              </a:rPr>
              <a:t> </a:t>
            </a:r>
            <a:r>
              <a:rPr sz="2800" spc="-90" dirty="0">
                <a:latin typeface="Cambria"/>
                <a:cs typeface="Cambria"/>
              </a:rPr>
              <a:t>y</a:t>
            </a:r>
            <a:r>
              <a:rPr sz="2800" spc="-15" dirty="0">
                <a:latin typeface="Cambria"/>
                <a:cs typeface="Cambria"/>
              </a:rPr>
              <a:t>ears</a:t>
            </a:r>
            <a:r>
              <a:rPr sz="2800" spc="-90" dirty="0">
                <a:latin typeface="Times New Roman"/>
                <a:cs typeface="Times New Roman"/>
              </a:rPr>
              <a:t> </a:t>
            </a:r>
            <a:r>
              <a:rPr sz="2800" spc="-20" dirty="0">
                <a:latin typeface="Cambria"/>
                <a:cs typeface="Cambria"/>
              </a:rPr>
              <a:t>a</a:t>
            </a:r>
            <a:r>
              <a:rPr sz="2800" spc="-15" dirty="0">
                <a:latin typeface="Cambria"/>
                <a:cs typeface="Cambria"/>
              </a:rPr>
              <a:t>s</a:t>
            </a:r>
            <a:r>
              <a:rPr sz="2800" spc="-85" dirty="0">
                <a:latin typeface="Times New Roman"/>
                <a:cs typeface="Times New Roman"/>
              </a:rPr>
              <a:t> </a:t>
            </a:r>
            <a:r>
              <a:rPr sz="2800" spc="-20" dirty="0">
                <a:latin typeface="Cambria"/>
                <a:cs typeface="Cambria"/>
              </a:rPr>
              <a:t>this</a:t>
            </a:r>
            <a:endParaRPr sz="2800" dirty="0">
              <a:latin typeface="Cambria"/>
              <a:cs typeface="Cambria"/>
            </a:endParaRPr>
          </a:p>
          <a:p>
            <a:pPr marL="241300">
              <a:spcBef>
                <a:spcPts val="1345"/>
              </a:spcBef>
            </a:pPr>
            <a:r>
              <a:rPr sz="2800" spc="-20" dirty="0">
                <a:latin typeface="Cambria"/>
                <a:cs typeface="Cambria"/>
              </a:rPr>
              <a:t>wil</a:t>
            </a:r>
            <a:r>
              <a:rPr sz="2800" spc="-10" dirty="0">
                <a:latin typeface="Cambria"/>
                <a:cs typeface="Cambria"/>
              </a:rPr>
              <a:t>l</a:t>
            </a:r>
            <a:r>
              <a:rPr sz="2800" spc="-85" dirty="0">
                <a:latin typeface="Times New Roman"/>
                <a:cs typeface="Times New Roman"/>
              </a:rPr>
              <a:t> </a:t>
            </a:r>
            <a:r>
              <a:rPr sz="2800" spc="-15" dirty="0">
                <a:latin typeface="Cambria"/>
                <a:cs typeface="Cambria"/>
              </a:rPr>
              <a:t>c</a:t>
            </a:r>
            <a:r>
              <a:rPr sz="2800" spc="-50" dirty="0">
                <a:latin typeface="Cambria"/>
                <a:cs typeface="Cambria"/>
              </a:rPr>
              <a:t>r</a:t>
            </a:r>
            <a:r>
              <a:rPr sz="2800" spc="-15" dirty="0">
                <a:latin typeface="Cambria"/>
                <a:cs typeface="Cambria"/>
              </a:rPr>
              <a:t>ea</a:t>
            </a:r>
            <a:r>
              <a:rPr sz="2800" spc="-30" dirty="0">
                <a:latin typeface="Cambria"/>
                <a:cs typeface="Cambria"/>
              </a:rPr>
              <a:t>t</a:t>
            </a:r>
            <a:r>
              <a:rPr sz="2800" spc="-15" dirty="0">
                <a:latin typeface="Cambria"/>
                <a:cs typeface="Cambria"/>
              </a:rPr>
              <a:t>e</a:t>
            </a:r>
            <a:r>
              <a:rPr sz="2800" spc="-100" dirty="0">
                <a:latin typeface="Times New Roman"/>
                <a:cs typeface="Times New Roman"/>
              </a:rPr>
              <a:t> </a:t>
            </a:r>
            <a:r>
              <a:rPr sz="2800" spc="-20" dirty="0">
                <a:latin typeface="Cambria"/>
                <a:cs typeface="Cambria"/>
              </a:rPr>
              <a:t>th</a:t>
            </a:r>
            <a:r>
              <a:rPr sz="2800" spc="-15" dirty="0">
                <a:latin typeface="Cambria"/>
                <a:cs typeface="Cambria"/>
              </a:rPr>
              <a:t>e</a:t>
            </a:r>
            <a:r>
              <a:rPr sz="2800" spc="-75" dirty="0">
                <a:latin typeface="Times New Roman"/>
                <a:cs typeface="Times New Roman"/>
              </a:rPr>
              <a:t> </a:t>
            </a:r>
            <a:r>
              <a:rPr sz="2800" spc="-20" dirty="0">
                <a:latin typeface="Cambria"/>
                <a:cs typeface="Cambria"/>
              </a:rPr>
              <a:t>ho</a:t>
            </a:r>
            <a:r>
              <a:rPr sz="2800" spc="-15" dirty="0">
                <a:latin typeface="Cambria"/>
                <a:cs typeface="Cambria"/>
              </a:rPr>
              <a:t>pe</a:t>
            </a:r>
            <a:r>
              <a:rPr sz="2800" spc="-85" dirty="0">
                <a:latin typeface="Times New Roman"/>
                <a:cs typeface="Times New Roman"/>
              </a:rPr>
              <a:t> </a:t>
            </a:r>
            <a:r>
              <a:rPr sz="2800" spc="-15" dirty="0">
                <a:latin typeface="Cambria"/>
                <a:cs typeface="Cambria"/>
              </a:rPr>
              <a:t>of</a:t>
            </a:r>
            <a:r>
              <a:rPr sz="2800" spc="-80" dirty="0">
                <a:latin typeface="Times New Roman"/>
                <a:cs typeface="Times New Roman"/>
              </a:rPr>
              <a:t> </a:t>
            </a:r>
            <a:r>
              <a:rPr sz="2800" spc="-15" dirty="0">
                <a:latin typeface="Cambria"/>
                <a:cs typeface="Cambria"/>
              </a:rPr>
              <a:t>change</a:t>
            </a:r>
            <a:r>
              <a:rPr sz="2800" spc="-80" dirty="0">
                <a:latin typeface="Times New Roman"/>
                <a:cs typeface="Times New Roman"/>
              </a:rPr>
              <a:t> </a:t>
            </a:r>
            <a:r>
              <a:rPr sz="2800" spc="-15" dirty="0">
                <a:latin typeface="Cambria"/>
                <a:cs typeface="Cambria"/>
              </a:rPr>
              <a:t>in</a:t>
            </a:r>
            <a:r>
              <a:rPr sz="2800" spc="-90" dirty="0">
                <a:latin typeface="Times New Roman"/>
                <a:cs typeface="Times New Roman"/>
              </a:rPr>
              <a:t> </a:t>
            </a:r>
            <a:r>
              <a:rPr sz="2800" spc="-20" dirty="0">
                <a:latin typeface="Cambria"/>
                <a:cs typeface="Cambria"/>
              </a:rPr>
              <a:t>th</a:t>
            </a:r>
            <a:r>
              <a:rPr sz="2800" spc="-15" dirty="0">
                <a:latin typeface="Cambria"/>
                <a:cs typeface="Cambria"/>
              </a:rPr>
              <a:t>e</a:t>
            </a:r>
            <a:r>
              <a:rPr sz="2800" spc="-85" dirty="0">
                <a:latin typeface="Times New Roman"/>
                <a:cs typeface="Times New Roman"/>
              </a:rPr>
              <a:t> </a:t>
            </a:r>
            <a:r>
              <a:rPr sz="2800" spc="-5" dirty="0">
                <a:latin typeface="Cambria"/>
                <a:cs typeface="Cambria"/>
              </a:rPr>
              <a:t>f</a:t>
            </a:r>
            <a:r>
              <a:rPr sz="2800" spc="-20" dirty="0">
                <a:latin typeface="Cambria"/>
                <a:cs typeface="Cambria"/>
              </a:rPr>
              <a:t>ut</a:t>
            </a:r>
            <a:r>
              <a:rPr sz="2800" spc="-15" dirty="0">
                <a:latin typeface="Cambria"/>
                <a:cs typeface="Cambria"/>
              </a:rPr>
              <a:t>u</a:t>
            </a:r>
            <a:r>
              <a:rPr sz="2800" spc="-60" dirty="0">
                <a:latin typeface="Cambria"/>
                <a:cs typeface="Cambria"/>
              </a:rPr>
              <a:t>r</a:t>
            </a:r>
            <a:r>
              <a:rPr sz="2800" spc="-10" dirty="0">
                <a:latin typeface="Cambria"/>
                <a:cs typeface="Cambria"/>
              </a:rPr>
              <a:t>e.</a:t>
            </a:r>
            <a:endParaRPr sz="2800" dirty="0">
              <a:latin typeface="Cambria"/>
              <a:cs typeface="Cambria"/>
            </a:endParaRPr>
          </a:p>
          <a:p>
            <a:pPr marL="241300" indent="-228600">
              <a:spcBef>
                <a:spcPts val="1345"/>
              </a:spcBef>
              <a:buFont typeface="Arial"/>
              <a:buChar char="•"/>
              <a:tabLst>
                <a:tab pos="241300" algn="l"/>
              </a:tabLst>
            </a:pPr>
            <a:r>
              <a:rPr sz="2800" spc="-15" dirty="0">
                <a:latin typeface="Cambria"/>
                <a:cs typeface="Cambria"/>
              </a:rPr>
              <a:t>I</a:t>
            </a:r>
            <a:r>
              <a:rPr sz="2800" spc="-20" dirty="0">
                <a:latin typeface="Cambria"/>
                <a:cs typeface="Cambria"/>
              </a:rPr>
              <a:t>n</a:t>
            </a:r>
            <a:r>
              <a:rPr sz="2800" spc="-85" dirty="0">
                <a:latin typeface="Times New Roman"/>
                <a:cs typeface="Times New Roman"/>
              </a:rPr>
              <a:t> </a:t>
            </a:r>
            <a:r>
              <a:rPr sz="2800" spc="-15" dirty="0">
                <a:latin typeface="Cambria"/>
                <a:cs typeface="Cambria"/>
              </a:rPr>
              <a:t>o</a:t>
            </a:r>
            <a:r>
              <a:rPr sz="2800" spc="-55" dirty="0">
                <a:latin typeface="Cambria"/>
                <a:cs typeface="Cambria"/>
              </a:rPr>
              <a:t>r</a:t>
            </a:r>
            <a:r>
              <a:rPr sz="2800" spc="-15" dirty="0">
                <a:latin typeface="Cambria"/>
                <a:cs typeface="Cambria"/>
              </a:rPr>
              <a:t>der</a:t>
            </a:r>
            <a:r>
              <a:rPr sz="2800" spc="-95" dirty="0">
                <a:latin typeface="Times New Roman"/>
                <a:cs typeface="Times New Roman"/>
              </a:rPr>
              <a:t> </a:t>
            </a:r>
            <a:r>
              <a:rPr sz="2800" spc="-35" dirty="0">
                <a:latin typeface="Cambria"/>
                <a:cs typeface="Cambria"/>
              </a:rPr>
              <a:t>f</a:t>
            </a:r>
            <a:r>
              <a:rPr sz="2800" spc="-15" dirty="0">
                <a:latin typeface="Cambria"/>
                <a:cs typeface="Cambria"/>
              </a:rPr>
              <a:t>or</a:t>
            </a:r>
            <a:r>
              <a:rPr sz="2800" spc="-85" dirty="0">
                <a:latin typeface="Times New Roman"/>
                <a:cs typeface="Times New Roman"/>
              </a:rPr>
              <a:t> </a:t>
            </a:r>
            <a:r>
              <a:rPr sz="2800" spc="-15" dirty="0">
                <a:latin typeface="Cambria"/>
                <a:cs typeface="Cambria"/>
              </a:rPr>
              <a:t>th</a:t>
            </a:r>
            <a:r>
              <a:rPr sz="2800" spc="-10" dirty="0">
                <a:latin typeface="Cambria"/>
                <a:cs typeface="Cambria"/>
              </a:rPr>
              <a:t>is</a:t>
            </a:r>
            <a:r>
              <a:rPr sz="2800" spc="-85" dirty="0">
                <a:latin typeface="Times New Roman"/>
                <a:cs typeface="Times New Roman"/>
              </a:rPr>
              <a:t> </a:t>
            </a:r>
            <a:r>
              <a:rPr sz="2800" spc="-30" dirty="0">
                <a:latin typeface="Cambria"/>
                <a:cs typeface="Cambria"/>
              </a:rPr>
              <a:t>t</a:t>
            </a:r>
            <a:r>
              <a:rPr sz="2800" spc="-15" dirty="0">
                <a:latin typeface="Cambria"/>
                <a:cs typeface="Cambria"/>
              </a:rPr>
              <a:t>o</a:t>
            </a:r>
            <a:r>
              <a:rPr sz="2800" spc="-85" dirty="0">
                <a:latin typeface="Times New Roman"/>
                <a:cs typeface="Times New Roman"/>
              </a:rPr>
              <a:t> </a:t>
            </a:r>
            <a:r>
              <a:rPr sz="2800" spc="-15" dirty="0">
                <a:latin typeface="Cambria"/>
                <a:cs typeface="Cambria"/>
              </a:rPr>
              <a:t>happen</a:t>
            </a:r>
            <a:r>
              <a:rPr sz="2800" spc="-90" dirty="0">
                <a:latin typeface="Times New Roman"/>
                <a:cs typeface="Times New Roman"/>
              </a:rPr>
              <a:t> </a:t>
            </a:r>
            <a:r>
              <a:rPr sz="2800" spc="-20" dirty="0">
                <a:latin typeface="Cambria"/>
                <a:cs typeface="Cambria"/>
              </a:rPr>
              <a:t>the</a:t>
            </a:r>
            <a:r>
              <a:rPr sz="2800" spc="-50" dirty="0">
                <a:latin typeface="Cambria"/>
                <a:cs typeface="Cambria"/>
              </a:rPr>
              <a:t>r</a:t>
            </a:r>
            <a:r>
              <a:rPr sz="2800" spc="-15" dirty="0">
                <a:latin typeface="Cambria"/>
                <a:cs typeface="Cambria"/>
              </a:rPr>
              <a:t>e</a:t>
            </a:r>
            <a:r>
              <a:rPr sz="2800" spc="-85" dirty="0">
                <a:latin typeface="Times New Roman"/>
                <a:cs typeface="Times New Roman"/>
              </a:rPr>
              <a:t> </a:t>
            </a:r>
            <a:r>
              <a:rPr sz="2800" spc="-25" dirty="0">
                <a:latin typeface="Cambria"/>
                <a:cs typeface="Cambria"/>
              </a:rPr>
              <a:t>mus</a:t>
            </a:r>
            <a:r>
              <a:rPr sz="2800" spc="-10" dirty="0">
                <a:latin typeface="Cambria"/>
                <a:cs typeface="Cambria"/>
              </a:rPr>
              <a:t>t</a:t>
            </a:r>
            <a:r>
              <a:rPr sz="2800" spc="-85" dirty="0">
                <a:latin typeface="Times New Roman"/>
                <a:cs typeface="Times New Roman"/>
              </a:rPr>
              <a:t> </a:t>
            </a:r>
            <a:r>
              <a:rPr sz="2800" spc="-25" dirty="0">
                <a:latin typeface="Cambria"/>
                <a:cs typeface="Cambria"/>
              </a:rPr>
              <a:t>b</a:t>
            </a:r>
            <a:r>
              <a:rPr sz="2800" spc="-15" dirty="0">
                <a:latin typeface="Cambria"/>
                <a:cs typeface="Cambria"/>
              </a:rPr>
              <a:t>e</a:t>
            </a:r>
            <a:r>
              <a:rPr sz="2800" spc="-85" dirty="0">
                <a:latin typeface="Times New Roman"/>
                <a:cs typeface="Times New Roman"/>
              </a:rPr>
              <a:t> </a:t>
            </a:r>
            <a:r>
              <a:rPr sz="2800" spc="-25" dirty="0">
                <a:latin typeface="Cambria"/>
                <a:cs typeface="Cambria"/>
              </a:rPr>
              <a:t>MT+R.</a:t>
            </a:r>
            <a:endParaRPr sz="2800" dirty="0">
              <a:latin typeface="Cambria"/>
              <a:cs typeface="Cambria"/>
            </a:endParaRPr>
          </a:p>
          <a:p>
            <a:pPr marL="241300" marR="409575" indent="-228600" algn="just">
              <a:lnSpc>
                <a:spcPct val="140000"/>
              </a:lnSpc>
              <a:buFont typeface="Arial"/>
              <a:buChar char="•"/>
              <a:tabLst>
                <a:tab pos="241300" algn="l"/>
              </a:tabLst>
            </a:pPr>
            <a:r>
              <a:rPr sz="2800" spc="-20" dirty="0">
                <a:latin typeface="Cambria"/>
                <a:cs typeface="Cambria"/>
              </a:rPr>
              <a:t>The</a:t>
            </a:r>
            <a:r>
              <a:rPr sz="2800" spc="-90" dirty="0">
                <a:latin typeface="Times New Roman"/>
                <a:cs typeface="Times New Roman"/>
              </a:rPr>
              <a:t> </a:t>
            </a:r>
            <a:r>
              <a:rPr sz="2800" spc="-55" dirty="0">
                <a:latin typeface="Cambria"/>
                <a:cs typeface="Cambria"/>
              </a:rPr>
              <a:t>r</a:t>
            </a:r>
            <a:r>
              <a:rPr sz="2800" spc="-15" dirty="0">
                <a:latin typeface="Cambria"/>
                <a:cs typeface="Cambria"/>
              </a:rPr>
              <a:t>e</a:t>
            </a:r>
            <a:r>
              <a:rPr sz="2800" spc="-75" dirty="0">
                <a:latin typeface="Cambria"/>
                <a:cs typeface="Cambria"/>
              </a:rPr>
              <a:t>w</a:t>
            </a:r>
            <a:r>
              <a:rPr sz="2800" spc="-20" dirty="0">
                <a:latin typeface="Cambria"/>
                <a:cs typeface="Cambria"/>
              </a:rPr>
              <a:t>a</a:t>
            </a:r>
            <a:r>
              <a:rPr sz="2800" spc="-55" dirty="0">
                <a:latin typeface="Cambria"/>
                <a:cs typeface="Cambria"/>
              </a:rPr>
              <a:t>r</a:t>
            </a:r>
            <a:r>
              <a:rPr sz="2800" spc="-20" dirty="0">
                <a:latin typeface="Cambria"/>
                <a:cs typeface="Cambria"/>
              </a:rPr>
              <a:t>d</a:t>
            </a:r>
            <a:r>
              <a:rPr sz="2800" spc="-85" dirty="0">
                <a:latin typeface="Times New Roman"/>
                <a:cs typeface="Times New Roman"/>
              </a:rPr>
              <a:t> </a:t>
            </a:r>
            <a:r>
              <a:rPr sz="2800" spc="-50" dirty="0">
                <a:latin typeface="Cambria"/>
                <a:cs typeface="Cambria"/>
              </a:rPr>
              <a:t>s</a:t>
            </a:r>
            <a:r>
              <a:rPr sz="2800" spc="-45" dirty="0">
                <a:latin typeface="Cambria"/>
                <a:cs typeface="Cambria"/>
              </a:rPr>
              <a:t>y</a:t>
            </a:r>
            <a:r>
              <a:rPr sz="2800" spc="-15" dirty="0">
                <a:latin typeface="Cambria"/>
                <a:cs typeface="Cambria"/>
              </a:rPr>
              <a:t>s</a:t>
            </a:r>
            <a:r>
              <a:rPr sz="2800" spc="-35" dirty="0">
                <a:latin typeface="Cambria"/>
                <a:cs typeface="Cambria"/>
              </a:rPr>
              <a:t>t</a:t>
            </a:r>
            <a:r>
              <a:rPr sz="2800" spc="-20" dirty="0">
                <a:latin typeface="Cambria"/>
                <a:cs typeface="Cambria"/>
              </a:rPr>
              <a:t>em</a:t>
            </a:r>
            <a:r>
              <a:rPr sz="2800" spc="-90" dirty="0">
                <a:latin typeface="Times New Roman"/>
                <a:cs typeface="Times New Roman"/>
              </a:rPr>
              <a:t> </a:t>
            </a:r>
            <a:r>
              <a:rPr sz="2800" spc="-25" dirty="0">
                <a:latin typeface="Cambria"/>
                <a:cs typeface="Cambria"/>
              </a:rPr>
              <a:t>m</a:t>
            </a:r>
            <a:r>
              <a:rPr sz="2800" spc="-15" dirty="0">
                <a:latin typeface="Cambria"/>
                <a:cs typeface="Cambria"/>
              </a:rPr>
              <a:t>ust</a:t>
            </a:r>
            <a:r>
              <a:rPr sz="2800" spc="-90" dirty="0">
                <a:latin typeface="Times New Roman"/>
                <a:cs typeface="Times New Roman"/>
              </a:rPr>
              <a:t> </a:t>
            </a:r>
            <a:r>
              <a:rPr sz="2800" spc="-25" dirty="0">
                <a:latin typeface="Cambria"/>
                <a:cs typeface="Cambria"/>
              </a:rPr>
              <a:t>b</a:t>
            </a:r>
            <a:r>
              <a:rPr sz="2800" spc="-15" dirty="0">
                <a:latin typeface="Cambria"/>
                <a:cs typeface="Cambria"/>
              </a:rPr>
              <a:t>e</a:t>
            </a:r>
            <a:r>
              <a:rPr sz="2800" spc="-85" dirty="0">
                <a:latin typeface="Times New Roman"/>
                <a:cs typeface="Times New Roman"/>
              </a:rPr>
              <a:t> </a:t>
            </a:r>
            <a:r>
              <a:rPr sz="2800" spc="-55" dirty="0">
                <a:latin typeface="Cambria"/>
                <a:cs typeface="Cambria"/>
              </a:rPr>
              <a:t>r</a:t>
            </a:r>
            <a:r>
              <a:rPr sz="2800" spc="-35" dirty="0">
                <a:latin typeface="Cambria"/>
                <a:cs typeface="Cambria"/>
              </a:rPr>
              <a:t>e</a:t>
            </a:r>
            <a:r>
              <a:rPr sz="2800" spc="-15" dirty="0">
                <a:latin typeface="Cambria"/>
                <a:cs typeface="Cambria"/>
              </a:rPr>
              <a:t>vie</a:t>
            </a:r>
            <a:r>
              <a:rPr sz="2800" spc="-65" dirty="0">
                <a:latin typeface="Cambria"/>
                <a:cs typeface="Cambria"/>
              </a:rPr>
              <a:t>w</a:t>
            </a:r>
            <a:r>
              <a:rPr sz="2800" spc="-15" dirty="0">
                <a:latin typeface="Cambria"/>
                <a:cs typeface="Cambria"/>
              </a:rPr>
              <a:t>ed</a:t>
            </a:r>
            <a:r>
              <a:rPr sz="2800" spc="-85" dirty="0">
                <a:latin typeface="Times New Roman"/>
                <a:cs typeface="Times New Roman"/>
              </a:rPr>
              <a:t> </a:t>
            </a:r>
            <a:r>
              <a:rPr sz="2800" spc="-40" dirty="0">
                <a:latin typeface="Cambria"/>
                <a:cs typeface="Cambria"/>
              </a:rPr>
              <a:t>e</a:t>
            </a:r>
            <a:r>
              <a:rPr sz="2800" spc="-80" dirty="0">
                <a:latin typeface="Cambria"/>
                <a:cs typeface="Cambria"/>
              </a:rPr>
              <a:t>v</a:t>
            </a:r>
            <a:r>
              <a:rPr sz="2800" spc="-15" dirty="0">
                <a:latin typeface="Cambria"/>
                <a:cs typeface="Cambria"/>
              </a:rPr>
              <a:t>ery</a:t>
            </a:r>
            <a:r>
              <a:rPr sz="2800" spc="-90" dirty="0">
                <a:latin typeface="Times New Roman"/>
                <a:cs typeface="Times New Roman"/>
              </a:rPr>
              <a:t> </a:t>
            </a:r>
            <a:r>
              <a:rPr sz="2800" spc="-20" dirty="0">
                <a:latin typeface="Cambria"/>
                <a:cs typeface="Cambria"/>
              </a:rPr>
              <a:t>+</a:t>
            </a:r>
            <a:r>
              <a:rPr sz="2800" spc="-10" dirty="0">
                <a:latin typeface="Cambria"/>
                <a:cs typeface="Cambria"/>
              </a:rPr>
              <a:t>/-</a:t>
            </a:r>
            <a:r>
              <a:rPr sz="2800" spc="-85" dirty="0">
                <a:latin typeface="Times New Roman"/>
                <a:cs typeface="Times New Roman"/>
              </a:rPr>
              <a:t> </a:t>
            </a:r>
            <a:r>
              <a:rPr sz="2800" spc="-20" dirty="0">
                <a:latin typeface="Cambria"/>
                <a:cs typeface="Cambria"/>
              </a:rPr>
              <a:t>3</a:t>
            </a:r>
            <a:r>
              <a:rPr sz="2800" spc="-10" dirty="0">
                <a:latin typeface="Times New Roman"/>
                <a:cs typeface="Times New Roman"/>
              </a:rPr>
              <a:t> </a:t>
            </a:r>
            <a:r>
              <a:rPr sz="2800" spc="-85" dirty="0">
                <a:latin typeface="Cambria"/>
                <a:cs typeface="Cambria"/>
              </a:rPr>
              <a:t>y</a:t>
            </a:r>
            <a:r>
              <a:rPr sz="2800" spc="-15" dirty="0">
                <a:latin typeface="Cambria"/>
                <a:cs typeface="Cambria"/>
              </a:rPr>
              <a:t>ears.</a:t>
            </a:r>
            <a:r>
              <a:rPr sz="2800" dirty="0">
                <a:latin typeface="Times New Roman"/>
                <a:cs typeface="Times New Roman"/>
              </a:rPr>
              <a:t> </a:t>
            </a:r>
            <a:r>
              <a:rPr sz="2800" spc="-175" dirty="0">
                <a:latin typeface="Times New Roman"/>
                <a:cs typeface="Times New Roman"/>
              </a:rPr>
              <a:t> </a:t>
            </a:r>
            <a:r>
              <a:rPr sz="2800" spc="-15" dirty="0">
                <a:latin typeface="Cambria"/>
                <a:cs typeface="Cambria"/>
              </a:rPr>
              <a:t>I</a:t>
            </a:r>
            <a:r>
              <a:rPr sz="2800" spc="-10" dirty="0">
                <a:latin typeface="Cambria"/>
                <a:cs typeface="Cambria"/>
              </a:rPr>
              <a:t>f</a:t>
            </a:r>
            <a:r>
              <a:rPr sz="2800" spc="-80" dirty="0">
                <a:latin typeface="Times New Roman"/>
                <a:cs typeface="Times New Roman"/>
              </a:rPr>
              <a:t> </a:t>
            </a:r>
            <a:r>
              <a:rPr sz="2800" spc="-20" dirty="0">
                <a:latin typeface="Cambria"/>
                <a:cs typeface="Cambria"/>
              </a:rPr>
              <a:t>thi</a:t>
            </a:r>
            <a:r>
              <a:rPr sz="2800" spc="-15" dirty="0">
                <a:latin typeface="Cambria"/>
                <a:cs typeface="Cambria"/>
              </a:rPr>
              <a:t>s</a:t>
            </a:r>
            <a:r>
              <a:rPr sz="2800" spc="-80" dirty="0">
                <a:latin typeface="Times New Roman"/>
                <a:cs typeface="Times New Roman"/>
              </a:rPr>
              <a:t> </a:t>
            </a:r>
            <a:r>
              <a:rPr sz="2800" spc="-10" dirty="0">
                <a:latin typeface="Cambria"/>
                <a:cs typeface="Cambria"/>
              </a:rPr>
              <a:t>is</a:t>
            </a:r>
            <a:r>
              <a:rPr sz="2800" spc="-85" dirty="0">
                <a:latin typeface="Times New Roman"/>
                <a:cs typeface="Times New Roman"/>
              </a:rPr>
              <a:t> </a:t>
            </a:r>
            <a:r>
              <a:rPr sz="2800" spc="-30" dirty="0">
                <a:latin typeface="Cambria"/>
                <a:cs typeface="Cambria"/>
              </a:rPr>
              <a:t>n</a:t>
            </a:r>
            <a:r>
              <a:rPr sz="2800" spc="-15" dirty="0">
                <a:latin typeface="Cambria"/>
                <a:cs typeface="Cambria"/>
              </a:rPr>
              <a:t>ot</a:t>
            </a:r>
            <a:r>
              <a:rPr sz="2800" spc="-90" dirty="0">
                <a:latin typeface="Times New Roman"/>
                <a:cs typeface="Times New Roman"/>
              </a:rPr>
              <a:t> </a:t>
            </a:r>
            <a:r>
              <a:rPr sz="2800" spc="-15" dirty="0">
                <a:latin typeface="Cambria"/>
                <a:cs typeface="Cambria"/>
              </a:rPr>
              <a:t>done</a:t>
            </a:r>
            <a:r>
              <a:rPr sz="2800" spc="-90" dirty="0">
                <a:latin typeface="Times New Roman"/>
                <a:cs typeface="Times New Roman"/>
              </a:rPr>
              <a:t> </a:t>
            </a:r>
            <a:r>
              <a:rPr sz="2800" spc="-20" dirty="0">
                <a:latin typeface="Cambria"/>
                <a:cs typeface="Cambria"/>
              </a:rPr>
              <a:t>peopl</a:t>
            </a:r>
            <a:r>
              <a:rPr sz="2800" spc="-15" dirty="0">
                <a:latin typeface="Cambria"/>
                <a:cs typeface="Cambria"/>
              </a:rPr>
              <a:t>e</a:t>
            </a:r>
            <a:r>
              <a:rPr sz="2800" spc="-85" dirty="0">
                <a:latin typeface="Times New Roman"/>
                <a:cs typeface="Times New Roman"/>
              </a:rPr>
              <a:t> </a:t>
            </a:r>
            <a:r>
              <a:rPr sz="2800" spc="-5" dirty="0">
                <a:latin typeface="Cambria"/>
                <a:cs typeface="Cambria"/>
              </a:rPr>
              <a:t>wil</a:t>
            </a:r>
            <a:r>
              <a:rPr sz="2800" dirty="0">
                <a:latin typeface="Cambria"/>
                <a:cs typeface="Cambria"/>
              </a:rPr>
              <a:t>l</a:t>
            </a:r>
            <a:r>
              <a:rPr sz="2800" spc="-85" dirty="0">
                <a:latin typeface="Times New Roman"/>
                <a:cs typeface="Times New Roman"/>
              </a:rPr>
              <a:t> </a:t>
            </a:r>
            <a:r>
              <a:rPr sz="2800" spc="-20" dirty="0">
                <a:latin typeface="Cambria"/>
                <a:cs typeface="Cambria"/>
              </a:rPr>
              <a:t>learn</a:t>
            </a:r>
            <a:r>
              <a:rPr sz="2800" spc="-75" dirty="0">
                <a:latin typeface="Times New Roman"/>
                <a:cs typeface="Times New Roman"/>
              </a:rPr>
              <a:t> </a:t>
            </a:r>
            <a:r>
              <a:rPr sz="2800" spc="-15" dirty="0">
                <a:latin typeface="Cambria"/>
                <a:cs typeface="Cambria"/>
              </a:rPr>
              <a:t>h</a:t>
            </a:r>
            <a:r>
              <a:rPr sz="2800" spc="-30" dirty="0">
                <a:latin typeface="Cambria"/>
                <a:cs typeface="Cambria"/>
              </a:rPr>
              <a:t>o</a:t>
            </a:r>
            <a:r>
              <a:rPr sz="2800" spc="-25" dirty="0">
                <a:latin typeface="Cambria"/>
                <a:cs typeface="Cambria"/>
              </a:rPr>
              <a:t>w</a:t>
            </a:r>
            <a:r>
              <a:rPr sz="2800" spc="-95" dirty="0">
                <a:latin typeface="Times New Roman"/>
                <a:cs typeface="Times New Roman"/>
              </a:rPr>
              <a:t> </a:t>
            </a:r>
            <a:r>
              <a:rPr sz="2800" spc="-25" dirty="0">
                <a:latin typeface="Cambria"/>
                <a:cs typeface="Cambria"/>
              </a:rPr>
              <a:t>t</a:t>
            </a:r>
            <a:r>
              <a:rPr sz="2800" spc="-15" dirty="0">
                <a:latin typeface="Cambria"/>
                <a:cs typeface="Cambria"/>
              </a:rPr>
              <a:t>o</a:t>
            </a:r>
            <a:r>
              <a:rPr sz="2800" spc="-10" dirty="0">
                <a:latin typeface="Times New Roman"/>
                <a:cs typeface="Times New Roman"/>
              </a:rPr>
              <a:t> </a:t>
            </a:r>
            <a:r>
              <a:rPr sz="2800" spc="-45" dirty="0">
                <a:latin typeface="Cambria"/>
                <a:cs typeface="Cambria"/>
              </a:rPr>
              <a:t>g</a:t>
            </a:r>
            <a:r>
              <a:rPr sz="2800" spc="-25" dirty="0">
                <a:latin typeface="Cambria"/>
                <a:cs typeface="Cambria"/>
              </a:rPr>
              <a:t>am</a:t>
            </a:r>
            <a:r>
              <a:rPr sz="2800" spc="-15" dirty="0">
                <a:latin typeface="Cambria"/>
                <a:cs typeface="Cambria"/>
              </a:rPr>
              <a:t>e</a:t>
            </a:r>
            <a:r>
              <a:rPr sz="2800" spc="-80" dirty="0">
                <a:latin typeface="Times New Roman"/>
                <a:cs typeface="Times New Roman"/>
              </a:rPr>
              <a:t> </a:t>
            </a:r>
            <a:r>
              <a:rPr sz="2800" spc="-20" dirty="0">
                <a:latin typeface="Cambria"/>
                <a:cs typeface="Cambria"/>
              </a:rPr>
              <a:t>th</a:t>
            </a:r>
            <a:r>
              <a:rPr sz="2800" spc="-15" dirty="0">
                <a:latin typeface="Cambria"/>
                <a:cs typeface="Cambria"/>
              </a:rPr>
              <a:t>e</a:t>
            </a:r>
            <a:r>
              <a:rPr sz="2800" spc="-85" dirty="0">
                <a:latin typeface="Times New Roman"/>
                <a:cs typeface="Times New Roman"/>
              </a:rPr>
              <a:t> </a:t>
            </a:r>
            <a:r>
              <a:rPr sz="2800" spc="-50" dirty="0">
                <a:latin typeface="Cambria"/>
                <a:cs typeface="Cambria"/>
              </a:rPr>
              <a:t>s</a:t>
            </a:r>
            <a:r>
              <a:rPr sz="2800" spc="-45" dirty="0">
                <a:latin typeface="Cambria"/>
                <a:cs typeface="Cambria"/>
              </a:rPr>
              <a:t>y</a:t>
            </a:r>
            <a:r>
              <a:rPr sz="2800" spc="-15" dirty="0">
                <a:latin typeface="Cambria"/>
                <a:cs typeface="Cambria"/>
              </a:rPr>
              <a:t>s</a:t>
            </a:r>
            <a:r>
              <a:rPr sz="2800" spc="-35" dirty="0">
                <a:latin typeface="Cambria"/>
                <a:cs typeface="Cambria"/>
              </a:rPr>
              <a:t>t</a:t>
            </a:r>
            <a:r>
              <a:rPr sz="2800" spc="-15" dirty="0">
                <a:latin typeface="Cambria"/>
                <a:cs typeface="Cambria"/>
              </a:rPr>
              <a:t>em.</a:t>
            </a:r>
            <a:endParaRPr sz="2800" dirty="0">
              <a:latin typeface="Cambria"/>
              <a:cs typeface="Cambria"/>
            </a:endParaRPr>
          </a:p>
        </p:txBody>
      </p:sp>
      <p:sp>
        <p:nvSpPr>
          <p:cNvPr id="3" name="object 3"/>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
        <p:nvSpPr>
          <p:cNvPr id="4" name="object 2"/>
          <p:cNvSpPr txBox="1">
            <a:spLocks/>
          </p:cNvSpPr>
          <p:nvPr/>
        </p:nvSpPr>
        <p:spPr>
          <a:xfrm>
            <a:off x="1981200" y="7795"/>
            <a:ext cx="10515600" cy="695516"/>
          </a:xfrm>
          <a:prstGeom prst="rect">
            <a:avLst/>
          </a:prstGeom>
        </p:spPr>
        <p:txBody>
          <a:bodyPr vert="horz" wrap="square" lIns="0" tIns="20111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756535">
              <a:lnSpc>
                <a:spcPct val="100000"/>
              </a:lnSpc>
            </a:pPr>
            <a:r>
              <a:rPr lang="en-US" sz="3200" spc="-25" smtClean="0">
                <a:latin typeface="Arial"/>
                <a:cs typeface="Arial"/>
              </a:rPr>
              <a:t>Rewa</a:t>
            </a:r>
            <a:r>
              <a:rPr lang="en-US" sz="3200" spc="-5" smtClean="0">
                <a:latin typeface="Arial"/>
                <a:cs typeface="Arial"/>
              </a:rPr>
              <a:t>r</a:t>
            </a:r>
            <a:r>
              <a:rPr lang="en-US" sz="3200" spc="-25" smtClean="0">
                <a:latin typeface="Arial"/>
                <a:cs typeface="Arial"/>
              </a:rPr>
              <a:t>d</a:t>
            </a:r>
            <a:r>
              <a:rPr lang="en-US" sz="3200" spc="-15" smtClean="0">
                <a:latin typeface="Arial"/>
                <a:cs typeface="Arial"/>
              </a:rPr>
              <a:t>s</a:t>
            </a:r>
            <a:r>
              <a:rPr lang="en-US" sz="3200" spc="95" smtClean="0">
                <a:latin typeface="Times New Roman"/>
                <a:cs typeface="Times New Roman"/>
              </a:rPr>
              <a:t> </a:t>
            </a:r>
            <a:r>
              <a:rPr lang="en-US" sz="3200" spc="-15" smtClean="0">
                <a:latin typeface="Arial"/>
                <a:cs typeface="Arial"/>
              </a:rPr>
              <a:t>Princ</a:t>
            </a:r>
            <a:r>
              <a:rPr lang="en-US" sz="3200" spc="-5" smtClean="0">
                <a:latin typeface="Arial"/>
                <a:cs typeface="Arial"/>
              </a:rPr>
              <a:t>i</a:t>
            </a:r>
            <a:r>
              <a:rPr lang="en-US" sz="3200" spc="-25" smtClean="0">
                <a:latin typeface="Arial"/>
                <a:cs typeface="Arial"/>
              </a:rPr>
              <a:t>p</a:t>
            </a:r>
            <a:r>
              <a:rPr lang="en-US" sz="3200" spc="-5" smtClean="0">
                <a:latin typeface="Arial"/>
                <a:cs typeface="Arial"/>
              </a:rPr>
              <a:t>l</a:t>
            </a:r>
            <a:r>
              <a:rPr lang="en-US" sz="3200" spc="-20" smtClean="0">
                <a:latin typeface="Arial"/>
                <a:cs typeface="Arial"/>
              </a:rPr>
              <a:t>es</a:t>
            </a:r>
            <a:endParaRPr lang="en-US" sz="3200" spc="-20" dirty="0">
              <a:latin typeface="Arial"/>
              <a:cs typeface="Aria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54880" y="1392417"/>
            <a:ext cx="2257425" cy="1112520"/>
          </a:xfrm>
          <a:custGeom>
            <a:avLst/>
            <a:gdLst/>
            <a:ahLst/>
            <a:cxnLst/>
            <a:rect l="l" t="t" r="r" b="b"/>
            <a:pathLst>
              <a:path w="2257425" h="1112520">
                <a:moveTo>
                  <a:pt x="1128521" y="0"/>
                </a:moveTo>
                <a:lnTo>
                  <a:pt x="1035958" y="1844"/>
                </a:lnTo>
                <a:lnTo>
                  <a:pt x="945457" y="7280"/>
                </a:lnTo>
                <a:lnTo>
                  <a:pt x="857308" y="16166"/>
                </a:lnTo>
                <a:lnTo>
                  <a:pt x="771802" y="28359"/>
                </a:lnTo>
                <a:lnTo>
                  <a:pt x="689228" y="43714"/>
                </a:lnTo>
                <a:lnTo>
                  <a:pt x="609878" y="62089"/>
                </a:lnTo>
                <a:lnTo>
                  <a:pt x="534042" y="83341"/>
                </a:lnTo>
                <a:lnTo>
                  <a:pt x="462009" y="107327"/>
                </a:lnTo>
                <a:lnTo>
                  <a:pt x="394071" y="133903"/>
                </a:lnTo>
                <a:lnTo>
                  <a:pt x="330517" y="162927"/>
                </a:lnTo>
                <a:lnTo>
                  <a:pt x="271638" y="194254"/>
                </a:lnTo>
                <a:lnTo>
                  <a:pt x="217724" y="227742"/>
                </a:lnTo>
                <a:lnTo>
                  <a:pt x="169066" y="263248"/>
                </a:lnTo>
                <a:lnTo>
                  <a:pt x="125954" y="300629"/>
                </a:lnTo>
                <a:lnTo>
                  <a:pt x="88677" y="339741"/>
                </a:lnTo>
                <a:lnTo>
                  <a:pt x="57527" y="380441"/>
                </a:lnTo>
                <a:lnTo>
                  <a:pt x="32794" y="422586"/>
                </a:lnTo>
                <a:lnTo>
                  <a:pt x="14769" y="466033"/>
                </a:lnTo>
                <a:lnTo>
                  <a:pt x="3740" y="510638"/>
                </a:lnTo>
                <a:lnTo>
                  <a:pt x="0" y="556259"/>
                </a:lnTo>
                <a:lnTo>
                  <a:pt x="3740" y="601881"/>
                </a:lnTo>
                <a:lnTo>
                  <a:pt x="14769" y="646486"/>
                </a:lnTo>
                <a:lnTo>
                  <a:pt x="32794" y="689933"/>
                </a:lnTo>
                <a:lnTo>
                  <a:pt x="57527" y="732078"/>
                </a:lnTo>
                <a:lnTo>
                  <a:pt x="88677" y="772778"/>
                </a:lnTo>
                <a:lnTo>
                  <a:pt x="125954" y="811890"/>
                </a:lnTo>
                <a:lnTo>
                  <a:pt x="169066" y="849271"/>
                </a:lnTo>
                <a:lnTo>
                  <a:pt x="217724" y="884777"/>
                </a:lnTo>
                <a:lnTo>
                  <a:pt x="271638" y="918265"/>
                </a:lnTo>
                <a:lnTo>
                  <a:pt x="330517" y="949592"/>
                </a:lnTo>
                <a:lnTo>
                  <a:pt x="394071" y="978616"/>
                </a:lnTo>
                <a:lnTo>
                  <a:pt x="462009" y="1005192"/>
                </a:lnTo>
                <a:lnTo>
                  <a:pt x="534042" y="1029178"/>
                </a:lnTo>
                <a:lnTo>
                  <a:pt x="609878" y="1050430"/>
                </a:lnTo>
                <a:lnTo>
                  <a:pt x="689228" y="1068805"/>
                </a:lnTo>
                <a:lnTo>
                  <a:pt x="771802" y="1084160"/>
                </a:lnTo>
                <a:lnTo>
                  <a:pt x="857308" y="1096353"/>
                </a:lnTo>
                <a:lnTo>
                  <a:pt x="945457" y="1105239"/>
                </a:lnTo>
                <a:lnTo>
                  <a:pt x="1035958" y="1110675"/>
                </a:lnTo>
                <a:lnTo>
                  <a:pt x="1128521" y="1112519"/>
                </a:lnTo>
                <a:lnTo>
                  <a:pt x="1221084" y="1110675"/>
                </a:lnTo>
                <a:lnTo>
                  <a:pt x="1311584" y="1105239"/>
                </a:lnTo>
                <a:lnTo>
                  <a:pt x="1399732" y="1096353"/>
                </a:lnTo>
                <a:lnTo>
                  <a:pt x="1485238" y="1084160"/>
                </a:lnTo>
                <a:lnTo>
                  <a:pt x="1567811" y="1068805"/>
                </a:lnTo>
                <a:lnTo>
                  <a:pt x="1647161" y="1050430"/>
                </a:lnTo>
                <a:lnTo>
                  <a:pt x="1722997" y="1029178"/>
                </a:lnTo>
                <a:lnTo>
                  <a:pt x="1795029" y="1005192"/>
                </a:lnTo>
                <a:lnTo>
                  <a:pt x="1862967" y="978616"/>
                </a:lnTo>
                <a:lnTo>
                  <a:pt x="1926521" y="949592"/>
                </a:lnTo>
                <a:lnTo>
                  <a:pt x="1985399" y="918265"/>
                </a:lnTo>
                <a:lnTo>
                  <a:pt x="2039313" y="884777"/>
                </a:lnTo>
                <a:lnTo>
                  <a:pt x="2087971" y="849271"/>
                </a:lnTo>
                <a:lnTo>
                  <a:pt x="2131083" y="811890"/>
                </a:lnTo>
                <a:lnTo>
                  <a:pt x="2168360" y="772778"/>
                </a:lnTo>
                <a:lnTo>
                  <a:pt x="2199509" y="732078"/>
                </a:lnTo>
                <a:lnTo>
                  <a:pt x="2224242" y="689933"/>
                </a:lnTo>
                <a:lnTo>
                  <a:pt x="2242268" y="646486"/>
                </a:lnTo>
                <a:lnTo>
                  <a:pt x="2253297" y="601881"/>
                </a:lnTo>
                <a:lnTo>
                  <a:pt x="2257037" y="556259"/>
                </a:lnTo>
                <a:lnTo>
                  <a:pt x="2253297" y="510638"/>
                </a:lnTo>
                <a:lnTo>
                  <a:pt x="2242268" y="466033"/>
                </a:lnTo>
                <a:lnTo>
                  <a:pt x="2224242" y="422586"/>
                </a:lnTo>
                <a:lnTo>
                  <a:pt x="2199509" y="380441"/>
                </a:lnTo>
                <a:lnTo>
                  <a:pt x="2168360" y="339741"/>
                </a:lnTo>
                <a:lnTo>
                  <a:pt x="2131083" y="300629"/>
                </a:lnTo>
                <a:lnTo>
                  <a:pt x="2087971" y="263248"/>
                </a:lnTo>
                <a:lnTo>
                  <a:pt x="2039313" y="227742"/>
                </a:lnTo>
                <a:lnTo>
                  <a:pt x="1985399" y="194254"/>
                </a:lnTo>
                <a:lnTo>
                  <a:pt x="1926521" y="162927"/>
                </a:lnTo>
                <a:lnTo>
                  <a:pt x="1862967" y="133903"/>
                </a:lnTo>
                <a:lnTo>
                  <a:pt x="1795029" y="107327"/>
                </a:lnTo>
                <a:lnTo>
                  <a:pt x="1722997" y="83341"/>
                </a:lnTo>
                <a:lnTo>
                  <a:pt x="1647161" y="62089"/>
                </a:lnTo>
                <a:lnTo>
                  <a:pt x="1567811" y="43714"/>
                </a:lnTo>
                <a:lnTo>
                  <a:pt x="1485238" y="28359"/>
                </a:lnTo>
                <a:lnTo>
                  <a:pt x="1399732" y="16166"/>
                </a:lnTo>
                <a:lnTo>
                  <a:pt x="1311584" y="7280"/>
                </a:lnTo>
                <a:lnTo>
                  <a:pt x="1221084" y="1844"/>
                </a:lnTo>
                <a:lnTo>
                  <a:pt x="1128521" y="0"/>
                </a:lnTo>
                <a:close/>
              </a:path>
            </a:pathLst>
          </a:custGeom>
          <a:solidFill>
            <a:srgbClr val="E0FFE0"/>
          </a:solidFill>
        </p:spPr>
        <p:txBody>
          <a:bodyPr wrap="square" lIns="0" tIns="0" rIns="0" bIns="0" rtlCol="0"/>
          <a:lstStyle/>
          <a:p>
            <a:endParaRPr/>
          </a:p>
        </p:txBody>
      </p:sp>
      <p:sp>
        <p:nvSpPr>
          <p:cNvPr id="3" name="object 3"/>
          <p:cNvSpPr/>
          <p:nvPr/>
        </p:nvSpPr>
        <p:spPr>
          <a:xfrm>
            <a:off x="2780289" y="1417838"/>
            <a:ext cx="2257425" cy="1112520"/>
          </a:xfrm>
          <a:custGeom>
            <a:avLst/>
            <a:gdLst/>
            <a:ahLst/>
            <a:cxnLst/>
            <a:rect l="l" t="t" r="r" b="b"/>
            <a:pathLst>
              <a:path w="2257425" h="1112520">
                <a:moveTo>
                  <a:pt x="1128521" y="0"/>
                </a:moveTo>
                <a:lnTo>
                  <a:pt x="1035958" y="1843"/>
                </a:lnTo>
                <a:lnTo>
                  <a:pt x="945457" y="7279"/>
                </a:lnTo>
                <a:lnTo>
                  <a:pt x="857308" y="16164"/>
                </a:lnTo>
                <a:lnTo>
                  <a:pt x="771802" y="28356"/>
                </a:lnTo>
                <a:lnTo>
                  <a:pt x="689228" y="43710"/>
                </a:lnTo>
                <a:lnTo>
                  <a:pt x="609878" y="62084"/>
                </a:lnTo>
                <a:lnTo>
                  <a:pt x="534042" y="83334"/>
                </a:lnTo>
                <a:lnTo>
                  <a:pt x="462009" y="107318"/>
                </a:lnTo>
                <a:lnTo>
                  <a:pt x="394071" y="133893"/>
                </a:lnTo>
                <a:lnTo>
                  <a:pt x="330517" y="162915"/>
                </a:lnTo>
                <a:lnTo>
                  <a:pt x="271638" y="194241"/>
                </a:lnTo>
                <a:lnTo>
                  <a:pt x="217724" y="227729"/>
                </a:lnTo>
                <a:lnTo>
                  <a:pt x="169066" y="263235"/>
                </a:lnTo>
                <a:lnTo>
                  <a:pt x="125954" y="300615"/>
                </a:lnTo>
                <a:lnTo>
                  <a:pt x="88677" y="339728"/>
                </a:lnTo>
                <a:lnTo>
                  <a:pt x="57527" y="380429"/>
                </a:lnTo>
                <a:lnTo>
                  <a:pt x="32794" y="422576"/>
                </a:lnTo>
                <a:lnTo>
                  <a:pt x="14769" y="466025"/>
                </a:lnTo>
                <a:lnTo>
                  <a:pt x="3740" y="510634"/>
                </a:lnTo>
                <a:lnTo>
                  <a:pt x="0" y="556259"/>
                </a:lnTo>
                <a:lnTo>
                  <a:pt x="3740" y="601881"/>
                </a:lnTo>
                <a:lnTo>
                  <a:pt x="14769" y="646486"/>
                </a:lnTo>
                <a:lnTo>
                  <a:pt x="32794" y="689933"/>
                </a:lnTo>
                <a:lnTo>
                  <a:pt x="57527" y="732078"/>
                </a:lnTo>
                <a:lnTo>
                  <a:pt x="88677" y="772778"/>
                </a:lnTo>
                <a:lnTo>
                  <a:pt x="125954" y="811890"/>
                </a:lnTo>
                <a:lnTo>
                  <a:pt x="169066" y="849271"/>
                </a:lnTo>
                <a:lnTo>
                  <a:pt x="217724" y="884777"/>
                </a:lnTo>
                <a:lnTo>
                  <a:pt x="271638" y="918265"/>
                </a:lnTo>
                <a:lnTo>
                  <a:pt x="330517" y="949592"/>
                </a:lnTo>
                <a:lnTo>
                  <a:pt x="394071" y="978616"/>
                </a:lnTo>
                <a:lnTo>
                  <a:pt x="462009" y="1005192"/>
                </a:lnTo>
                <a:lnTo>
                  <a:pt x="534042" y="1029178"/>
                </a:lnTo>
                <a:lnTo>
                  <a:pt x="609878" y="1050430"/>
                </a:lnTo>
                <a:lnTo>
                  <a:pt x="689228" y="1068805"/>
                </a:lnTo>
                <a:lnTo>
                  <a:pt x="771802" y="1084160"/>
                </a:lnTo>
                <a:lnTo>
                  <a:pt x="857308" y="1096353"/>
                </a:lnTo>
                <a:lnTo>
                  <a:pt x="945457" y="1105239"/>
                </a:lnTo>
                <a:lnTo>
                  <a:pt x="1035958" y="1110675"/>
                </a:lnTo>
                <a:lnTo>
                  <a:pt x="1128521" y="1112519"/>
                </a:lnTo>
                <a:lnTo>
                  <a:pt x="1221086" y="1110675"/>
                </a:lnTo>
                <a:lnTo>
                  <a:pt x="1311588" y="1105239"/>
                </a:lnTo>
                <a:lnTo>
                  <a:pt x="1399737" y="1096353"/>
                </a:lnTo>
                <a:lnTo>
                  <a:pt x="1485244" y="1084160"/>
                </a:lnTo>
                <a:lnTo>
                  <a:pt x="1567818" y="1068805"/>
                </a:lnTo>
                <a:lnTo>
                  <a:pt x="1647169" y="1050430"/>
                </a:lnTo>
                <a:lnTo>
                  <a:pt x="1723006" y="1029178"/>
                </a:lnTo>
                <a:lnTo>
                  <a:pt x="1795038" y="1005192"/>
                </a:lnTo>
                <a:lnTo>
                  <a:pt x="1862977" y="978616"/>
                </a:lnTo>
                <a:lnTo>
                  <a:pt x="1926531" y="949592"/>
                </a:lnTo>
                <a:lnTo>
                  <a:pt x="1985410" y="918265"/>
                </a:lnTo>
                <a:lnTo>
                  <a:pt x="2039324" y="884777"/>
                </a:lnTo>
                <a:lnTo>
                  <a:pt x="2087983" y="849271"/>
                </a:lnTo>
                <a:lnTo>
                  <a:pt x="2131095" y="811890"/>
                </a:lnTo>
                <a:lnTo>
                  <a:pt x="2168372" y="772778"/>
                </a:lnTo>
                <a:lnTo>
                  <a:pt x="2199522" y="732078"/>
                </a:lnTo>
                <a:lnTo>
                  <a:pt x="2224255" y="689933"/>
                </a:lnTo>
                <a:lnTo>
                  <a:pt x="2242280" y="646486"/>
                </a:lnTo>
                <a:lnTo>
                  <a:pt x="2253309" y="601881"/>
                </a:lnTo>
                <a:lnTo>
                  <a:pt x="2257050" y="556259"/>
                </a:lnTo>
                <a:lnTo>
                  <a:pt x="2253309" y="510634"/>
                </a:lnTo>
                <a:lnTo>
                  <a:pt x="2242280" y="466025"/>
                </a:lnTo>
                <a:lnTo>
                  <a:pt x="2224255" y="422576"/>
                </a:lnTo>
                <a:lnTo>
                  <a:pt x="2199522" y="380429"/>
                </a:lnTo>
                <a:lnTo>
                  <a:pt x="2168372" y="339728"/>
                </a:lnTo>
                <a:lnTo>
                  <a:pt x="2131095" y="300615"/>
                </a:lnTo>
                <a:lnTo>
                  <a:pt x="2087983" y="263235"/>
                </a:lnTo>
                <a:lnTo>
                  <a:pt x="2039324" y="227729"/>
                </a:lnTo>
                <a:lnTo>
                  <a:pt x="1985410" y="194241"/>
                </a:lnTo>
                <a:lnTo>
                  <a:pt x="1926531" y="162915"/>
                </a:lnTo>
                <a:lnTo>
                  <a:pt x="1862977" y="133893"/>
                </a:lnTo>
                <a:lnTo>
                  <a:pt x="1795038" y="107318"/>
                </a:lnTo>
                <a:lnTo>
                  <a:pt x="1723006" y="83334"/>
                </a:lnTo>
                <a:lnTo>
                  <a:pt x="1647169" y="62084"/>
                </a:lnTo>
                <a:lnTo>
                  <a:pt x="1567818" y="43710"/>
                </a:lnTo>
                <a:lnTo>
                  <a:pt x="1485244" y="28356"/>
                </a:lnTo>
                <a:lnTo>
                  <a:pt x="1399737" y="16164"/>
                </a:lnTo>
                <a:lnTo>
                  <a:pt x="1311588" y="7279"/>
                </a:lnTo>
                <a:lnTo>
                  <a:pt x="1221086" y="1843"/>
                </a:lnTo>
                <a:lnTo>
                  <a:pt x="1128521" y="0"/>
                </a:lnTo>
                <a:close/>
              </a:path>
            </a:pathLst>
          </a:custGeom>
          <a:solidFill>
            <a:srgbClr val="799879"/>
          </a:solidFill>
        </p:spPr>
        <p:txBody>
          <a:bodyPr wrap="square" lIns="0" tIns="0" rIns="0" bIns="0" rtlCol="0"/>
          <a:lstStyle/>
          <a:p>
            <a:endParaRPr/>
          </a:p>
        </p:txBody>
      </p:sp>
      <p:sp>
        <p:nvSpPr>
          <p:cNvPr id="4" name="object 4"/>
          <p:cNvSpPr/>
          <p:nvPr/>
        </p:nvSpPr>
        <p:spPr>
          <a:xfrm>
            <a:off x="2767584" y="1405128"/>
            <a:ext cx="2257425" cy="1112520"/>
          </a:xfrm>
          <a:custGeom>
            <a:avLst/>
            <a:gdLst/>
            <a:ahLst/>
            <a:cxnLst/>
            <a:rect l="l" t="t" r="r" b="b"/>
            <a:pathLst>
              <a:path w="2257425" h="1112520">
                <a:moveTo>
                  <a:pt x="1128521" y="0"/>
                </a:moveTo>
                <a:lnTo>
                  <a:pt x="1035958" y="1844"/>
                </a:lnTo>
                <a:lnTo>
                  <a:pt x="945457" y="7280"/>
                </a:lnTo>
                <a:lnTo>
                  <a:pt x="857308" y="16166"/>
                </a:lnTo>
                <a:lnTo>
                  <a:pt x="771802" y="28359"/>
                </a:lnTo>
                <a:lnTo>
                  <a:pt x="689228" y="43714"/>
                </a:lnTo>
                <a:lnTo>
                  <a:pt x="609878" y="62089"/>
                </a:lnTo>
                <a:lnTo>
                  <a:pt x="534042" y="83341"/>
                </a:lnTo>
                <a:lnTo>
                  <a:pt x="462009" y="107327"/>
                </a:lnTo>
                <a:lnTo>
                  <a:pt x="394071" y="133903"/>
                </a:lnTo>
                <a:lnTo>
                  <a:pt x="330517" y="162927"/>
                </a:lnTo>
                <a:lnTo>
                  <a:pt x="271638" y="194254"/>
                </a:lnTo>
                <a:lnTo>
                  <a:pt x="217724" y="227742"/>
                </a:lnTo>
                <a:lnTo>
                  <a:pt x="169066" y="263248"/>
                </a:lnTo>
                <a:lnTo>
                  <a:pt x="125954" y="300629"/>
                </a:lnTo>
                <a:lnTo>
                  <a:pt x="88677" y="339741"/>
                </a:lnTo>
                <a:lnTo>
                  <a:pt x="57527" y="380441"/>
                </a:lnTo>
                <a:lnTo>
                  <a:pt x="32794" y="422586"/>
                </a:lnTo>
                <a:lnTo>
                  <a:pt x="14769" y="466033"/>
                </a:lnTo>
                <a:lnTo>
                  <a:pt x="3740" y="510638"/>
                </a:lnTo>
                <a:lnTo>
                  <a:pt x="0" y="556259"/>
                </a:lnTo>
                <a:lnTo>
                  <a:pt x="3740" y="601881"/>
                </a:lnTo>
                <a:lnTo>
                  <a:pt x="14769" y="646486"/>
                </a:lnTo>
                <a:lnTo>
                  <a:pt x="32794" y="689933"/>
                </a:lnTo>
                <a:lnTo>
                  <a:pt x="57527" y="732078"/>
                </a:lnTo>
                <a:lnTo>
                  <a:pt x="88677" y="772778"/>
                </a:lnTo>
                <a:lnTo>
                  <a:pt x="125954" y="811890"/>
                </a:lnTo>
                <a:lnTo>
                  <a:pt x="169066" y="849271"/>
                </a:lnTo>
                <a:lnTo>
                  <a:pt x="217724" y="884777"/>
                </a:lnTo>
                <a:lnTo>
                  <a:pt x="271638" y="918265"/>
                </a:lnTo>
                <a:lnTo>
                  <a:pt x="330517" y="949592"/>
                </a:lnTo>
                <a:lnTo>
                  <a:pt x="394071" y="978616"/>
                </a:lnTo>
                <a:lnTo>
                  <a:pt x="462009" y="1005192"/>
                </a:lnTo>
                <a:lnTo>
                  <a:pt x="534042" y="1029178"/>
                </a:lnTo>
                <a:lnTo>
                  <a:pt x="609878" y="1050430"/>
                </a:lnTo>
                <a:lnTo>
                  <a:pt x="689228" y="1068805"/>
                </a:lnTo>
                <a:lnTo>
                  <a:pt x="771802" y="1084160"/>
                </a:lnTo>
                <a:lnTo>
                  <a:pt x="857308" y="1096353"/>
                </a:lnTo>
                <a:lnTo>
                  <a:pt x="945457" y="1105239"/>
                </a:lnTo>
                <a:lnTo>
                  <a:pt x="1035958" y="1110675"/>
                </a:lnTo>
                <a:lnTo>
                  <a:pt x="1128521" y="1112519"/>
                </a:lnTo>
                <a:lnTo>
                  <a:pt x="1221085" y="1110675"/>
                </a:lnTo>
                <a:lnTo>
                  <a:pt x="1311586" y="1105239"/>
                </a:lnTo>
                <a:lnTo>
                  <a:pt x="1399735" y="1096353"/>
                </a:lnTo>
                <a:lnTo>
                  <a:pt x="1485241" y="1084160"/>
                </a:lnTo>
                <a:lnTo>
                  <a:pt x="1567814" y="1068805"/>
                </a:lnTo>
                <a:lnTo>
                  <a:pt x="1647165" y="1050430"/>
                </a:lnTo>
                <a:lnTo>
                  <a:pt x="1723001" y="1029178"/>
                </a:lnTo>
                <a:lnTo>
                  <a:pt x="1795034" y="1005192"/>
                </a:lnTo>
                <a:lnTo>
                  <a:pt x="1862972" y="978616"/>
                </a:lnTo>
                <a:lnTo>
                  <a:pt x="1926526" y="949592"/>
                </a:lnTo>
                <a:lnTo>
                  <a:pt x="1985405" y="918265"/>
                </a:lnTo>
                <a:lnTo>
                  <a:pt x="2039319" y="884777"/>
                </a:lnTo>
                <a:lnTo>
                  <a:pt x="2087977" y="849271"/>
                </a:lnTo>
                <a:lnTo>
                  <a:pt x="2131089" y="811890"/>
                </a:lnTo>
                <a:lnTo>
                  <a:pt x="2168366" y="772778"/>
                </a:lnTo>
                <a:lnTo>
                  <a:pt x="2199515" y="732078"/>
                </a:lnTo>
                <a:lnTo>
                  <a:pt x="2224248" y="689933"/>
                </a:lnTo>
                <a:lnTo>
                  <a:pt x="2242274" y="646486"/>
                </a:lnTo>
                <a:lnTo>
                  <a:pt x="2253303" y="601881"/>
                </a:lnTo>
                <a:lnTo>
                  <a:pt x="2257043" y="556259"/>
                </a:lnTo>
                <a:lnTo>
                  <a:pt x="2253303" y="510638"/>
                </a:lnTo>
                <a:lnTo>
                  <a:pt x="2242274" y="466033"/>
                </a:lnTo>
                <a:lnTo>
                  <a:pt x="2224248" y="422586"/>
                </a:lnTo>
                <a:lnTo>
                  <a:pt x="2199515" y="380441"/>
                </a:lnTo>
                <a:lnTo>
                  <a:pt x="2168366" y="339741"/>
                </a:lnTo>
                <a:lnTo>
                  <a:pt x="2131089" y="300629"/>
                </a:lnTo>
                <a:lnTo>
                  <a:pt x="2087977" y="263248"/>
                </a:lnTo>
                <a:lnTo>
                  <a:pt x="2039319" y="227742"/>
                </a:lnTo>
                <a:lnTo>
                  <a:pt x="1985405" y="194254"/>
                </a:lnTo>
                <a:lnTo>
                  <a:pt x="1926526" y="162927"/>
                </a:lnTo>
                <a:lnTo>
                  <a:pt x="1862972" y="133903"/>
                </a:lnTo>
                <a:lnTo>
                  <a:pt x="1795034" y="107327"/>
                </a:lnTo>
                <a:lnTo>
                  <a:pt x="1723001" y="83341"/>
                </a:lnTo>
                <a:lnTo>
                  <a:pt x="1647165" y="62089"/>
                </a:lnTo>
                <a:lnTo>
                  <a:pt x="1567814" y="43714"/>
                </a:lnTo>
                <a:lnTo>
                  <a:pt x="1485241" y="28359"/>
                </a:lnTo>
                <a:lnTo>
                  <a:pt x="1399735" y="16166"/>
                </a:lnTo>
                <a:lnTo>
                  <a:pt x="1311586" y="7280"/>
                </a:lnTo>
                <a:lnTo>
                  <a:pt x="1221085" y="1844"/>
                </a:lnTo>
                <a:lnTo>
                  <a:pt x="1128521" y="0"/>
                </a:lnTo>
                <a:close/>
              </a:path>
            </a:pathLst>
          </a:custGeom>
          <a:solidFill>
            <a:srgbClr val="CCFFCC"/>
          </a:solidFill>
        </p:spPr>
        <p:txBody>
          <a:bodyPr wrap="square" lIns="0" tIns="0" rIns="0" bIns="0" rtlCol="0"/>
          <a:lstStyle/>
          <a:p>
            <a:endParaRPr/>
          </a:p>
        </p:txBody>
      </p:sp>
      <p:sp>
        <p:nvSpPr>
          <p:cNvPr id="5" name="object 5"/>
          <p:cNvSpPr txBox="1"/>
          <p:nvPr/>
        </p:nvSpPr>
        <p:spPr>
          <a:xfrm>
            <a:off x="3504693" y="1837576"/>
            <a:ext cx="788670" cy="307777"/>
          </a:xfrm>
          <a:prstGeom prst="rect">
            <a:avLst/>
          </a:prstGeom>
        </p:spPr>
        <p:txBody>
          <a:bodyPr vert="horz" wrap="square" lIns="0" tIns="0" rIns="0" bIns="0" rtlCol="0">
            <a:spAutoFit/>
          </a:bodyPr>
          <a:lstStyle/>
          <a:p>
            <a:pPr marL="12700"/>
            <a:r>
              <a:rPr sz="2000" b="1" dirty="0">
                <a:solidFill>
                  <a:srgbClr val="006565"/>
                </a:solidFill>
                <a:latin typeface="Arial"/>
                <a:cs typeface="Arial"/>
              </a:rPr>
              <a:t>Sa</a:t>
            </a:r>
            <a:r>
              <a:rPr sz="2000" b="1" spc="-10" dirty="0">
                <a:solidFill>
                  <a:srgbClr val="006565"/>
                </a:solidFill>
                <a:latin typeface="Arial"/>
                <a:cs typeface="Arial"/>
              </a:rPr>
              <a:t>l</a:t>
            </a:r>
            <a:r>
              <a:rPr sz="2000" b="1" spc="-5" dirty="0">
                <a:solidFill>
                  <a:srgbClr val="006565"/>
                </a:solidFill>
                <a:latin typeface="Arial"/>
                <a:cs typeface="Arial"/>
              </a:rPr>
              <a:t>ary</a:t>
            </a:r>
            <a:endParaRPr sz="2000">
              <a:latin typeface="Arial"/>
              <a:cs typeface="Arial"/>
            </a:endParaRPr>
          </a:p>
        </p:txBody>
      </p:sp>
      <p:sp>
        <p:nvSpPr>
          <p:cNvPr id="6" name="object 6"/>
          <p:cNvSpPr/>
          <p:nvPr/>
        </p:nvSpPr>
        <p:spPr>
          <a:xfrm>
            <a:off x="3175504" y="2632954"/>
            <a:ext cx="344805" cy="1690370"/>
          </a:xfrm>
          <a:custGeom>
            <a:avLst/>
            <a:gdLst/>
            <a:ahLst/>
            <a:cxnLst/>
            <a:rect l="l" t="t" r="r" b="b"/>
            <a:pathLst>
              <a:path w="344805" h="1690370">
                <a:moveTo>
                  <a:pt x="60710" y="432693"/>
                </a:moveTo>
                <a:lnTo>
                  <a:pt x="9545" y="432693"/>
                </a:lnTo>
                <a:lnTo>
                  <a:pt x="0" y="458083"/>
                </a:lnTo>
                <a:lnTo>
                  <a:pt x="60710" y="458083"/>
                </a:lnTo>
                <a:lnTo>
                  <a:pt x="60710" y="432693"/>
                </a:lnTo>
                <a:close/>
              </a:path>
              <a:path w="344805" h="1690370">
                <a:moveTo>
                  <a:pt x="172211" y="0"/>
                </a:moveTo>
                <a:lnTo>
                  <a:pt x="164286" y="21081"/>
                </a:lnTo>
                <a:lnTo>
                  <a:pt x="319028" y="432693"/>
                </a:lnTo>
                <a:lnTo>
                  <a:pt x="232922" y="432693"/>
                </a:lnTo>
                <a:lnTo>
                  <a:pt x="232922" y="1664725"/>
                </a:lnTo>
                <a:lnTo>
                  <a:pt x="86105" y="1664725"/>
                </a:lnTo>
                <a:lnTo>
                  <a:pt x="86105" y="1690122"/>
                </a:lnTo>
                <a:lnTo>
                  <a:pt x="258317" y="1690122"/>
                </a:lnTo>
                <a:lnTo>
                  <a:pt x="258317" y="458083"/>
                </a:lnTo>
                <a:lnTo>
                  <a:pt x="344423" y="458083"/>
                </a:lnTo>
                <a:lnTo>
                  <a:pt x="172211" y="0"/>
                </a:lnTo>
                <a:close/>
              </a:path>
            </a:pathLst>
          </a:custGeom>
          <a:solidFill>
            <a:srgbClr val="959595"/>
          </a:solidFill>
        </p:spPr>
        <p:txBody>
          <a:bodyPr wrap="square" lIns="0" tIns="0" rIns="0" bIns="0" rtlCol="0"/>
          <a:lstStyle/>
          <a:p>
            <a:endParaRPr/>
          </a:p>
        </p:txBody>
      </p:sp>
      <p:sp>
        <p:nvSpPr>
          <p:cNvPr id="7" name="object 7"/>
          <p:cNvSpPr/>
          <p:nvPr/>
        </p:nvSpPr>
        <p:spPr>
          <a:xfrm>
            <a:off x="3168907" y="2619999"/>
            <a:ext cx="358140" cy="1708150"/>
          </a:xfrm>
          <a:custGeom>
            <a:avLst/>
            <a:gdLst/>
            <a:ahLst/>
            <a:cxnLst/>
            <a:rect l="l" t="t" r="r" b="b"/>
            <a:pathLst>
              <a:path w="358139" h="1708150">
                <a:moveTo>
                  <a:pt x="97273" y="1677679"/>
                </a:moveTo>
                <a:lnTo>
                  <a:pt x="88129" y="1677679"/>
                </a:lnTo>
                <a:lnTo>
                  <a:pt x="88129" y="1707648"/>
                </a:lnTo>
                <a:lnTo>
                  <a:pt x="269485" y="1707648"/>
                </a:lnTo>
                <a:lnTo>
                  <a:pt x="269485" y="1698504"/>
                </a:lnTo>
                <a:lnTo>
                  <a:pt x="97273" y="1698504"/>
                </a:lnTo>
                <a:lnTo>
                  <a:pt x="97273" y="1677679"/>
                </a:lnTo>
                <a:close/>
              </a:path>
              <a:path w="358139" h="1708150">
                <a:moveTo>
                  <a:pt x="188548" y="25907"/>
                </a:moveTo>
                <a:lnTo>
                  <a:pt x="178807" y="25907"/>
                </a:lnTo>
                <a:lnTo>
                  <a:pt x="344423" y="466465"/>
                </a:lnTo>
                <a:lnTo>
                  <a:pt x="260341" y="466465"/>
                </a:lnTo>
                <a:lnTo>
                  <a:pt x="260341" y="1698504"/>
                </a:lnTo>
                <a:lnTo>
                  <a:pt x="269485" y="1698504"/>
                </a:lnTo>
                <a:lnTo>
                  <a:pt x="269485" y="475609"/>
                </a:lnTo>
                <a:lnTo>
                  <a:pt x="357627" y="475609"/>
                </a:lnTo>
                <a:lnTo>
                  <a:pt x="188548" y="25907"/>
                </a:lnTo>
                <a:close/>
              </a:path>
              <a:path w="358139" h="1708150">
                <a:moveTo>
                  <a:pt x="178807" y="0"/>
                </a:moveTo>
                <a:lnTo>
                  <a:pt x="168447" y="27557"/>
                </a:lnTo>
                <a:lnTo>
                  <a:pt x="173317" y="40513"/>
                </a:lnTo>
                <a:lnTo>
                  <a:pt x="178807" y="25907"/>
                </a:lnTo>
                <a:lnTo>
                  <a:pt x="188548" y="25907"/>
                </a:lnTo>
                <a:lnTo>
                  <a:pt x="178807" y="0"/>
                </a:lnTo>
                <a:close/>
              </a:path>
              <a:path w="358139" h="1708150">
                <a:moveTo>
                  <a:pt x="21029" y="445647"/>
                </a:moveTo>
                <a:lnTo>
                  <a:pt x="11264" y="445647"/>
                </a:lnTo>
                <a:lnTo>
                  <a:pt x="0" y="475609"/>
                </a:lnTo>
                <a:lnTo>
                  <a:pt x="67306" y="475609"/>
                </a:lnTo>
                <a:lnTo>
                  <a:pt x="67306" y="466465"/>
                </a:lnTo>
                <a:lnTo>
                  <a:pt x="13203" y="466465"/>
                </a:lnTo>
                <a:lnTo>
                  <a:pt x="21029" y="445647"/>
                </a:lnTo>
                <a:close/>
              </a:path>
            </a:pathLst>
          </a:custGeom>
          <a:solidFill>
            <a:srgbClr val="959595"/>
          </a:solidFill>
        </p:spPr>
        <p:txBody>
          <a:bodyPr wrap="square" lIns="0" tIns="0" rIns="0" bIns="0" rtlCol="0"/>
          <a:lstStyle/>
          <a:p>
            <a:endParaRPr/>
          </a:p>
        </p:txBody>
      </p:sp>
      <p:sp>
        <p:nvSpPr>
          <p:cNvPr id="8" name="object 8"/>
          <p:cNvSpPr/>
          <p:nvPr/>
        </p:nvSpPr>
        <p:spPr>
          <a:xfrm>
            <a:off x="3150108" y="2607564"/>
            <a:ext cx="344805" cy="1690370"/>
          </a:xfrm>
          <a:custGeom>
            <a:avLst/>
            <a:gdLst/>
            <a:ahLst/>
            <a:cxnLst/>
            <a:rect l="l" t="t" r="r" b="b"/>
            <a:pathLst>
              <a:path w="344805" h="1690370">
                <a:moveTo>
                  <a:pt x="258317" y="458083"/>
                </a:moveTo>
                <a:lnTo>
                  <a:pt x="86105" y="458083"/>
                </a:lnTo>
                <a:lnTo>
                  <a:pt x="86105" y="1690115"/>
                </a:lnTo>
                <a:lnTo>
                  <a:pt x="258317" y="1690115"/>
                </a:lnTo>
                <a:lnTo>
                  <a:pt x="258317" y="458083"/>
                </a:lnTo>
                <a:close/>
              </a:path>
              <a:path w="344805" h="1690370">
                <a:moveTo>
                  <a:pt x="172211" y="0"/>
                </a:moveTo>
                <a:lnTo>
                  <a:pt x="0" y="458083"/>
                </a:lnTo>
                <a:lnTo>
                  <a:pt x="344423" y="458083"/>
                </a:lnTo>
                <a:lnTo>
                  <a:pt x="172211" y="0"/>
                </a:lnTo>
                <a:close/>
              </a:path>
            </a:pathLst>
          </a:custGeom>
          <a:solidFill>
            <a:srgbClr val="CCFFCC"/>
          </a:solidFill>
        </p:spPr>
        <p:txBody>
          <a:bodyPr wrap="square" lIns="0" tIns="0" rIns="0" bIns="0" rtlCol="0"/>
          <a:lstStyle/>
          <a:p>
            <a:endParaRPr/>
          </a:p>
        </p:txBody>
      </p:sp>
      <p:sp>
        <p:nvSpPr>
          <p:cNvPr id="9" name="object 9"/>
          <p:cNvSpPr/>
          <p:nvPr/>
        </p:nvSpPr>
        <p:spPr>
          <a:xfrm>
            <a:off x="3150108" y="2607564"/>
            <a:ext cx="344805" cy="1690370"/>
          </a:xfrm>
          <a:custGeom>
            <a:avLst/>
            <a:gdLst/>
            <a:ahLst/>
            <a:cxnLst/>
            <a:rect l="l" t="t" r="r" b="b"/>
            <a:pathLst>
              <a:path w="344805" h="1690370">
                <a:moveTo>
                  <a:pt x="0" y="458083"/>
                </a:moveTo>
                <a:lnTo>
                  <a:pt x="86105" y="458083"/>
                </a:lnTo>
                <a:lnTo>
                  <a:pt x="86105" y="1690115"/>
                </a:lnTo>
                <a:lnTo>
                  <a:pt x="258317" y="1690115"/>
                </a:lnTo>
                <a:lnTo>
                  <a:pt x="258317" y="458083"/>
                </a:lnTo>
                <a:lnTo>
                  <a:pt x="344423" y="458083"/>
                </a:lnTo>
                <a:lnTo>
                  <a:pt x="172211" y="0"/>
                </a:lnTo>
                <a:lnTo>
                  <a:pt x="0" y="458083"/>
                </a:lnTo>
                <a:close/>
              </a:path>
            </a:pathLst>
          </a:custGeom>
          <a:ln w="9143">
            <a:solidFill>
              <a:srgbClr val="000000"/>
            </a:solidFill>
          </a:ln>
        </p:spPr>
        <p:txBody>
          <a:bodyPr wrap="square" lIns="0" tIns="0" rIns="0" bIns="0" rtlCol="0"/>
          <a:lstStyle/>
          <a:p>
            <a:endParaRPr/>
          </a:p>
        </p:txBody>
      </p:sp>
      <p:sp>
        <p:nvSpPr>
          <p:cNvPr id="10" name="object 10"/>
          <p:cNvSpPr/>
          <p:nvPr/>
        </p:nvSpPr>
        <p:spPr>
          <a:xfrm>
            <a:off x="2451604" y="4416041"/>
            <a:ext cx="1659889" cy="939165"/>
          </a:xfrm>
          <a:custGeom>
            <a:avLst/>
            <a:gdLst/>
            <a:ahLst/>
            <a:cxnLst/>
            <a:rect l="l" t="t" r="r" b="b"/>
            <a:pathLst>
              <a:path w="1659889" h="939164">
                <a:moveTo>
                  <a:pt x="1503176" y="0"/>
                </a:moveTo>
                <a:lnTo>
                  <a:pt x="150196" y="123"/>
                </a:lnTo>
                <a:lnTo>
                  <a:pt x="107847" y="7712"/>
                </a:lnTo>
                <a:lnTo>
                  <a:pt x="70274" y="25889"/>
                </a:lnTo>
                <a:lnTo>
                  <a:pt x="39123" y="53004"/>
                </a:lnTo>
                <a:lnTo>
                  <a:pt x="16046" y="87409"/>
                </a:lnTo>
                <a:lnTo>
                  <a:pt x="2689" y="127455"/>
                </a:lnTo>
                <a:lnTo>
                  <a:pt x="0" y="156472"/>
                </a:lnTo>
                <a:lnTo>
                  <a:pt x="123" y="788589"/>
                </a:lnTo>
                <a:lnTo>
                  <a:pt x="7710" y="830935"/>
                </a:lnTo>
                <a:lnTo>
                  <a:pt x="25886" y="868507"/>
                </a:lnTo>
                <a:lnTo>
                  <a:pt x="53001" y="899658"/>
                </a:lnTo>
                <a:lnTo>
                  <a:pt x="87407" y="922736"/>
                </a:lnTo>
                <a:lnTo>
                  <a:pt x="127454" y="936094"/>
                </a:lnTo>
                <a:lnTo>
                  <a:pt x="156472" y="938783"/>
                </a:lnTo>
                <a:lnTo>
                  <a:pt x="1509431" y="938660"/>
                </a:lnTo>
                <a:lnTo>
                  <a:pt x="1551779" y="931075"/>
                </a:lnTo>
                <a:lnTo>
                  <a:pt x="1589354" y="912901"/>
                </a:lnTo>
                <a:lnTo>
                  <a:pt x="1620507" y="885787"/>
                </a:lnTo>
                <a:lnTo>
                  <a:pt x="1643587" y="851383"/>
                </a:lnTo>
                <a:lnTo>
                  <a:pt x="1656946" y="811339"/>
                </a:lnTo>
                <a:lnTo>
                  <a:pt x="1659635" y="782324"/>
                </a:lnTo>
                <a:lnTo>
                  <a:pt x="1659512" y="150206"/>
                </a:lnTo>
                <a:lnTo>
                  <a:pt x="1651925" y="107855"/>
                </a:lnTo>
                <a:lnTo>
                  <a:pt x="1633750" y="70279"/>
                </a:lnTo>
                <a:lnTo>
                  <a:pt x="1606636" y="39126"/>
                </a:lnTo>
                <a:lnTo>
                  <a:pt x="1572233" y="16047"/>
                </a:lnTo>
                <a:lnTo>
                  <a:pt x="1532190" y="2689"/>
                </a:lnTo>
                <a:lnTo>
                  <a:pt x="1503176" y="0"/>
                </a:lnTo>
                <a:close/>
              </a:path>
            </a:pathLst>
          </a:custGeom>
          <a:solidFill>
            <a:srgbClr val="E0FFE0"/>
          </a:solidFill>
        </p:spPr>
        <p:txBody>
          <a:bodyPr wrap="square" lIns="0" tIns="0" rIns="0" bIns="0" rtlCol="0"/>
          <a:lstStyle/>
          <a:p>
            <a:endParaRPr/>
          </a:p>
        </p:txBody>
      </p:sp>
      <p:sp>
        <p:nvSpPr>
          <p:cNvPr id="11" name="object 11"/>
          <p:cNvSpPr/>
          <p:nvPr/>
        </p:nvSpPr>
        <p:spPr>
          <a:xfrm>
            <a:off x="2477013" y="4441449"/>
            <a:ext cx="1659889" cy="939165"/>
          </a:xfrm>
          <a:custGeom>
            <a:avLst/>
            <a:gdLst/>
            <a:ahLst/>
            <a:cxnLst/>
            <a:rect l="l" t="t" r="r" b="b"/>
            <a:pathLst>
              <a:path w="1659889" h="939164">
                <a:moveTo>
                  <a:pt x="1503163" y="0"/>
                </a:moveTo>
                <a:lnTo>
                  <a:pt x="150204" y="123"/>
                </a:lnTo>
                <a:lnTo>
                  <a:pt x="107856" y="7708"/>
                </a:lnTo>
                <a:lnTo>
                  <a:pt x="70281" y="25882"/>
                </a:lnTo>
                <a:lnTo>
                  <a:pt x="39128" y="52996"/>
                </a:lnTo>
                <a:lnTo>
                  <a:pt x="16048" y="87400"/>
                </a:lnTo>
                <a:lnTo>
                  <a:pt x="2689" y="127444"/>
                </a:lnTo>
                <a:lnTo>
                  <a:pt x="0" y="156459"/>
                </a:lnTo>
                <a:lnTo>
                  <a:pt x="123" y="788577"/>
                </a:lnTo>
                <a:lnTo>
                  <a:pt x="7710" y="830928"/>
                </a:lnTo>
                <a:lnTo>
                  <a:pt x="25885" y="868504"/>
                </a:lnTo>
                <a:lnTo>
                  <a:pt x="52999" y="899657"/>
                </a:lnTo>
                <a:lnTo>
                  <a:pt x="87402" y="922736"/>
                </a:lnTo>
                <a:lnTo>
                  <a:pt x="127445" y="936094"/>
                </a:lnTo>
                <a:lnTo>
                  <a:pt x="156459" y="938783"/>
                </a:lnTo>
                <a:lnTo>
                  <a:pt x="1509439" y="938660"/>
                </a:lnTo>
                <a:lnTo>
                  <a:pt x="1551788" y="931070"/>
                </a:lnTo>
                <a:lnTo>
                  <a:pt x="1589361" y="912894"/>
                </a:lnTo>
                <a:lnTo>
                  <a:pt x="1620511" y="885779"/>
                </a:lnTo>
                <a:lnTo>
                  <a:pt x="1643589" y="851374"/>
                </a:lnTo>
                <a:lnTo>
                  <a:pt x="1656946" y="811328"/>
                </a:lnTo>
                <a:lnTo>
                  <a:pt x="1659635" y="782311"/>
                </a:lnTo>
                <a:lnTo>
                  <a:pt x="1659512" y="150194"/>
                </a:lnTo>
                <a:lnTo>
                  <a:pt x="1651925" y="107848"/>
                </a:lnTo>
                <a:lnTo>
                  <a:pt x="1633749" y="70276"/>
                </a:lnTo>
                <a:lnTo>
                  <a:pt x="1606634" y="39125"/>
                </a:lnTo>
                <a:lnTo>
                  <a:pt x="1572228" y="16047"/>
                </a:lnTo>
                <a:lnTo>
                  <a:pt x="1532181" y="2689"/>
                </a:lnTo>
                <a:lnTo>
                  <a:pt x="1503163" y="0"/>
                </a:lnTo>
                <a:close/>
              </a:path>
            </a:pathLst>
          </a:custGeom>
          <a:solidFill>
            <a:srgbClr val="799879"/>
          </a:solidFill>
        </p:spPr>
        <p:txBody>
          <a:bodyPr wrap="square" lIns="0" tIns="0" rIns="0" bIns="0" rtlCol="0"/>
          <a:lstStyle/>
          <a:p>
            <a:endParaRPr/>
          </a:p>
        </p:txBody>
      </p:sp>
      <p:sp>
        <p:nvSpPr>
          <p:cNvPr id="12" name="object 12"/>
          <p:cNvSpPr/>
          <p:nvPr/>
        </p:nvSpPr>
        <p:spPr>
          <a:xfrm>
            <a:off x="2464309" y="4428745"/>
            <a:ext cx="1659889" cy="939165"/>
          </a:xfrm>
          <a:custGeom>
            <a:avLst/>
            <a:gdLst/>
            <a:ahLst/>
            <a:cxnLst/>
            <a:rect l="l" t="t" r="r" b="b"/>
            <a:pathLst>
              <a:path w="1659889" h="939164">
                <a:moveTo>
                  <a:pt x="1503176" y="0"/>
                </a:moveTo>
                <a:lnTo>
                  <a:pt x="150204" y="123"/>
                </a:lnTo>
                <a:lnTo>
                  <a:pt x="107856" y="7708"/>
                </a:lnTo>
                <a:lnTo>
                  <a:pt x="70281" y="25882"/>
                </a:lnTo>
                <a:lnTo>
                  <a:pt x="39128" y="52996"/>
                </a:lnTo>
                <a:lnTo>
                  <a:pt x="16048" y="87400"/>
                </a:lnTo>
                <a:lnTo>
                  <a:pt x="2689" y="127444"/>
                </a:lnTo>
                <a:lnTo>
                  <a:pt x="0" y="156459"/>
                </a:lnTo>
                <a:lnTo>
                  <a:pt x="123" y="788579"/>
                </a:lnTo>
                <a:lnTo>
                  <a:pt x="7708" y="830927"/>
                </a:lnTo>
                <a:lnTo>
                  <a:pt x="25882" y="868502"/>
                </a:lnTo>
                <a:lnTo>
                  <a:pt x="52996" y="899655"/>
                </a:lnTo>
                <a:lnTo>
                  <a:pt x="87400" y="922735"/>
                </a:lnTo>
                <a:lnTo>
                  <a:pt x="127444" y="936094"/>
                </a:lnTo>
                <a:lnTo>
                  <a:pt x="156459" y="938783"/>
                </a:lnTo>
                <a:lnTo>
                  <a:pt x="1509431" y="938660"/>
                </a:lnTo>
                <a:lnTo>
                  <a:pt x="1551779" y="931075"/>
                </a:lnTo>
                <a:lnTo>
                  <a:pt x="1589354" y="912901"/>
                </a:lnTo>
                <a:lnTo>
                  <a:pt x="1620507" y="885787"/>
                </a:lnTo>
                <a:lnTo>
                  <a:pt x="1643587" y="851383"/>
                </a:lnTo>
                <a:lnTo>
                  <a:pt x="1656946" y="811339"/>
                </a:lnTo>
                <a:lnTo>
                  <a:pt x="1659635" y="782324"/>
                </a:lnTo>
                <a:lnTo>
                  <a:pt x="1659512" y="150204"/>
                </a:lnTo>
                <a:lnTo>
                  <a:pt x="1651927" y="107856"/>
                </a:lnTo>
                <a:lnTo>
                  <a:pt x="1633753" y="70281"/>
                </a:lnTo>
                <a:lnTo>
                  <a:pt x="1606639" y="39128"/>
                </a:lnTo>
                <a:lnTo>
                  <a:pt x="1572235" y="16048"/>
                </a:lnTo>
                <a:lnTo>
                  <a:pt x="1532191" y="2689"/>
                </a:lnTo>
                <a:lnTo>
                  <a:pt x="1503176" y="0"/>
                </a:lnTo>
                <a:close/>
              </a:path>
            </a:pathLst>
          </a:custGeom>
          <a:solidFill>
            <a:srgbClr val="CCFFCC"/>
          </a:solidFill>
        </p:spPr>
        <p:txBody>
          <a:bodyPr wrap="square" lIns="0" tIns="0" rIns="0" bIns="0" rtlCol="0"/>
          <a:lstStyle/>
          <a:p>
            <a:endParaRPr/>
          </a:p>
        </p:txBody>
      </p:sp>
      <p:sp>
        <p:nvSpPr>
          <p:cNvPr id="13" name="object 13"/>
          <p:cNvSpPr/>
          <p:nvPr/>
        </p:nvSpPr>
        <p:spPr>
          <a:xfrm>
            <a:off x="3794247" y="3265414"/>
            <a:ext cx="1658620" cy="939165"/>
          </a:xfrm>
          <a:custGeom>
            <a:avLst/>
            <a:gdLst/>
            <a:ahLst/>
            <a:cxnLst/>
            <a:rect l="l" t="t" r="r" b="b"/>
            <a:pathLst>
              <a:path w="1658620" h="939164">
                <a:moveTo>
                  <a:pt x="1501652" y="0"/>
                </a:moveTo>
                <a:lnTo>
                  <a:pt x="150186" y="124"/>
                </a:lnTo>
                <a:lnTo>
                  <a:pt x="107840" y="7715"/>
                </a:lnTo>
                <a:lnTo>
                  <a:pt x="70269" y="25893"/>
                </a:lnTo>
                <a:lnTo>
                  <a:pt x="39121" y="53009"/>
                </a:lnTo>
                <a:lnTo>
                  <a:pt x="16044" y="87416"/>
                </a:lnTo>
                <a:lnTo>
                  <a:pt x="2689" y="127464"/>
                </a:lnTo>
                <a:lnTo>
                  <a:pt x="0" y="156484"/>
                </a:lnTo>
                <a:lnTo>
                  <a:pt x="123" y="788595"/>
                </a:lnTo>
                <a:lnTo>
                  <a:pt x="7710" y="830941"/>
                </a:lnTo>
                <a:lnTo>
                  <a:pt x="25886" y="868514"/>
                </a:lnTo>
                <a:lnTo>
                  <a:pt x="53001" y="899664"/>
                </a:lnTo>
                <a:lnTo>
                  <a:pt x="87407" y="922743"/>
                </a:lnTo>
                <a:lnTo>
                  <a:pt x="127454" y="936100"/>
                </a:lnTo>
                <a:lnTo>
                  <a:pt x="156472" y="938790"/>
                </a:lnTo>
                <a:lnTo>
                  <a:pt x="1507902" y="938667"/>
                </a:lnTo>
                <a:lnTo>
                  <a:pt x="1550249" y="931083"/>
                </a:lnTo>
                <a:lnTo>
                  <a:pt x="1587823" y="912909"/>
                </a:lnTo>
                <a:lnTo>
                  <a:pt x="1618976" y="885795"/>
                </a:lnTo>
                <a:lnTo>
                  <a:pt x="1642057" y="851391"/>
                </a:lnTo>
                <a:lnTo>
                  <a:pt x="1655415" y="811345"/>
                </a:lnTo>
                <a:lnTo>
                  <a:pt x="1658105" y="782330"/>
                </a:lnTo>
                <a:lnTo>
                  <a:pt x="1657982" y="150212"/>
                </a:lnTo>
                <a:lnTo>
                  <a:pt x="1650394" y="107857"/>
                </a:lnTo>
                <a:lnTo>
                  <a:pt x="1632218" y="70279"/>
                </a:lnTo>
                <a:lnTo>
                  <a:pt x="1605105" y="39126"/>
                </a:lnTo>
                <a:lnTo>
                  <a:pt x="1570704" y="16047"/>
                </a:lnTo>
                <a:lnTo>
                  <a:pt x="1530663" y="2689"/>
                </a:lnTo>
                <a:lnTo>
                  <a:pt x="1501652" y="0"/>
                </a:lnTo>
                <a:close/>
              </a:path>
            </a:pathLst>
          </a:custGeom>
          <a:solidFill>
            <a:srgbClr val="E0FFE0"/>
          </a:solidFill>
        </p:spPr>
        <p:txBody>
          <a:bodyPr wrap="square" lIns="0" tIns="0" rIns="0" bIns="0" rtlCol="0"/>
          <a:lstStyle/>
          <a:p>
            <a:endParaRPr/>
          </a:p>
        </p:txBody>
      </p:sp>
      <p:sp>
        <p:nvSpPr>
          <p:cNvPr id="14" name="object 14"/>
          <p:cNvSpPr/>
          <p:nvPr/>
        </p:nvSpPr>
        <p:spPr>
          <a:xfrm>
            <a:off x="3819655" y="3290835"/>
            <a:ext cx="1658620" cy="939165"/>
          </a:xfrm>
          <a:custGeom>
            <a:avLst/>
            <a:gdLst/>
            <a:ahLst/>
            <a:cxnLst/>
            <a:rect l="l" t="t" r="r" b="b"/>
            <a:pathLst>
              <a:path w="1658620" h="939164">
                <a:moveTo>
                  <a:pt x="1501633" y="0"/>
                </a:moveTo>
                <a:lnTo>
                  <a:pt x="150209" y="122"/>
                </a:lnTo>
                <a:lnTo>
                  <a:pt x="107859" y="7706"/>
                </a:lnTo>
                <a:lnTo>
                  <a:pt x="70283" y="25880"/>
                </a:lnTo>
                <a:lnTo>
                  <a:pt x="39129" y="52993"/>
                </a:lnTo>
                <a:lnTo>
                  <a:pt x="16048" y="87396"/>
                </a:lnTo>
                <a:lnTo>
                  <a:pt x="2690" y="127439"/>
                </a:lnTo>
                <a:lnTo>
                  <a:pt x="0" y="156453"/>
                </a:lnTo>
                <a:lnTo>
                  <a:pt x="123" y="788571"/>
                </a:lnTo>
                <a:lnTo>
                  <a:pt x="7710" y="830922"/>
                </a:lnTo>
                <a:lnTo>
                  <a:pt x="25885" y="868498"/>
                </a:lnTo>
                <a:lnTo>
                  <a:pt x="52999" y="899651"/>
                </a:lnTo>
                <a:lnTo>
                  <a:pt x="87402" y="922730"/>
                </a:lnTo>
                <a:lnTo>
                  <a:pt x="127445" y="936088"/>
                </a:lnTo>
                <a:lnTo>
                  <a:pt x="156459" y="938777"/>
                </a:lnTo>
                <a:lnTo>
                  <a:pt x="1507920" y="938653"/>
                </a:lnTo>
                <a:lnTo>
                  <a:pt x="1550271" y="931062"/>
                </a:lnTo>
                <a:lnTo>
                  <a:pt x="1587845" y="912885"/>
                </a:lnTo>
                <a:lnTo>
                  <a:pt x="1618995" y="885769"/>
                </a:lnTo>
                <a:lnTo>
                  <a:pt x="1642072" y="851365"/>
                </a:lnTo>
                <a:lnTo>
                  <a:pt x="1655428" y="811321"/>
                </a:lnTo>
                <a:lnTo>
                  <a:pt x="1658118" y="782305"/>
                </a:lnTo>
                <a:lnTo>
                  <a:pt x="1657994" y="150184"/>
                </a:lnTo>
                <a:lnTo>
                  <a:pt x="1650406" y="107842"/>
                </a:lnTo>
                <a:lnTo>
                  <a:pt x="1632229" y="70272"/>
                </a:lnTo>
                <a:lnTo>
                  <a:pt x="1605113" y="39123"/>
                </a:lnTo>
                <a:lnTo>
                  <a:pt x="1570705" y="16046"/>
                </a:lnTo>
                <a:lnTo>
                  <a:pt x="1530654" y="2689"/>
                </a:lnTo>
                <a:lnTo>
                  <a:pt x="1501633" y="0"/>
                </a:lnTo>
                <a:close/>
              </a:path>
            </a:pathLst>
          </a:custGeom>
          <a:solidFill>
            <a:srgbClr val="799879"/>
          </a:solidFill>
        </p:spPr>
        <p:txBody>
          <a:bodyPr wrap="square" lIns="0" tIns="0" rIns="0" bIns="0" rtlCol="0"/>
          <a:lstStyle/>
          <a:p>
            <a:endParaRPr/>
          </a:p>
        </p:txBody>
      </p:sp>
      <p:sp>
        <p:nvSpPr>
          <p:cNvPr id="15" name="object 15"/>
          <p:cNvSpPr/>
          <p:nvPr/>
        </p:nvSpPr>
        <p:spPr>
          <a:xfrm>
            <a:off x="3806951" y="3278124"/>
            <a:ext cx="1658620" cy="939165"/>
          </a:xfrm>
          <a:custGeom>
            <a:avLst/>
            <a:gdLst/>
            <a:ahLst/>
            <a:cxnLst/>
            <a:rect l="l" t="t" r="r" b="b"/>
            <a:pathLst>
              <a:path w="1658620" h="939164">
                <a:moveTo>
                  <a:pt x="1501658" y="0"/>
                </a:moveTo>
                <a:lnTo>
                  <a:pt x="150209" y="122"/>
                </a:lnTo>
                <a:lnTo>
                  <a:pt x="107859" y="7706"/>
                </a:lnTo>
                <a:lnTo>
                  <a:pt x="70283" y="25880"/>
                </a:lnTo>
                <a:lnTo>
                  <a:pt x="39129" y="52993"/>
                </a:lnTo>
                <a:lnTo>
                  <a:pt x="16048" y="87396"/>
                </a:lnTo>
                <a:lnTo>
                  <a:pt x="2690" y="127439"/>
                </a:lnTo>
                <a:lnTo>
                  <a:pt x="0" y="156453"/>
                </a:lnTo>
                <a:lnTo>
                  <a:pt x="123" y="788579"/>
                </a:lnTo>
                <a:lnTo>
                  <a:pt x="7708" y="830927"/>
                </a:lnTo>
                <a:lnTo>
                  <a:pt x="25882" y="868502"/>
                </a:lnTo>
                <a:lnTo>
                  <a:pt x="52996" y="899655"/>
                </a:lnTo>
                <a:lnTo>
                  <a:pt x="87400" y="922735"/>
                </a:lnTo>
                <a:lnTo>
                  <a:pt x="127444" y="936094"/>
                </a:lnTo>
                <a:lnTo>
                  <a:pt x="156459" y="938783"/>
                </a:lnTo>
                <a:lnTo>
                  <a:pt x="1507908" y="938661"/>
                </a:lnTo>
                <a:lnTo>
                  <a:pt x="1550255" y="931077"/>
                </a:lnTo>
                <a:lnTo>
                  <a:pt x="1587830" y="912903"/>
                </a:lnTo>
                <a:lnTo>
                  <a:pt x="1618982" y="885789"/>
                </a:lnTo>
                <a:lnTo>
                  <a:pt x="1642063" y="851384"/>
                </a:lnTo>
                <a:lnTo>
                  <a:pt x="1655421" y="811339"/>
                </a:lnTo>
                <a:lnTo>
                  <a:pt x="1658111" y="782324"/>
                </a:lnTo>
                <a:lnTo>
                  <a:pt x="1657989" y="150208"/>
                </a:lnTo>
                <a:lnTo>
                  <a:pt x="1650406" y="107860"/>
                </a:lnTo>
                <a:lnTo>
                  <a:pt x="1632233" y="70284"/>
                </a:lnTo>
                <a:lnTo>
                  <a:pt x="1605119" y="39130"/>
                </a:lnTo>
                <a:lnTo>
                  <a:pt x="1570716" y="16049"/>
                </a:lnTo>
                <a:lnTo>
                  <a:pt x="1530672" y="2690"/>
                </a:lnTo>
                <a:lnTo>
                  <a:pt x="1501658" y="0"/>
                </a:lnTo>
                <a:close/>
              </a:path>
            </a:pathLst>
          </a:custGeom>
          <a:solidFill>
            <a:srgbClr val="CCFFCC"/>
          </a:solidFill>
        </p:spPr>
        <p:txBody>
          <a:bodyPr wrap="square" lIns="0" tIns="0" rIns="0" bIns="0" rtlCol="0"/>
          <a:lstStyle/>
          <a:p>
            <a:endParaRPr/>
          </a:p>
        </p:txBody>
      </p:sp>
      <p:sp>
        <p:nvSpPr>
          <p:cNvPr id="16" name="object 16"/>
          <p:cNvSpPr/>
          <p:nvPr/>
        </p:nvSpPr>
        <p:spPr>
          <a:xfrm>
            <a:off x="4289542" y="2756153"/>
            <a:ext cx="344805" cy="425450"/>
          </a:xfrm>
          <a:custGeom>
            <a:avLst/>
            <a:gdLst/>
            <a:ahLst/>
            <a:cxnLst/>
            <a:rect l="l" t="t" r="r" b="b"/>
            <a:pathLst>
              <a:path w="344804" h="425450">
                <a:moveTo>
                  <a:pt x="60716" y="0"/>
                </a:moveTo>
                <a:lnTo>
                  <a:pt x="29426" y="0"/>
                </a:lnTo>
                <a:lnTo>
                  <a:pt x="0" y="25390"/>
                </a:lnTo>
                <a:lnTo>
                  <a:pt x="60716" y="25390"/>
                </a:lnTo>
                <a:lnTo>
                  <a:pt x="60716" y="0"/>
                </a:lnTo>
                <a:close/>
              </a:path>
              <a:path w="344804" h="425450">
                <a:moveTo>
                  <a:pt x="314997" y="0"/>
                </a:moveTo>
                <a:lnTo>
                  <a:pt x="232928" y="0"/>
                </a:lnTo>
                <a:lnTo>
                  <a:pt x="232928" y="400050"/>
                </a:lnTo>
                <a:lnTo>
                  <a:pt x="86105" y="400050"/>
                </a:lnTo>
                <a:lnTo>
                  <a:pt x="86105" y="425440"/>
                </a:lnTo>
                <a:lnTo>
                  <a:pt x="258317" y="425440"/>
                </a:lnTo>
                <a:lnTo>
                  <a:pt x="258317" y="25390"/>
                </a:lnTo>
                <a:lnTo>
                  <a:pt x="344423" y="25390"/>
                </a:lnTo>
                <a:lnTo>
                  <a:pt x="314997" y="0"/>
                </a:lnTo>
                <a:close/>
              </a:path>
            </a:pathLst>
          </a:custGeom>
          <a:solidFill>
            <a:srgbClr val="959595"/>
          </a:solidFill>
        </p:spPr>
        <p:txBody>
          <a:bodyPr wrap="square" lIns="0" tIns="0" rIns="0" bIns="0" rtlCol="0"/>
          <a:lstStyle/>
          <a:p>
            <a:endParaRPr/>
          </a:p>
        </p:txBody>
      </p:sp>
      <p:sp>
        <p:nvSpPr>
          <p:cNvPr id="17" name="object 17"/>
          <p:cNvSpPr/>
          <p:nvPr/>
        </p:nvSpPr>
        <p:spPr>
          <a:xfrm>
            <a:off x="4277227" y="2626858"/>
            <a:ext cx="369570" cy="559435"/>
          </a:xfrm>
          <a:custGeom>
            <a:avLst/>
            <a:gdLst/>
            <a:ahLst/>
            <a:cxnLst/>
            <a:rect l="l" t="t" r="r" b="b"/>
            <a:pathLst>
              <a:path w="369570" h="559435">
                <a:moveTo>
                  <a:pt x="102991" y="529345"/>
                </a:moveTo>
                <a:lnTo>
                  <a:pt x="93847" y="529345"/>
                </a:lnTo>
                <a:lnTo>
                  <a:pt x="93847" y="559307"/>
                </a:lnTo>
                <a:lnTo>
                  <a:pt x="275203" y="559307"/>
                </a:lnTo>
                <a:lnTo>
                  <a:pt x="275203" y="550163"/>
                </a:lnTo>
                <a:lnTo>
                  <a:pt x="102991" y="550163"/>
                </a:lnTo>
                <a:lnTo>
                  <a:pt x="102991" y="529345"/>
                </a:lnTo>
                <a:close/>
              </a:path>
              <a:path w="369570" h="559435">
                <a:moveTo>
                  <a:pt x="184525" y="0"/>
                </a:moveTo>
                <a:lnTo>
                  <a:pt x="183011" y="1306"/>
                </a:lnTo>
                <a:lnTo>
                  <a:pt x="331348" y="129295"/>
                </a:lnTo>
                <a:lnTo>
                  <a:pt x="320288" y="129295"/>
                </a:lnTo>
                <a:lnTo>
                  <a:pt x="344423" y="150113"/>
                </a:lnTo>
                <a:lnTo>
                  <a:pt x="266059" y="150113"/>
                </a:lnTo>
                <a:lnTo>
                  <a:pt x="266059" y="550163"/>
                </a:lnTo>
                <a:lnTo>
                  <a:pt x="275203" y="550163"/>
                </a:lnTo>
                <a:lnTo>
                  <a:pt x="275203" y="159257"/>
                </a:lnTo>
                <a:lnTo>
                  <a:pt x="369082" y="159257"/>
                </a:lnTo>
                <a:lnTo>
                  <a:pt x="184525" y="0"/>
                </a:lnTo>
                <a:close/>
              </a:path>
              <a:path w="369570" h="559435">
                <a:moveTo>
                  <a:pt x="48788" y="129295"/>
                </a:moveTo>
                <a:lnTo>
                  <a:pt x="34715" y="129295"/>
                </a:lnTo>
                <a:lnTo>
                  <a:pt x="0" y="159257"/>
                </a:lnTo>
                <a:lnTo>
                  <a:pt x="73030" y="159257"/>
                </a:lnTo>
                <a:lnTo>
                  <a:pt x="73030" y="150113"/>
                </a:lnTo>
                <a:lnTo>
                  <a:pt x="24658" y="150113"/>
                </a:lnTo>
                <a:lnTo>
                  <a:pt x="48788" y="129295"/>
                </a:lnTo>
                <a:close/>
              </a:path>
            </a:pathLst>
          </a:custGeom>
          <a:solidFill>
            <a:srgbClr val="959595"/>
          </a:solidFill>
        </p:spPr>
        <p:txBody>
          <a:bodyPr wrap="square" lIns="0" tIns="0" rIns="0" bIns="0" rtlCol="0"/>
          <a:lstStyle/>
          <a:p>
            <a:endParaRPr/>
          </a:p>
        </p:txBody>
      </p:sp>
      <p:sp>
        <p:nvSpPr>
          <p:cNvPr id="18" name="object 18"/>
          <p:cNvSpPr/>
          <p:nvPr/>
        </p:nvSpPr>
        <p:spPr>
          <a:xfrm>
            <a:off x="4264152" y="2607564"/>
            <a:ext cx="344805" cy="548640"/>
          </a:xfrm>
          <a:custGeom>
            <a:avLst/>
            <a:gdLst/>
            <a:ahLst/>
            <a:cxnLst/>
            <a:rect l="l" t="t" r="r" b="b"/>
            <a:pathLst>
              <a:path w="344804" h="548639">
                <a:moveTo>
                  <a:pt x="258317" y="148589"/>
                </a:moveTo>
                <a:lnTo>
                  <a:pt x="86105" y="148589"/>
                </a:lnTo>
                <a:lnTo>
                  <a:pt x="86105" y="548639"/>
                </a:lnTo>
                <a:lnTo>
                  <a:pt x="258317" y="548639"/>
                </a:lnTo>
                <a:lnTo>
                  <a:pt x="258317" y="148589"/>
                </a:lnTo>
                <a:close/>
              </a:path>
              <a:path w="344804" h="548639">
                <a:moveTo>
                  <a:pt x="172211" y="0"/>
                </a:moveTo>
                <a:lnTo>
                  <a:pt x="0" y="148589"/>
                </a:lnTo>
                <a:lnTo>
                  <a:pt x="344423" y="148589"/>
                </a:lnTo>
                <a:lnTo>
                  <a:pt x="172211" y="0"/>
                </a:lnTo>
                <a:close/>
              </a:path>
            </a:pathLst>
          </a:custGeom>
          <a:solidFill>
            <a:srgbClr val="00CC98"/>
          </a:solidFill>
        </p:spPr>
        <p:txBody>
          <a:bodyPr wrap="square" lIns="0" tIns="0" rIns="0" bIns="0" rtlCol="0"/>
          <a:lstStyle/>
          <a:p>
            <a:endParaRPr/>
          </a:p>
        </p:txBody>
      </p:sp>
      <p:sp>
        <p:nvSpPr>
          <p:cNvPr id="19" name="object 19"/>
          <p:cNvSpPr/>
          <p:nvPr/>
        </p:nvSpPr>
        <p:spPr>
          <a:xfrm>
            <a:off x="4264152" y="2607564"/>
            <a:ext cx="344805" cy="548640"/>
          </a:xfrm>
          <a:custGeom>
            <a:avLst/>
            <a:gdLst/>
            <a:ahLst/>
            <a:cxnLst/>
            <a:rect l="l" t="t" r="r" b="b"/>
            <a:pathLst>
              <a:path w="344804" h="548639">
                <a:moveTo>
                  <a:pt x="0" y="148589"/>
                </a:moveTo>
                <a:lnTo>
                  <a:pt x="86105" y="148589"/>
                </a:lnTo>
                <a:lnTo>
                  <a:pt x="86105" y="548639"/>
                </a:lnTo>
                <a:lnTo>
                  <a:pt x="258317" y="548639"/>
                </a:lnTo>
                <a:lnTo>
                  <a:pt x="258317" y="148589"/>
                </a:lnTo>
                <a:lnTo>
                  <a:pt x="344423" y="148589"/>
                </a:lnTo>
                <a:lnTo>
                  <a:pt x="172211" y="0"/>
                </a:lnTo>
                <a:lnTo>
                  <a:pt x="0" y="148589"/>
                </a:lnTo>
                <a:close/>
              </a:path>
            </a:pathLst>
          </a:custGeom>
          <a:ln w="9143">
            <a:solidFill>
              <a:srgbClr val="000000"/>
            </a:solidFill>
          </a:ln>
        </p:spPr>
        <p:txBody>
          <a:bodyPr wrap="square" lIns="0" tIns="0" rIns="0" bIns="0" rtlCol="0"/>
          <a:lstStyle/>
          <a:p>
            <a:endParaRPr/>
          </a:p>
        </p:txBody>
      </p:sp>
      <p:sp>
        <p:nvSpPr>
          <p:cNvPr id="20" name="object 20"/>
          <p:cNvSpPr txBox="1"/>
          <p:nvPr/>
        </p:nvSpPr>
        <p:spPr>
          <a:xfrm>
            <a:off x="2965198" y="3409964"/>
            <a:ext cx="2185035" cy="1831271"/>
          </a:xfrm>
          <a:prstGeom prst="rect">
            <a:avLst/>
          </a:prstGeom>
        </p:spPr>
        <p:txBody>
          <a:bodyPr vert="horz" wrap="square" lIns="0" tIns="0" rIns="0" bIns="0" rtlCol="0">
            <a:spAutoFit/>
          </a:bodyPr>
          <a:lstStyle/>
          <a:p>
            <a:pPr marL="1463040" marR="5080" indent="-271780"/>
            <a:r>
              <a:rPr sz="2000" b="1" i="1" spc="-80" dirty="0">
                <a:solidFill>
                  <a:srgbClr val="006565"/>
                </a:solidFill>
                <a:latin typeface="Arial"/>
                <a:cs typeface="Arial"/>
              </a:rPr>
              <a:t>V</a:t>
            </a:r>
            <a:r>
              <a:rPr sz="2000" b="1" i="1" spc="-5" dirty="0">
                <a:solidFill>
                  <a:srgbClr val="006565"/>
                </a:solidFill>
                <a:latin typeface="Arial"/>
                <a:cs typeface="Arial"/>
              </a:rPr>
              <a:t>ariabl</a:t>
            </a:r>
            <a:r>
              <a:rPr sz="2000" b="1" i="1" dirty="0">
                <a:solidFill>
                  <a:srgbClr val="006565"/>
                </a:solidFill>
                <a:latin typeface="Arial"/>
                <a:cs typeface="Arial"/>
              </a:rPr>
              <a:t>e</a:t>
            </a:r>
            <a:r>
              <a:rPr sz="2000" b="1" i="1" dirty="0">
                <a:solidFill>
                  <a:srgbClr val="006565"/>
                </a:solidFill>
                <a:latin typeface="Times New Roman"/>
                <a:cs typeface="Times New Roman"/>
              </a:rPr>
              <a:t> </a:t>
            </a:r>
            <a:r>
              <a:rPr sz="2000" b="1" i="1" dirty="0">
                <a:solidFill>
                  <a:srgbClr val="006565"/>
                </a:solidFill>
                <a:latin typeface="Arial"/>
                <a:cs typeface="Arial"/>
              </a:rPr>
              <a:t>pay</a:t>
            </a:r>
            <a:endParaRPr sz="2000">
              <a:latin typeface="Arial"/>
              <a:cs typeface="Arial"/>
            </a:endParaRPr>
          </a:p>
          <a:p>
            <a:pPr>
              <a:lnSpc>
                <a:spcPct val="100000"/>
              </a:lnSpc>
            </a:pPr>
            <a:endParaRPr sz="2000">
              <a:latin typeface="Times New Roman"/>
              <a:cs typeface="Times New Roman"/>
            </a:endParaRPr>
          </a:p>
          <a:p>
            <a:pPr>
              <a:spcBef>
                <a:spcPts val="42"/>
              </a:spcBef>
            </a:pPr>
            <a:endParaRPr sz="1900">
              <a:latin typeface="Times New Roman"/>
              <a:cs typeface="Times New Roman"/>
            </a:endParaRPr>
          </a:p>
          <a:p>
            <a:pPr marL="125095" marR="1499235" indent="-113030"/>
            <a:r>
              <a:rPr sz="2000" b="1" i="1" dirty="0">
                <a:solidFill>
                  <a:srgbClr val="006565"/>
                </a:solidFill>
                <a:latin typeface="Arial"/>
                <a:cs typeface="Arial"/>
              </a:rPr>
              <a:t>Fixed</a:t>
            </a:r>
            <a:r>
              <a:rPr sz="2000" b="1" i="1" dirty="0">
                <a:solidFill>
                  <a:srgbClr val="006565"/>
                </a:solidFill>
                <a:latin typeface="Times New Roman"/>
                <a:cs typeface="Times New Roman"/>
              </a:rPr>
              <a:t> </a:t>
            </a:r>
            <a:r>
              <a:rPr sz="2000" b="1" i="1" dirty="0">
                <a:solidFill>
                  <a:srgbClr val="006565"/>
                </a:solidFill>
                <a:latin typeface="Arial"/>
                <a:cs typeface="Arial"/>
              </a:rPr>
              <a:t>pay</a:t>
            </a:r>
            <a:endParaRPr sz="2000">
              <a:latin typeface="Arial"/>
              <a:cs typeface="Arial"/>
            </a:endParaRPr>
          </a:p>
        </p:txBody>
      </p:sp>
      <p:sp>
        <p:nvSpPr>
          <p:cNvPr id="21" name="object 21"/>
          <p:cNvSpPr/>
          <p:nvPr/>
        </p:nvSpPr>
        <p:spPr>
          <a:xfrm>
            <a:off x="5603870" y="2860152"/>
            <a:ext cx="1123315" cy="587375"/>
          </a:xfrm>
          <a:custGeom>
            <a:avLst/>
            <a:gdLst/>
            <a:ahLst/>
            <a:cxnLst/>
            <a:rect l="l" t="t" r="r" b="b"/>
            <a:pathLst>
              <a:path w="1123314" h="587375">
                <a:moveTo>
                  <a:pt x="187848" y="296296"/>
                </a:moveTo>
                <a:lnTo>
                  <a:pt x="0" y="552206"/>
                </a:lnTo>
                <a:lnTo>
                  <a:pt x="315589" y="586892"/>
                </a:lnTo>
                <a:lnTo>
                  <a:pt x="283738" y="514228"/>
                </a:lnTo>
                <a:lnTo>
                  <a:pt x="614179" y="368960"/>
                </a:lnTo>
                <a:lnTo>
                  <a:pt x="219852" y="368960"/>
                </a:lnTo>
                <a:lnTo>
                  <a:pt x="187848" y="296296"/>
                </a:lnTo>
                <a:close/>
              </a:path>
              <a:path w="1123314" h="587375">
                <a:moveTo>
                  <a:pt x="1059058" y="0"/>
                </a:moveTo>
                <a:lnTo>
                  <a:pt x="219852" y="368960"/>
                </a:lnTo>
                <a:lnTo>
                  <a:pt x="614179" y="368960"/>
                </a:lnTo>
                <a:lnTo>
                  <a:pt x="1122944" y="145298"/>
                </a:lnTo>
                <a:lnTo>
                  <a:pt x="1059058" y="0"/>
                </a:lnTo>
                <a:close/>
              </a:path>
            </a:pathLst>
          </a:custGeom>
          <a:solidFill>
            <a:srgbClr val="3265FF"/>
          </a:solidFill>
        </p:spPr>
        <p:txBody>
          <a:bodyPr wrap="square" lIns="0" tIns="0" rIns="0" bIns="0" rtlCol="0"/>
          <a:lstStyle/>
          <a:p>
            <a:endParaRPr/>
          </a:p>
        </p:txBody>
      </p:sp>
      <p:sp>
        <p:nvSpPr>
          <p:cNvPr id="22" name="object 22"/>
          <p:cNvSpPr/>
          <p:nvPr/>
        </p:nvSpPr>
        <p:spPr>
          <a:xfrm>
            <a:off x="5603870" y="2860152"/>
            <a:ext cx="1123315" cy="587375"/>
          </a:xfrm>
          <a:custGeom>
            <a:avLst/>
            <a:gdLst/>
            <a:ahLst/>
            <a:cxnLst/>
            <a:rect l="l" t="t" r="r" b="b"/>
            <a:pathLst>
              <a:path w="1123314" h="587375">
                <a:moveTo>
                  <a:pt x="187848" y="296296"/>
                </a:moveTo>
                <a:lnTo>
                  <a:pt x="219852" y="368960"/>
                </a:lnTo>
                <a:lnTo>
                  <a:pt x="1059058" y="0"/>
                </a:lnTo>
                <a:lnTo>
                  <a:pt x="1122944" y="145298"/>
                </a:lnTo>
                <a:lnTo>
                  <a:pt x="283738" y="514228"/>
                </a:lnTo>
                <a:lnTo>
                  <a:pt x="315589" y="586892"/>
                </a:lnTo>
                <a:lnTo>
                  <a:pt x="0" y="552206"/>
                </a:lnTo>
                <a:lnTo>
                  <a:pt x="187848" y="296296"/>
                </a:lnTo>
                <a:close/>
              </a:path>
            </a:pathLst>
          </a:custGeom>
          <a:ln w="9524">
            <a:solidFill>
              <a:srgbClr val="000000"/>
            </a:solidFill>
          </a:ln>
        </p:spPr>
        <p:txBody>
          <a:bodyPr wrap="square" lIns="0" tIns="0" rIns="0" bIns="0" rtlCol="0"/>
          <a:lstStyle/>
          <a:p>
            <a:endParaRPr/>
          </a:p>
        </p:txBody>
      </p:sp>
      <p:sp>
        <p:nvSpPr>
          <p:cNvPr id="23" name="object 23"/>
          <p:cNvSpPr/>
          <p:nvPr/>
        </p:nvSpPr>
        <p:spPr>
          <a:xfrm>
            <a:off x="5270916" y="4378607"/>
            <a:ext cx="958850" cy="932815"/>
          </a:xfrm>
          <a:custGeom>
            <a:avLst/>
            <a:gdLst/>
            <a:ahLst/>
            <a:cxnLst/>
            <a:rect l="l" t="t" r="r" b="b"/>
            <a:pathLst>
              <a:path w="958850" h="932814">
                <a:moveTo>
                  <a:pt x="119194" y="250293"/>
                </a:moveTo>
                <a:lnTo>
                  <a:pt x="118049" y="250293"/>
                </a:lnTo>
                <a:lnTo>
                  <a:pt x="831301" y="932533"/>
                </a:lnTo>
                <a:lnTo>
                  <a:pt x="855581" y="907137"/>
                </a:lnTo>
                <a:lnTo>
                  <a:pt x="805911" y="907137"/>
                </a:lnTo>
                <a:lnTo>
                  <a:pt x="119194" y="250293"/>
                </a:lnTo>
                <a:close/>
              </a:path>
              <a:path w="958850" h="932814">
                <a:moveTo>
                  <a:pt x="932613" y="774615"/>
                </a:moveTo>
                <a:lnTo>
                  <a:pt x="805911" y="907137"/>
                </a:lnTo>
                <a:lnTo>
                  <a:pt x="855581" y="907137"/>
                </a:lnTo>
                <a:lnTo>
                  <a:pt x="958555" y="799433"/>
                </a:lnTo>
                <a:lnTo>
                  <a:pt x="932613" y="774615"/>
                </a:lnTo>
                <a:close/>
              </a:path>
              <a:path w="958850" h="932814">
                <a:moveTo>
                  <a:pt x="49611" y="183737"/>
                </a:moveTo>
                <a:lnTo>
                  <a:pt x="0" y="235644"/>
                </a:lnTo>
                <a:lnTo>
                  <a:pt x="11389" y="275689"/>
                </a:lnTo>
                <a:lnTo>
                  <a:pt x="35677" y="250293"/>
                </a:lnTo>
                <a:lnTo>
                  <a:pt x="49611" y="183737"/>
                </a:lnTo>
                <a:close/>
              </a:path>
              <a:path w="958850" h="932814">
                <a:moveTo>
                  <a:pt x="75031" y="209145"/>
                </a:moveTo>
                <a:lnTo>
                  <a:pt x="35677" y="250293"/>
                </a:lnTo>
                <a:lnTo>
                  <a:pt x="118049" y="250293"/>
                </a:lnTo>
                <a:lnTo>
                  <a:pt x="75031" y="209145"/>
                </a:lnTo>
                <a:close/>
              </a:path>
              <a:path w="958850" h="932814">
                <a:moveTo>
                  <a:pt x="225426" y="0"/>
                </a:moveTo>
                <a:lnTo>
                  <a:pt x="177017" y="50649"/>
                </a:lnTo>
                <a:lnTo>
                  <a:pt x="202960" y="75467"/>
                </a:lnTo>
                <a:lnTo>
                  <a:pt x="266019" y="9620"/>
                </a:lnTo>
                <a:lnTo>
                  <a:pt x="225426" y="0"/>
                </a:lnTo>
                <a:close/>
              </a:path>
            </a:pathLst>
          </a:custGeom>
          <a:solidFill>
            <a:srgbClr val="959595"/>
          </a:solidFill>
        </p:spPr>
        <p:txBody>
          <a:bodyPr wrap="square" lIns="0" tIns="0" rIns="0" bIns="0" rtlCol="0"/>
          <a:lstStyle/>
          <a:p>
            <a:endParaRPr/>
          </a:p>
        </p:txBody>
      </p:sp>
      <p:sp>
        <p:nvSpPr>
          <p:cNvPr id="24" name="object 24"/>
          <p:cNvSpPr/>
          <p:nvPr/>
        </p:nvSpPr>
        <p:spPr>
          <a:xfrm>
            <a:off x="5267124" y="4374575"/>
            <a:ext cx="969644" cy="943610"/>
          </a:xfrm>
          <a:custGeom>
            <a:avLst/>
            <a:gdLst/>
            <a:ahLst/>
            <a:cxnLst/>
            <a:rect l="l" t="t" r="r" b="b"/>
            <a:pathLst>
              <a:path w="969645" h="943610">
                <a:moveTo>
                  <a:pt x="86999" y="219903"/>
                </a:moveTo>
                <a:lnTo>
                  <a:pt x="79067" y="219903"/>
                </a:lnTo>
                <a:lnTo>
                  <a:pt x="835215" y="943291"/>
                </a:lnTo>
                <a:lnTo>
                  <a:pt x="848084" y="929837"/>
                </a:lnTo>
                <a:lnTo>
                  <a:pt x="834971" y="929837"/>
                </a:lnTo>
                <a:lnTo>
                  <a:pt x="815453" y="911168"/>
                </a:lnTo>
                <a:lnTo>
                  <a:pt x="809703" y="911168"/>
                </a:lnTo>
                <a:lnTo>
                  <a:pt x="86999" y="219903"/>
                </a:lnTo>
                <a:close/>
              </a:path>
              <a:path w="969645" h="943610">
                <a:moveTo>
                  <a:pt x="233070" y="0"/>
                </a:moveTo>
                <a:lnTo>
                  <a:pt x="225429" y="7994"/>
                </a:lnTo>
                <a:lnTo>
                  <a:pt x="260545" y="16318"/>
                </a:lnTo>
                <a:lnTo>
                  <a:pt x="203354" y="76248"/>
                </a:lnTo>
                <a:lnTo>
                  <a:pt x="936957" y="778068"/>
                </a:lnTo>
                <a:lnTo>
                  <a:pt x="933119" y="782082"/>
                </a:lnTo>
                <a:lnTo>
                  <a:pt x="955611" y="803595"/>
                </a:lnTo>
                <a:lnTo>
                  <a:pt x="834971" y="929837"/>
                </a:lnTo>
                <a:lnTo>
                  <a:pt x="848084" y="929837"/>
                </a:lnTo>
                <a:lnTo>
                  <a:pt x="969083" y="803345"/>
                </a:lnTo>
                <a:lnTo>
                  <a:pt x="212935" y="79945"/>
                </a:lnTo>
                <a:lnTo>
                  <a:pt x="278955" y="10865"/>
                </a:lnTo>
                <a:lnTo>
                  <a:pt x="233070" y="0"/>
                </a:lnTo>
                <a:close/>
              </a:path>
              <a:path w="969645" h="943610">
                <a:moveTo>
                  <a:pt x="812450" y="908295"/>
                </a:moveTo>
                <a:lnTo>
                  <a:pt x="809703" y="911168"/>
                </a:lnTo>
                <a:lnTo>
                  <a:pt x="815453" y="911168"/>
                </a:lnTo>
                <a:lnTo>
                  <a:pt x="812450" y="908295"/>
                </a:lnTo>
                <a:close/>
              </a:path>
              <a:path w="969645" h="943610">
                <a:moveTo>
                  <a:pt x="7593" y="235697"/>
                </a:moveTo>
                <a:lnTo>
                  <a:pt x="0" y="243643"/>
                </a:lnTo>
                <a:lnTo>
                  <a:pt x="12895" y="288995"/>
                </a:lnTo>
                <a:lnTo>
                  <a:pt x="30661" y="270445"/>
                </a:lnTo>
                <a:lnTo>
                  <a:pt x="17467" y="270445"/>
                </a:lnTo>
                <a:lnTo>
                  <a:pt x="7593" y="235697"/>
                </a:lnTo>
                <a:close/>
              </a:path>
              <a:path w="969645" h="943610">
                <a:moveTo>
                  <a:pt x="75939" y="209324"/>
                </a:moveTo>
                <a:lnTo>
                  <a:pt x="17467" y="270445"/>
                </a:lnTo>
                <a:lnTo>
                  <a:pt x="30661" y="270445"/>
                </a:lnTo>
                <a:lnTo>
                  <a:pt x="79067" y="219903"/>
                </a:lnTo>
                <a:lnTo>
                  <a:pt x="86999" y="219903"/>
                </a:lnTo>
                <a:lnTo>
                  <a:pt x="75939" y="209324"/>
                </a:lnTo>
                <a:close/>
              </a:path>
            </a:pathLst>
          </a:custGeom>
          <a:solidFill>
            <a:srgbClr val="959595"/>
          </a:solidFill>
        </p:spPr>
        <p:txBody>
          <a:bodyPr wrap="square" lIns="0" tIns="0" rIns="0" bIns="0" rtlCol="0"/>
          <a:lstStyle/>
          <a:p>
            <a:endParaRPr/>
          </a:p>
        </p:txBody>
      </p:sp>
      <p:sp>
        <p:nvSpPr>
          <p:cNvPr id="25" name="object 25"/>
          <p:cNvSpPr/>
          <p:nvPr/>
        </p:nvSpPr>
        <p:spPr>
          <a:xfrm>
            <a:off x="5157338" y="4278879"/>
            <a:ext cx="1047115" cy="1007110"/>
          </a:xfrm>
          <a:custGeom>
            <a:avLst/>
            <a:gdLst/>
            <a:ahLst/>
            <a:cxnLst/>
            <a:rect l="l" t="t" r="r" b="b"/>
            <a:pathLst>
              <a:path w="1047114" h="1007110">
                <a:moveTo>
                  <a:pt x="429711" y="283463"/>
                </a:moveTo>
                <a:lnTo>
                  <a:pt x="163189" y="283463"/>
                </a:lnTo>
                <a:lnTo>
                  <a:pt x="919490" y="1006864"/>
                </a:lnTo>
                <a:lnTo>
                  <a:pt x="1046744" y="873764"/>
                </a:lnTo>
                <a:lnTo>
                  <a:pt x="429711" y="283463"/>
                </a:lnTo>
                <a:close/>
              </a:path>
              <a:path w="1047114" h="1007110">
                <a:moveTo>
                  <a:pt x="0" y="0"/>
                </a:moveTo>
                <a:lnTo>
                  <a:pt x="99578" y="350020"/>
                </a:lnTo>
                <a:lnTo>
                  <a:pt x="163189" y="283463"/>
                </a:lnTo>
                <a:lnTo>
                  <a:pt x="429711" y="283463"/>
                </a:lnTo>
                <a:lnTo>
                  <a:pt x="290596" y="150376"/>
                </a:lnTo>
                <a:lnTo>
                  <a:pt x="354208" y="83951"/>
                </a:lnTo>
                <a:lnTo>
                  <a:pt x="0" y="0"/>
                </a:lnTo>
                <a:close/>
              </a:path>
            </a:pathLst>
          </a:custGeom>
          <a:solidFill>
            <a:srgbClr val="98CCFF"/>
          </a:solidFill>
        </p:spPr>
        <p:txBody>
          <a:bodyPr wrap="square" lIns="0" tIns="0" rIns="0" bIns="0" rtlCol="0"/>
          <a:lstStyle/>
          <a:p>
            <a:endParaRPr/>
          </a:p>
        </p:txBody>
      </p:sp>
      <p:sp>
        <p:nvSpPr>
          <p:cNvPr id="26" name="object 26"/>
          <p:cNvSpPr/>
          <p:nvPr/>
        </p:nvSpPr>
        <p:spPr>
          <a:xfrm>
            <a:off x="5157338" y="4278879"/>
            <a:ext cx="1047115" cy="1007110"/>
          </a:xfrm>
          <a:custGeom>
            <a:avLst/>
            <a:gdLst/>
            <a:ahLst/>
            <a:cxnLst/>
            <a:rect l="l" t="t" r="r" b="b"/>
            <a:pathLst>
              <a:path w="1047114" h="1007110">
                <a:moveTo>
                  <a:pt x="99578" y="350020"/>
                </a:moveTo>
                <a:lnTo>
                  <a:pt x="163189" y="283463"/>
                </a:lnTo>
                <a:lnTo>
                  <a:pt x="919490" y="1006864"/>
                </a:lnTo>
                <a:lnTo>
                  <a:pt x="1046744" y="873764"/>
                </a:lnTo>
                <a:lnTo>
                  <a:pt x="290596" y="150376"/>
                </a:lnTo>
                <a:lnTo>
                  <a:pt x="354208" y="83951"/>
                </a:lnTo>
                <a:lnTo>
                  <a:pt x="0" y="0"/>
                </a:lnTo>
                <a:lnTo>
                  <a:pt x="99578" y="350020"/>
                </a:lnTo>
                <a:close/>
              </a:path>
            </a:pathLst>
          </a:custGeom>
          <a:ln w="9524">
            <a:solidFill>
              <a:srgbClr val="000000"/>
            </a:solidFill>
          </a:ln>
        </p:spPr>
        <p:txBody>
          <a:bodyPr wrap="square" lIns="0" tIns="0" rIns="0" bIns="0" rtlCol="0"/>
          <a:lstStyle/>
          <a:p>
            <a:endParaRPr/>
          </a:p>
        </p:txBody>
      </p:sp>
      <p:sp>
        <p:nvSpPr>
          <p:cNvPr id="27" name="object 27"/>
          <p:cNvSpPr/>
          <p:nvPr/>
        </p:nvSpPr>
        <p:spPr>
          <a:xfrm>
            <a:off x="7585953" y="3175498"/>
            <a:ext cx="2726690" cy="1036319"/>
          </a:xfrm>
          <a:custGeom>
            <a:avLst/>
            <a:gdLst/>
            <a:ahLst/>
            <a:cxnLst/>
            <a:rect l="l" t="t" r="r" b="b"/>
            <a:pathLst>
              <a:path w="2726690" h="1036320">
                <a:moveTo>
                  <a:pt x="1363217" y="0"/>
                </a:moveTo>
                <a:lnTo>
                  <a:pt x="1251416" y="1718"/>
                </a:lnTo>
                <a:lnTo>
                  <a:pt x="1142103" y="6783"/>
                </a:lnTo>
                <a:lnTo>
                  <a:pt x="1035630" y="15062"/>
                </a:lnTo>
                <a:lnTo>
                  <a:pt x="932346" y="26421"/>
                </a:lnTo>
                <a:lnTo>
                  <a:pt x="832604" y="40727"/>
                </a:lnTo>
                <a:lnTo>
                  <a:pt x="736753" y="57846"/>
                </a:lnTo>
                <a:lnTo>
                  <a:pt x="645145" y="77645"/>
                </a:lnTo>
                <a:lnTo>
                  <a:pt x="558131" y="99990"/>
                </a:lnTo>
                <a:lnTo>
                  <a:pt x="476061" y="124749"/>
                </a:lnTo>
                <a:lnTo>
                  <a:pt x="399287" y="151786"/>
                </a:lnTo>
                <a:lnTo>
                  <a:pt x="328160" y="180969"/>
                </a:lnTo>
                <a:lnTo>
                  <a:pt x="263030" y="212165"/>
                </a:lnTo>
                <a:lnTo>
                  <a:pt x="204248" y="245240"/>
                </a:lnTo>
                <a:lnTo>
                  <a:pt x="152165" y="280060"/>
                </a:lnTo>
                <a:lnTo>
                  <a:pt x="107132" y="316492"/>
                </a:lnTo>
                <a:lnTo>
                  <a:pt x="69500" y="354402"/>
                </a:lnTo>
                <a:lnTo>
                  <a:pt x="39620" y="393658"/>
                </a:lnTo>
                <a:lnTo>
                  <a:pt x="17842" y="434125"/>
                </a:lnTo>
                <a:lnTo>
                  <a:pt x="4519" y="475670"/>
                </a:lnTo>
                <a:lnTo>
                  <a:pt x="0" y="518159"/>
                </a:lnTo>
                <a:lnTo>
                  <a:pt x="4519" y="560652"/>
                </a:lnTo>
                <a:lnTo>
                  <a:pt x="17842" y="602199"/>
                </a:lnTo>
                <a:lnTo>
                  <a:pt x="39620" y="642668"/>
                </a:lnTo>
                <a:lnTo>
                  <a:pt x="69500" y="681925"/>
                </a:lnTo>
                <a:lnTo>
                  <a:pt x="107132" y="719837"/>
                </a:lnTo>
                <a:lnTo>
                  <a:pt x="152165" y="756270"/>
                </a:lnTo>
                <a:lnTo>
                  <a:pt x="204248" y="791090"/>
                </a:lnTo>
                <a:lnTo>
                  <a:pt x="263030" y="824165"/>
                </a:lnTo>
                <a:lnTo>
                  <a:pt x="328160" y="855361"/>
                </a:lnTo>
                <a:lnTo>
                  <a:pt x="399287" y="884544"/>
                </a:lnTo>
                <a:lnTo>
                  <a:pt x="476061" y="911581"/>
                </a:lnTo>
                <a:lnTo>
                  <a:pt x="558131" y="936339"/>
                </a:lnTo>
                <a:lnTo>
                  <a:pt x="645145" y="958683"/>
                </a:lnTo>
                <a:lnTo>
                  <a:pt x="736753" y="978482"/>
                </a:lnTo>
                <a:lnTo>
                  <a:pt x="832604" y="995600"/>
                </a:lnTo>
                <a:lnTo>
                  <a:pt x="932346" y="1009905"/>
                </a:lnTo>
                <a:lnTo>
                  <a:pt x="1035630" y="1021264"/>
                </a:lnTo>
                <a:lnTo>
                  <a:pt x="1142103" y="1029543"/>
                </a:lnTo>
                <a:lnTo>
                  <a:pt x="1251416" y="1034608"/>
                </a:lnTo>
                <a:lnTo>
                  <a:pt x="1363217" y="1036326"/>
                </a:lnTo>
                <a:lnTo>
                  <a:pt x="1475019" y="1034608"/>
                </a:lnTo>
                <a:lnTo>
                  <a:pt x="1584332" y="1029543"/>
                </a:lnTo>
                <a:lnTo>
                  <a:pt x="1690805" y="1021264"/>
                </a:lnTo>
                <a:lnTo>
                  <a:pt x="1794089" y="1009905"/>
                </a:lnTo>
                <a:lnTo>
                  <a:pt x="1893831" y="995600"/>
                </a:lnTo>
                <a:lnTo>
                  <a:pt x="1989682" y="978482"/>
                </a:lnTo>
                <a:lnTo>
                  <a:pt x="2081290" y="958683"/>
                </a:lnTo>
                <a:lnTo>
                  <a:pt x="2168304" y="936339"/>
                </a:lnTo>
                <a:lnTo>
                  <a:pt x="2250373" y="911581"/>
                </a:lnTo>
                <a:lnTo>
                  <a:pt x="2327147" y="884544"/>
                </a:lnTo>
                <a:lnTo>
                  <a:pt x="2398275" y="855361"/>
                </a:lnTo>
                <a:lnTo>
                  <a:pt x="2463405" y="824165"/>
                </a:lnTo>
                <a:lnTo>
                  <a:pt x="2522187" y="791090"/>
                </a:lnTo>
                <a:lnTo>
                  <a:pt x="2574270" y="756270"/>
                </a:lnTo>
                <a:lnTo>
                  <a:pt x="2619303" y="719837"/>
                </a:lnTo>
                <a:lnTo>
                  <a:pt x="2656935" y="681925"/>
                </a:lnTo>
                <a:lnTo>
                  <a:pt x="2686815" y="642668"/>
                </a:lnTo>
                <a:lnTo>
                  <a:pt x="2708592" y="602199"/>
                </a:lnTo>
                <a:lnTo>
                  <a:pt x="2721916" y="560652"/>
                </a:lnTo>
                <a:lnTo>
                  <a:pt x="2726435" y="518159"/>
                </a:lnTo>
                <a:lnTo>
                  <a:pt x="2721916" y="475670"/>
                </a:lnTo>
                <a:lnTo>
                  <a:pt x="2708592" y="434125"/>
                </a:lnTo>
                <a:lnTo>
                  <a:pt x="2686815" y="393658"/>
                </a:lnTo>
                <a:lnTo>
                  <a:pt x="2656935" y="354402"/>
                </a:lnTo>
                <a:lnTo>
                  <a:pt x="2619303" y="316492"/>
                </a:lnTo>
                <a:lnTo>
                  <a:pt x="2574270" y="280060"/>
                </a:lnTo>
                <a:lnTo>
                  <a:pt x="2522187" y="245240"/>
                </a:lnTo>
                <a:lnTo>
                  <a:pt x="2463405" y="212165"/>
                </a:lnTo>
                <a:lnTo>
                  <a:pt x="2398275" y="180969"/>
                </a:lnTo>
                <a:lnTo>
                  <a:pt x="2327147" y="151786"/>
                </a:lnTo>
                <a:lnTo>
                  <a:pt x="2250373" y="124749"/>
                </a:lnTo>
                <a:lnTo>
                  <a:pt x="2168304" y="99990"/>
                </a:lnTo>
                <a:lnTo>
                  <a:pt x="2081290" y="77645"/>
                </a:lnTo>
                <a:lnTo>
                  <a:pt x="1989682" y="57846"/>
                </a:lnTo>
                <a:lnTo>
                  <a:pt x="1893831" y="40727"/>
                </a:lnTo>
                <a:lnTo>
                  <a:pt x="1794089" y="26421"/>
                </a:lnTo>
                <a:lnTo>
                  <a:pt x="1690805" y="15062"/>
                </a:lnTo>
                <a:lnTo>
                  <a:pt x="1584332" y="6783"/>
                </a:lnTo>
                <a:lnTo>
                  <a:pt x="1475019" y="1718"/>
                </a:lnTo>
                <a:lnTo>
                  <a:pt x="1363217" y="0"/>
                </a:lnTo>
                <a:close/>
              </a:path>
            </a:pathLst>
          </a:custGeom>
          <a:solidFill>
            <a:srgbClr val="E0FFE0"/>
          </a:solidFill>
        </p:spPr>
        <p:txBody>
          <a:bodyPr wrap="square" lIns="0" tIns="0" rIns="0" bIns="0" rtlCol="0"/>
          <a:lstStyle/>
          <a:p>
            <a:endParaRPr/>
          </a:p>
        </p:txBody>
      </p:sp>
      <p:sp>
        <p:nvSpPr>
          <p:cNvPr id="28" name="object 28"/>
          <p:cNvSpPr/>
          <p:nvPr/>
        </p:nvSpPr>
        <p:spPr>
          <a:xfrm>
            <a:off x="7611374" y="3200919"/>
            <a:ext cx="2726690" cy="1036319"/>
          </a:xfrm>
          <a:custGeom>
            <a:avLst/>
            <a:gdLst/>
            <a:ahLst/>
            <a:cxnLst/>
            <a:rect l="l" t="t" r="r" b="b"/>
            <a:pathLst>
              <a:path w="2726690" h="1036320">
                <a:moveTo>
                  <a:pt x="1363217" y="0"/>
                </a:moveTo>
                <a:lnTo>
                  <a:pt x="1251416" y="1717"/>
                </a:lnTo>
                <a:lnTo>
                  <a:pt x="1142103" y="6782"/>
                </a:lnTo>
                <a:lnTo>
                  <a:pt x="1035630" y="15060"/>
                </a:lnTo>
                <a:lnTo>
                  <a:pt x="932346" y="26418"/>
                </a:lnTo>
                <a:lnTo>
                  <a:pt x="832604" y="40723"/>
                </a:lnTo>
                <a:lnTo>
                  <a:pt x="736753" y="57840"/>
                </a:lnTo>
                <a:lnTo>
                  <a:pt x="645145" y="77638"/>
                </a:lnTo>
                <a:lnTo>
                  <a:pt x="558131" y="99982"/>
                </a:lnTo>
                <a:lnTo>
                  <a:pt x="476061" y="124738"/>
                </a:lnTo>
                <a:lnTo>
                  <a:pt x="399287" y="151775"/>
                </a:lnTo>
                <a:lnTo>
                  <a:pt x="328160" y="180957"/>
                </a:lnTo>
                <a:lnTo>
                  <a:pt x="263030" y="212152"/>
                </a:lnTo>
                <a:lnTo>
                  <a:pt x="204248" y="245226"/>
                </a:lnTo>
                <a:lnTo>
                  <a:pt x="152165" y="280046"/>
                </a:lnTo>
                <a:lnTo>
                  <a:pt x="107132" y="316479"/>
                </a:lnTo>
                <a:lnTo>
                  <a:pt x="69500" y="354391"/>
                </a:lnTo>
                <a:lnTo>
                  <a:pt x="39620" y="393648"/>
                </a:lnTo>
                <a:lnTo>
                  <a:pt x="17842" y="434117"/>
                </a:lnTo>
                <a:lnTo>
                  <a:pt x="4519" y="475666"/>
                </a:lnTo>
                <a:lnTo>
                  <a:pt x="0" y="518159"/>
                </a:lnTo>
                <a:lnTo>
                  <a:pt x="4519" y="560650"/>
                </a:lnTo>
                <a:lnTo>
                  <a:pt x="17842" y="602196"/>
                </a:lnTo>
                <a:lnTo>
                  <a:pt x="39620" y="642664"/>
                </a:lnTo>
                <a:lnTo>
                  <a:pt x="69500" y="681919"/>
                </a:lnTo>
                <a:lnTo>
                  <a:pt x="107132" y="719830"/>
                </a:lnTo>
                <a:lnTo>
                  <a:pt x="152165" y="756262"/>
                </a:lnTo>
                <a:lnTo>
                  <a:pt x="204248" y="791082"/>
                </a:lnTo>
                <a:lnTo>
                  <a:pt x="263030" y="824156"/>
                </a:lnTo>
                <a:lnTo>
                  <a:pt x="328160" y="855351"/>
                </a:lnTo>
                <a:lnTo>
                  <a:pt x="399287" y="884533"/>
                </a:lnTo>
                <a:lnTo>
                  <a:pt x="476061" y="911570"/>
                </a:lnTo>
                <a:lnTo>
                  <a:pt x="558131" y="936327"/>
                </a:lnTo>
                <a:lnTo>
                  <a:pt x="645145" y="958672"/>
                </a:lnTo>
                <a:lnTo>
                  <a:pt x="736753" y="978470"/>
                </a:lnTo>
                <a:lnTo>
                  <a:pt x="832604" y="995588"/>
                </a:lnTo>
                <a:lnTo>
                  <a:pt x="932346" y="1009893"/>
                </a:lnTo>
                <a:lnTo>
                  <a:pt x="1035630" y="1021252"/>
                </a:lnTo>
                <a:lnTo>
                  <a:pt x="1142103" y="1029530"/>
                </a:lnTo>
                <a:lnTo>
                  <a:pt x="1251416" y="1034595"/>
                </a:lnTo>
                <a:lnTo>
                  <a:pt x="1363217" y="1036313"/>
                </a:lnTo>
                <a:lnTo>
                  <a:pt x="1475019" y="1034595"/>
                </a:lnTo>
                <a:lnTo>
                  <a:pt x="1584332" y="1029530"/>
                </a:lnTo>
                <a:lnTo>
                  <a:pt x="1690805" y="1021252"/>
                </a:lnTo>
                <a:lnTo>
                  <a:pt x="1794089" y="1009893"/>
                </a:lnTo>
                <a:lnTo>
                  <a:pt x="1893831" y="995588"/>
                </a:lnTo>
                <a:lnTo>
                  <a:pt x="1989682" y="978470"/>
                </a:lnTo>
                <a:lnTo>
                  <a:pt x="2081290" y="958672"/>
                </a:lnTo>
                <a:lnTo>
                  <a:pt x="2168304" y="936327"/>
                </a:lnTo>
                <a:lnTo>
                  <a:pt x="2250373" y="911570"/>
                </a:lnTo>
                <a:lnTo>
                  <a:pt x="2327147" y="884533"/>
                </a:lnTo>
                <a:lnTo>
                  <a:pt x="2398275" y="855351"/>
                </a:lnTo>
                <a:lnTo>
                  <a:pt x="2463405" y="824156"/>
                </a:lnTo>
                <a:lnTo>
                  <a:pt x="2522187" y="791082"/>
                </a:lnTo>
                <a:lnTo>
                  <a:pt x="2574270" y="756262"/>
                </a:lnTo>
                <a:lnTo>
                  <a:pt x="2619303" y="719830"/>
                </a:lnTo>
                <a:lnTo>
                  <a:pt x="2656935" y="681919"/>
                </a:lnTo>
                <a:lnTo>
                  <a:pt x="2686815" y="642664"/>
                </a:lnTo>
                <a:lnTo>
                  <a:pt x="2708592" y="602196"/>
                </a:lnTo>
                <a:lnTo>
                  <a:pt x="2721916" y="560650"/>
                </a:lnTo>
                <a:lnTo>
                  <a:pt x="2726435" y="518159"/>
                </a:lnTo>
                <a:lnTo>
                  <a:pt x="2721916" y="475666"/>
                </a:lnTo>
                <a:lnTo>
                  <a:pt x="2708592" y="434117"/>
                </a:lnTo>
                <a:lnTo>
                  <a:pt x="2686815" y="393648"/>
                </a:lnTo>
                <a:lnTo>
                  <a:pt x="2656935" y="354391"/>
                </a:lnTo>
                <a:lnTo>
                  <a:pt x="2619303" y="316479"/>
                </a:lnTo>
                <a:lnTo>
                  <a:pt x="2574270" y="280046"/>
                </a:lnTo>
                <a:lnTo>
                  <a:pt x="2522187" y="245226"/>
                </a:lnTo>
                <a:lnTo>
                  <a:pt x="2463405" y="212152"/>
                </a:lnTo>
                <a:lnTo>
                  <a:pt x="2398275" y="180957"/>
                </a:lnTo>
                <a:lnTo>
                  <a:pt x="2327147" y="151775"/>
                </a:lnTo>
                <a:lnTo>
                  <a:pt x="2250373" y="124738"/>
                </a:lnTo>
                <a:lnTo>
                  <a:pt x="2168304" y="99982"/>
                </a:lnTo>
                <a:lnTo>
                  <a:pt x="2081290" y="77638"/>
                </a:lnTo>
                <a:lnTo>
                  <a:pt x="1989682" y="57840"/>
                </a:lnTo>
                <a:lnTo>
                  <a:pt x="1893831" y="40723"/>
                </a:lnTo>
                <a:lnTo>
                  <a:pt x="1794089" y="26418"/>
                </a:lnTo>
                <a:lnTo>
                  <a:pt x="1690805" y="15060"/>
                </a:lnTo>
                <a:lnTo>
                  <a:pt x="1584332" y="6782"/>
                </a:lnTo>
                <a:lnTo>
                  <a:pt x="1475019" y="1717"/>
                </a:lnTo>
                <a:lnTo>
                  <a:pt x="1363217" y="0"/>
                </a:lnTo>
                <a:close/>
              </a:path>
            </a:pathLst>
          </a:custGeom>
          <a:solidFill>
            <a:srgbClr val="799879"/>
          </a:solidFill>
        </p:spPr>
        <p:txBody>
          <a:bodyPr wrap="square" lIns="0" tIns="0" rIns="0" bIns="0" rtlCol="0"/>
          <a:lstStyle/>
          <a:p>
            <a:endParaRPr/>
          </a:p>
        </p:txBody>
      </p:sp>
      <p:sp>
        <p:nvSpPr>
          <p:cNvPr id="29" name="object 29"/>
          <p:cNvSpPr/>
          <p:nvPr/>
        </p:nvSpPr>
        <p:spPr>
          <a:xfrm>
            <a:off x="7598663" y="3188209"/>
            <a:ext cx="2726690" cy="1036319"/>
          </a:xfrm>
          <a:custGeom>
            <a:avLst/>
            <a:gdLst/>
            <a:ahLst/>
            <a:cxnLst/>
            <a:rect l="l" t="t" r="r" b="b"/>
            <a:pathLst>
              <a:path w="2726690" h="1036320">
                <a:moveTo>
                  <a:pt x="1363217" y="0"/>
                </a:moveTo>
                <a:lnTo>
                  <a:pt x="1251416" y="1717"/>
                </a:lnTo>
                <a:lnTo>
                  <a:pt x="1142103" y="6782"/>
                </a:lnTo>
                <a:lnTo>
                  <a:pt x="1035630" y="15060"/>
                </a:lnTo>
                <a:lnTo>
                  <a:pt x="932346" y="26418"/>
                </a:lnTo>
                <a:lnTo>
                  <a:pt x="832604" y="40723"/>
                </a:lnTo>
                <a:lnTo>
                  <a:pt x="736753" y="57840"/>
                </a:lnTo>
                <a:lnTo>
                  <a:pt x="645145" y="77638"/>
                </a:lnTo>
                <a:lnTo>
                  <a:pt x="558131" y="99982"/>
                </a:lnTo>
                <a:lnTo>
                  <a:pt x="476061" y="124738"/>
                </a:lnTo>
                <a:lnTo>
                  <a:pt x="399287" y="151775"/>
                </a:lnTo>
                <a:lnTo>
                  <a:pt x="328160" y="180957"/>
                </a:lnTo>
                <a:lnTo>
                  <a:pt x="263030" y="212152"/>
                </a:lnTo>
                <a:lnTo>
                  <a:pt x="204248" y="245226"/>
                </a:lnTo>
                <a:lnTo>
                  <a:pt x="152165" y="280046"/>
                </a:lnTo>
                <a:lnTo>
                  <a:pt x="107132" y="316479"/>
                </a:lnTo>
                <a:lnTo>
                  <a:pt x="69500" y="354391"/>
                </a:lnTo>
                <a:lnTo>
                  <a:pt x="39620" y="393648"/>
                </a:lnTo>
                <a:lnTo>
                  <a:pt x="17842" y="434117"/>
                </a:lnTo>
                <a:lnTo>
                  <a:pt x="4519" y="475666"/>
                </a:lnTo>
                <a:lnTo>
                  <a:pt x="0" y="518159"/>
                </a:lnTo>
                <a:lnTo>
                  <a:pt x="4519" y="560651"/>
                </a:lnTo>
                <a:lnTo>
                  <a:pt x="17842" y="602198"/>
                </a:lnTo>
                <a:lnTo>
                  <a:pt x="39620" y="642666"/>
                </a:lnTo>
                <a:lnTo>
                  <a:pt x="69500" y="681922"/>
                </a:lnTo>
                <a:lnTo>
                  <a:pt x="107132" y="719833"/>
                </a:lnTo>
                <a:lnTo>
                  <a:pt x="152165" y="756266"/>
                </a:lnTo>
                <a:lnTo>
                  <a:pt x="204248" y="791086"/>
                </a:lnTo>
                <a:lnTo>
                  <a:pt x="263030" y="824160"/>
                </a:lnTo>
                <a:lnTo>
                  <a:pt x="328160" y="855356"/>
                </a:lnTo>
                <a:lnTo>
                  <a:pt x="399287" y="884539"/>
                </a:lnTo>
                <a:lnTo>
                  <a:pt x="476061" y="911575"/>
                </a:lnTo>
                <a:lnTo>
                  <a:pt x="558131" y="936333"/>
                </a:lnTo>
                <a:lnTo>
                  <a:pt x="645145" y="958677"/>
                </a:lnTo>
                <a:lnTo>
                  <a:pt x="736753" y="978476"/>
                </a:lnTo>
                <a:lnTo>
                  <a:pt x="832604" y="995594"/>
                </a:lnTo>
                <a:lnTo>
                  <a:pt x="932346" y="1009899"/>
                </a:lnTo>
                <a:lnTo>
                  <a:pt x="1035630" y="1021258"/>
                </a:lnTo>
                <a:lnTo>
                  <a:pt x="1142103" y="1029537"/>
                </a:lnTo>
                <a:lnTo>
                  <a:pt x="1251416" y="1034602"/>
                </a:lnTo>
                <a:lnTo>
                  <a:pt x="1363217" y="1036319"/>
                </a:lnTo>
                <a:lnTo>
                  <a:pt x="1475019" y="1034602"/>
                </a:lnTo>
                <a:lnTo>
                  <a:pt x="1584332" y="1029537"/>
                </a:lnTo>
                <a:lnTo>
                  <a:pt x="1690805" y="1021258"/>
                </a:lnTo>
                <a:lnTo>
                  <a:pt x="1794089" y="1009899"/>
                </a:lnTo>
                <a:lnTo>
                  <a:pt x="1893831" y="995594"/>
                </a:lnTo>
                <a:lnTo>
                  <a:pt x="1989682" y="978476"/>
                </a:lnTo>
                <a:lnTo>
                  <a:pt x="2081290" y="958677"/>
                </a:lnTo>
                <a:lnTo>
                  <a:pt x="2168304" y="936333"/>
                </a:lnTo>
                <a:lnTo>
                  <a:pt x="2250373" y="911575"/>
                </a:lnTo>
                <a:lnTo>
                  <a:pt x="2327147" y="884539"/>
                </a:lnTo>
                <a:lnTo>
                  <a:pt x="2398275" y="855356"/>
                </a:lnTo>
                <a:lnTo>
                  <a:pt x="2463405" y="824160"/>
                </a:lnTo>
                <a:lnTo>
                  <a:pt x="2522187" y="791086"/>
                </a:lnTo>
                <a:lnTo>
                  <a:pt x="2574270" y="756266"/>
                </a:lnTo>
                <a:lnTo>
                  <a:pt x="2619303" y="719833"/>
                </a:lnTo>
                <a:lnTo>
                  <a:pt x="2656935" y="681922"/>
                </a:lnTo>
                <a:lnTo>
                  <a:pt x="2686815" y="642666"/>
                </a:lnTo>
                <a:lnTo>
                  <a:pt x="2708592" y="602198"/>
                </a:lnTo>
                <a:lnTo>
                  <a:pt x="2721916" y="560651"/>
                </a:lnTo>
                <a:lnTo>
                  <a:pt x="2726435" y="518159"/>
                </a:lnTo>
                <a:lnTo>
                  <a:pt x="2721916" y="475666"/>
                </a:lnTo>
                <a:lnTo>
                  <a:pt x="2708592" y="434117"/>
                </a:lnTo>
                <a:lnTo>
                  <a:pt x="2686815" y="393648"/>
                </a:lnTo>
                <a:lnTo>
                  <a:pt x="2656935" y="354391"/>
                </a:lnTo>
                <a:lnTo>
                  <a:pt x="2619303" y="316479"/>
                </a:lnTo>
                <a:lnTo>
                  <a:pt x="2574270" y="280046"/>
                </a:lnTo>
                <a:lnTo>
                  <a:pt x="2522187" y="245226"/>
                </a:lnTo>
                <a:lnTo>
                  <a:pt x="2463405" y="212152"/>
                </a:lnTo>
                <a:lnTo>
                  <a:pt x="2398275" y="180957"/>
                </a:lnTo>
                <a:lnTo>
                  <a:pt x="2327147" y="151775"/>
                </a:lnTo>
                <a:lnTo>
                  <a:pt x="2250373" y="124738"/>
                </a:lnTo>
                <a:lnTo>
                  <a:pt x="2168304" y="99982"/>
                </a:lnTo>
                <a:lnTo>
                  <a:pt x="2081290" y="77638"/>
                </a:lnTo>
                <a:lnTo>
                  <a:pt x="1989682" y="57840"/>
                </a:lnTo>
                <a:lnTo>
                  <a:pt x="1893831" y="40723"/>
                </a:lnTo>
                <a:lnTo>
                  <a:pt x="1794089" y="26418"/>
                </a:lnTo>
                <a:lnTo>
                  <a:pt x="1690805" y="15060"/>
                </a:lnTo>
                <a:lnTo>
                  <a:pt x="1584332" y="6782"/>
                </a:lnTo>
                <a:lnTo>
                  <a:pt x="1475019" y="1717"/>
                </a:lnTo>
                <a:lnTo>
                  <a:pt x="1363217" y="0"/>
                </a:lnTo>
                <a:close/>
              </a:path>
            </a:pathLst>
          </a:custGeom>
          <a:solidFill>
            <a:srgbClr val="CCFFCC"/>
          </a:solidFill>
        </p:spPr>
        <p:txBody>
          <a:bodyPr wrap="square" lIns="0" tIns="0" rIns="0" bIns="0" rtlCol="0"/>
          <a:lstStyle/>
          <a:p>
            <a:endParaRPr/>
          </a:p>
        </p:txBody>
      </p:sp>
      <p:sp>
        <p:nvSpPr>
          <p:cNvPr id="30" name="object 30"/>
          <p:cNvSpPr/>
          <p:nvPr/>
        </p:nvSpPr>
        <p:spPr>
          <a:xfrm>
            <a:off x="6154917" y="5278623"/>
            <a:ext cx="2240280" cy="1109980"/>
          </a:xfrm>
          <a:custGeom>
            <a:avLst/>
            <a:gdLst/>
            <a:ahLst/>
            <a:cxnLst/>
            <a:rect l="l" t="t" r="r" b="b"/>
            <a:pathLst>
              <a:path w="2240279" h="1109979">
                <a:moveTo>
                  <a:pt x="1120139" y="0"/>
                </a:moveTo>
                <a:lnTo>
                  <a:pt x="1028277" y="1839"/>
                </a:lnTo>
                <a:lnTo>
                  <a:pt x="938458" y="7261"/>
                </a:lnTo>
                <a:lnTo>
                  <a:pt x="850971" y="16124"/>
                </a:lnTo>
                <a:lnTo>
                  <a:pt x="766106" y="28285"/>
                </a:lnTo>
                <a:lnTo>
                  <a:pt x="684149" y="43600"/>
                </a:lnTo>
                <a:lnTo>
                  <a:pt x="605390" y="61927"/>
                </a:lnTo>
                <a:lnTo>
                  <a:pt x="530117" y="83123"/>
                </a:lnTo>
                <a:lnTo>
                  <a:pt x="458619" y="107045"/>
                </a:lnTo>
                <a:lnTo>
                  <a:pt x="391183" y="133550"/>
                </a:lnTo>
                <a:lnTo>
                  <a:pt x="328098" y="162496"/>
                </a:lnTo>
                <a:lnTo>
                  <a:pt x="269652" y="193739"/>
                </a:lnTo>
                <a:lnTo>
                  <a:pt x="216134" y="227136"/>
                </a:lnTo>
                <a:lnTo>
                  <a:pt x="167833" y="262546"/>
                </a:lnTo>
                <a:lnTo>
                  <a:pt x="125036" y="299824"/>
                </a:lnTo>
                <a:lnTo>
                  <a:pt x="88032" y="338828"/>
                </a:lnTo>
                <a:lnTo>
                  <a:pt x="57109" y="379415"/>
                </a:lnTo>
                <a:lnTo>
                  <a:pt x="32556" y="421442"/>
                </a:lnTo>
                <a:lnTo>
                  <a:pt x="14661" y="464766"/>
                </a:lnTo>
                <a:lnTo>
                  <a:pt x="3713" y="509245"/>
                </a:lnTo>
                <a:lnTo>
                  <a:pt x="0" y="554735"/>
                </a:lnTo>
                <a:lnTo>
                  <a:pt x="3713" y="600234"/>
                </a:lnTo>
                <a:lnTo>
                  <a:pt x="14661" y="644720"/>
                </a:lnTo>
                <a:lnTo>
                  <a:pt x="32556" y="688049"/>
                </a:lnTo>
                <a:lnTo>
                  <a:pt x="57109" y="730080"/>
                </a:lnTo>
                <a:lnTo>
                  <a:pt x="88032" y="770669"/>
                </a:lnTo>
                <a:lnTo>
                  <a:pt x="125036" y="809674"/>
                </a:lnTo>
                <a:lnTo>
                  <a:pt x="167833" y="846952"/>
                </a:lnTo>
                <a:lnTo>
                  <a:pt x="216134" y="882361"/>
                </a:lnTo>
                <a:lnTo>
                  <a:pt x="269652" y="915757"/>
                </a:lnTo>
                <a:lnTo>
                  <a:pt x="328098" y="946998"/>
                </a:lnTo>
                <a:lnTo>
                  <a:pt x="391183" y="975941"/>
                </a:lnTo>
                <a:lnTo>
                  <a:pt x="458619" y="1002443"/>
                </a:lnTo>
                <a:lnTo>
                  <a:pt x="530117" y="1026362"/>
                </a:lnTo>
                <a:lnTo>
                  <a:pt x="605390" y="1047555"/>
                </a:lnTo>
                <a:lnTo>
                  <a:pt x="684149" y="1065879"/>
                </a:lnTo>
                <a:lnTo>
                  <a:pt x="766106" y="1081192"/>
                </a:lnTo>
                <a:lnTo>
                  <a:pt x="850971" y="1093350"/>
                </a:lnTo>
                <a:lnTo>
                  <a:pt x="938458" y="1102211"/>
                </a:lnTo>
                <a:lnTo>
                  <a:pt x="1028277" y="1107633"/>
                </a:lnTo>
                <a:lnTo>
                  <a:pt x="1120139" y="1109471"/>
                </a:lnTo>
                <a:lnTo>
                  <a:pt x="1212006" y="1107633"/>
                </a:lnTo>
                <a:lnTo>
                  <a:pt x="1301829" y="1102211"/>
                </a:lnTo>
                <a:lnTo>
                  <a:pt x="1389317" y="1093350"/>
                </a:lnTo>
                <a:lnTo>
                  <a:pt x="1474185" y="1081192"/>
                </a:lnTo>
                <a:lnTo>
                  <a:pt x="1556143" y="1065879"/>
                </a:lnTo>
                <a:lnTo>
                  <a:pt x="1634902" y="1047555"/>
                </a:lnTo>
                <a:lnTo>
                  <a:pt x="1710175" y="1026362"/>
                </a:lnTo>
                <a:lnTo>
                  <a:pt x="1781673" y="1002443"/>
                </a:lnTo>
                <a:lnTo>
                  <a:pt x="1849109" y="975941"/>
                </a:lnTo>
                <a:lnTo>
                  <a:pt x="1912193" y="946998"/>
                </a:lnTo>
                <a:lnTo>
                  <a:pt x="1970637" y="915757"/>
                </a:lnTo>
                <a:lnTo>
                  <a:pt x="2024153" y="882361"/>
                </a:lnTo>
                <a:lnTo>
                  <a:pt x="2072453" y="846952"/>
                </a:lnTo>
                <a:lnTo>
                  <a:pt x="2115249" y="809674"/>
                </a:lnTo>
                <a:lnTo>
                  <a:pt x="2152251" y="770669"/>
                </a:lnTo>
                <a:lnTo>
                  <a:pt x="2183173" y="730080"/>
                </a:lnTo>
                <a:lnTo>
                  <a:pt x="2207724" y="688049"/>
                </a:lnTo>
                <a:lnTo>
                  <a:pt x="2225618" y="644720"/>
                </a:lnTo>
                <a:lnTo>
                  <a:pt x="2236566" y="600234"/>
                </a:lnTo>
                <a:lnTo>
                  <a:pt x="2240279" y="554735"/>
                </a:lnTo>
                <a:lnTo>
                  <a:pt x="2236566" y="509245"/>
                </a:lnTo>
                <a:lnTo>
                  <a:pt x="2225618" y="464766"/>
                </a:lnTo>
                <a:lnTo>
                  <a:pt x="2207724" y="421442"/>
                </a:lnTo>
                <a:lnTo>
                  <a:pt x="2183173" y="379415"/>
                </a:lnTo>
                <a:lnTo>
                  <a:pt x="2152251" y="338828"/>
                </a:lnTo>
                <a:lnTo>
                  <a:pt x="2115249" y="299824"/>
                </a:lnTo>
                <a:lnTo>
                  <a:pt x="2072453" y="262546"/>
                </a:lnTo>
                <a:lnTo>
                  <a:pt x="2024153" y="227136"/>
                </a:lnTo>
                <a:lnTo>
                  <a:pt x="1970637" y="193739"/>
                </a:lnTo>
                <a:lnTo>
                  <a:pt x="1912193" y="162496"/>
                </a:lnTo>
                <a:lnTo>
                  <a:pt x="1849109" y="133550"/>
                </a:lnTo>
                <a:lnTo>
                  <a:pt x="1781673" y="107045"/>
                </a:lnTo>
                <a:lnTo>
                  <a:pt x="1710175" y="83123"/>
                </a:lnTo>
                <a:lnTo>
                  <a:pt x="1634902" y="61927"/>
                </a:lnTo>
                <a:lnTo>
                  <a:pt x="1556143" y="43600"/>
                </a:lnTo>
                <a:lnTo>
                  <a:pt x="1474185" y="28285"/>
                </a:lnTo>
                <a:lnTo>
                  <a:pt x="1389317" y="16124"/>
                </a:lnTo>
                <a:lnTo>
                  <a:pt x="1301829" y="7261"/>
                </a:lnTo>
                <a:lnTo>
                  <a:pt x="1212006" y="1839"/>
                </a:lnTo>
                <a:lnTo>
                  <a:pt x="1120139" y="0"/>
                </a:lnTo>
                <a:close/>
              </a:path>
            </a:pathLst>
          </a:custGeom>
          <a:solidFill>
            <a:srgbClr val="65E0C2"/>
          </a:solidFill>
        </p:spPr>
        <p:txBody>
          <a:bodyPr wrap="square" lIns="0" tIns="0" rIns="0" bIns="0" rtlCol="0"/>
          <a:lstStyle/>
          <a:p>
            <a:endParaRPr/>
          </a:p>
        </p:txBody>
      </p:sp>
      <p:sp>
        <p:nvSpPr>
          <p:cNvPr id="31" name="object 31"/>
          <p:cNvSpPr/>
          <p:nvPr/>
        </p:nvSpPr>
        <p:spPr>
          <a:xfrm>
            <a:off x="6180337" y="5304032"/>
            <a:ext cx="2240280" cy="1109980"/>
          </a:xfrm>
          <a:custGeom>
            <a:avLst/>
            <a:gdLst/>
            <a:ahLst/>
            <a:cxnLst/>
            <a:rect l="l" t="t" r="r" b="b"/>
            <a:pathLst>
              <a:path w="2240279" h="1109979">
                <a:moveTo>
                  <a:pt x="1120139" y="0"/>
                </a:moveTo>
                <a:lnTo>
                  <a:pt x="1028272" y="1839"/>
                </a:lnTo>
                <a:lnTo>
                  <a:pt x="938450" y="7261"/>
                </a:lnTo>
                <a:lnTo>
                  <a:pt x="850961" y="16124"/>
                </a:lnTo>
                <a:lnTo>
                  <a:pt x="766094" y="28285"/>
                </a:lnTo>
                <a:lnTo>
                  <a:pt x="684136" y="43600"/>
                </a:lnTo>
                <a:lnTo>
                  <a:pt x="605377" y="61927"/>
                </a:lnTo>
                <a:lnTo>
                  <a:pt x="530104" y="83123"/>
                </a:lnTo>
                <a:lnTo>
                  <a:pt x="458605" y="107045"/>
                </a:lnTo>
                <a:lnTo>
                  <a:pt x="391170" y="133550"/>
                </a:lnTo>
                <a:lnTo>
                  <a:pt x="328086" y="162496"/>
                </a:lnTo>
                <a:lnTo>
                  <a:pt x="269642" y="193739"/>
                </a:lnTo>
                <a:lnTo>
                  <a:pt x="216126" y="227136"/>
                </a:lnTo>
                <a:lnTo>
                  <a:pt x="167826" y="262546"/>
                </a:lnTo>
                <a:lnTo>
                  <a:pt x="125030" y="299824"/>
                </a:lnTo>
                <a:lnTo>
                  <a:pt x="88028" y="338828"/>
                </a:lnTo>
                <a:lnTo>
                  <a:pt x="57106" y="379415"/>
                </a:lnTo>
                <a:lnTo>
                  <a:pt x="32555" y="421442"/>
                </a:lnTo>
                <a:lnTo>
                  <a:pt x="14661" y="464766"/>
                </a:lnTo>
                <a:lnTo>
                  <a:pt x="3713" y="509245"/>
                </a:lnTo>
                <a:lnTo>
                  <a:pt x="0" y="554735"/>
                </a:lnTo>
                <a:lnTo>
                  <a:pt x="3713" y="600233"/>
                </a:lnTo>
                <a:lnTo>
                  <a:pt x="14661" y="644717"/>
                </a:lnTo>
                <a:lnTo>
                  <a:pt x="32555" y="688045"/>
                </a:lnTo>
                <a:lnTo>
                  <a:pt x="57106" y="730075"/>
                </a:lnTo>
                <a:lnTo>
                  <a:pt x="88028" y="770664"/>
                </a:lnTo>
                <a:lnTo>
                  <a:pt x="125030" y="809669"/>
                </a:lnTo>
                <a:lnTo>
                  <a:pt x="167826" y="846947"/>
                </a:lnTo>
                <a:lnTo>
                  <a:pt x="216126" y="882356"/>
                </a:lnTo>
                <a:lnTo>
                  <a:pt x="269642" y="915752"/>
                </a:lnTo>
                <a:lnTo>
                  <a:pt x="328086" y="946993"/>
                </a:lnTo>
                <a:lnTo>
                  <a:pt x="391170" y="975937"/>
                </a:lnTo>
                <a:lnTo>
                  <a:pt x="458605" y="1002440"/>
                </a:lnTo>
                <a:lnTo>
                  <a:pt x="530104" y="1026359"/>
                </a:lnTo>
                <a:lnTo>
                  <a:pt x="605377" y="1047553"/>
                </a:lnTo>
                <a:lnTo>
                  <a:pt x="684136" y="1065878"/>
                </a:lnTo>
                <a:lnTo>
                  <a:pt x="766094" y="1081191"/>
                </a:lnTo>
                <a:lnTo>
                  <a:pt x="850961" y="1093349"/>
                </a:lnTo>
                <a:lnTo>
                  <a:pt x="938450" y="1102211"/>
                </a:lnTo>
                <a:lnTo>
                  <a:pt x="1028272" y="1107633"/>
                </a:lnTo>
                <a:lnTo>
                  <a:pt x="1120139" y="1109471"/>
                </a:lnTo>
                <a:lnTo>
                  <a:pt x="1212006" y="1107633"/>
                </a:lnTo>
                <a:lnTo>
                  <a:pt x="1301829" y="1102211"/>
                </a:lnTo>
                <a:lnTo>
                  <a:pt x="1389317" y="1093349"/>
                </a:lnTo>
                <a:lnTo>
                  <a:pt x="1474185" y="1081191"/>
                </a:lnTo>
                <a:lnTo>
                  <a:pt x="1556143" y="1065878"/>
                </a:lnTo>
                <a:lnTo>
                  <a:pt x="1634902" y="1047553"/>
                </a:lnTo>
                <a:lnTo>
                  <a:pt x="1710175" y="1026359"/>
                </a:lnTo>
                <a:lnTo>
                  <a:pt x="1781673" y="1002440"/>
                </a:lnTo>
                <a:lnTo>
                  <a:pt x="1849109" y="975937"/>
                </a:lnTo>
                <a:lnTo>
                  <a:pt x="1912193" y="946993"/>
                </a:lnTo>
                <a:lnTo>
                  <a:pt x="1970637" y="915752"/>
                </a:lnTo>
                <a:lnTo>
                  <a:pt x="2024153" y="882356"/>
                </a:lnTo>
                <a:lnTo>
                  <a:pt x="2072453" y="846947"/>
                </a:lnTo>
                <a:lnTo>
                  <a:pt x="2115249" y="809669"/>
                </a:lnTo>
                <a:lnTo>
                  <a:pt x="2152251" y="770664"/>
                </a:lnTo>
                <a:lnTo>
                  <a:pt x="2183173" y="730075"/>
                </a:lnTo>
                <a:lnTo>
                  <a:pt x="2207724" y="688045"/>
                </a:lnTo>
                <a:lnTo>
                  <a:pt x="2225618" y="644717"/>
                </a:lnTo>
                <a:lnTo>
                  <a:pt x="2236566" y="600233"/>
                </a:lnTo>
                <a:lnTo>
                  <a:pt x="2240279" y="554735"/>
                </a:lnTo>
                <a:lnTo>
                  <a:pt x="2236566" y="509245"/>
                </a:lnTo>
                <a:lnTo>
                  <a:pt x="2225618" y="464766"/>
                </a:lnTo>
                <a:lnTo>
                  <a:pt x="2207724" y="421442"/>
                </a:lnTo>
                <a:lnTo>
                  <a:pt x="2183173" y="379415"/>
                </a:lnTo>
                <a:lnTo>
                  <a:pt x="2152251" y="338828"/>
                </a:lnTo>
                <a:lnTo>
                  <a:pt x="2115249" y="299824"/>
                </a:lnTo>
                <a:lnTo>
                  <a:pt x="2072453" y="262546"/>
                </a:lnTo>
                <a:lnTo>
                  <a:pt x="2024153" y="227136"/>
                </a:lnTo>
                <a:lnTo>
                  <a:pt x="1970637" y="193739"/>
                </a:lnTo>
                <a:lnTo>
                  <a:pt x="1912193" y="162496"/>
                </a:lnTo>
                <a:lnTo>
                  <a:pt x="1849109" y="133550"/>
                </a:lnTo>
                <a:lnTo>
                  <a:pt x="1781673" y="107045"/>
                </a:lnTo>
                <a:lnTo>
                  <a:pt x="1710175" y="83123"/>
                </a:lnTo>
                <a:lnTo>
                  <a:pt x="1634902" y="61927"/>
                </a:lnTo>
                <a:lnTo>
                  <a:pt x="1556143" y="43600"/>
                </a:lnTo>
                <a:lnTo>
                  <a:pt x="1474185" y="28285"/>
                </a:lnTo>
                <a:lnTo>
                  <a:pt x="1389317" y="16124"/>
                </a:lnTo>
                <a:lnTo>
                  <a:pt x="1301829" y="7261"/>
                </a:lnTo>
                <a:lnTo>
                  <a:pt x="1212006" y="1839"/>
                </a:lnTo>
                <a:lnTo>
                  <a:pt x="1120139" y="0"/>
                </a:lnTo>
                <a:close/>
              </a:path>
            </a:pathLst>
          </a:custGeom>
          <a:solidFill>
            <a:srgbClr val="00795C"/>
          </a:solidFill>
        </p:spPr>
        <p:txBody>
          <a:bodyPr wrap="square" lIns="0" tIns="0" rIns="0" bIns="0" rtlCol="0"/>
          <a:lstStyle/>
          <a:p>
            <a:endParaRPr/>
          </a:p>
        </p:txBody>
      </p:sp>
      <p:sp>
        <p:nvSpPr>
          <p:cNvPr id="32" name="object 32"/>
          <p:cNvSpPr/>
          <p:nvPr/>
        </p:nvSpPr>
        <p:spPr>
          <a:xfrm>
            <a:off x="6167627" y="5291328"/>
            <a:ext cx="2240280" cy="1109980"/>
          </a:xfrm>
          <a:custGeom>
            <a:avLst/>
            <a:gdLst/>
            <a:ahLst/>
            <a:cxnLst/>
            <a:rect l="l" t="t" r="r" b="b"/>
            <a:pathLst>
              <a:path w="2240279" h="1109979">
                <a:moveTo>
                  <a:pt x="1120139" y="0"/>
                </a:moveTo>
                <a:lnTo>
                  <a:pt x="1028272" y="1839"/>
                </a:lnTo>
                <a:lnTo>
                  <a:pt x="938450" y="7261"/>
                </a:lnTo>
                <a:lnTo>
                  <a:pt x="850961" y="16124"/>
                </a:lnTo>
                <a:lnTo>
                  <a:pt x="766094" y="28285"/>
                </a:lnTo>
                <a:lnTo>
                  <a:pt x="684136" y="43600"/>
                </a:lnTo>
                <a:lnTo>
                  <a:pt x="605377" y="61927"/>
                </a:lnTo>
                <a:lnTo>
                  <a:pt x="530104" y="83123"/>
                </a:lnTo>
                <a:lnTo>
                  <a:pt x="458605" y="107045"/>
                </a:lnTo>
                <a:lnTo>
                  <a:pt x="391170" y="133550"/>
                </a:lnTo>
                <a:lnTo>
                  <a:pt x="328086" y="162496"/>
                </a:lnTo>
                <a:lnTo>
                  <a:pt x="269642" y="193739"/>
                </a:lnTo>
                <a:lnTo>
                  <a:pt x="216126" y="227136"/>
                </a:lnTo>
                <a:lnTo>
                  <a:pt x="167826" y="262546"/>
                </a:lnTo>
                <a:lnTo>
                  <a:pt x="125030" y="299824"/>
                </a:lnTo>
                <a:lnTo>
                  <a:pt x="88028" y="338828"/>
                </a:lnTo>
                <a:lnTo>
                  <a:pt x="57106" y="379415"/>
                </a:lnTo>
                <a:lnTo>
                  <a:pt x="32555" y="421442"/>
                </a:lnTo>
                <a:lnTo>
                  <a:pt x="14661" y="464766"/>
                </a:lnTo>
                <a:lnTo>
                  <a:pt x="3713" y="509245"/>
                </a:lnTo>
                <a:lnTo>
                  <a:pt x="0" y="554735"/>
                </a:lnTo>
                <a:lnTo>
                  <a:pt x="3713" y="600233"/>
                </a:lnTo>
                <a:lnTo>
                  <a:pt x="14661" y="644717"/>
                </a:lnTo>
                <a:lnTo>
                  <a:pt x="32555" y="688045"/>
                </a:lnTo>
                <a:lnTo>
                  <a:pt x="57106" y="730075"/>
                </a:lnTo>
                <a:lnTo>
                  <a:pt x="88028" y="770664"/>
                </a:lnTo>
                <a:lnTo>
                  <a:pt x="125030" y="809669"/>
                </a:lnTo>
                <a:lnTo>
                  <a:pt x="167826" y="846947"/>
                </a:lnTo>
                <a:lnTo>
                  <a:pt x="216126" y="882356"/>
                </a:lnTo>
                <a:lnTo>
                  <a:pt x="269642" y="915752"/>
                </a:lnTo>
                <a:lnTo>
                  <a:pt x="328086" y="946993"/>
                </a:lnTo>
                <a:lnTo>
                  <a:pt x="391170" y="975937"/>
                </a:lnTo>
                <a:lnTo>
                  <a:pt x="458605" y="1002440"/>
                </a:lnTo>
                <a:lnTo>
                  <a:pt x="530104" y="1026359"/>
                </a:lnTo>
                <a:lnTo>
                  <a:pt x="605377" y="1047553"/>
                </a:lnTo>
                <a:lnTo>
                  <a:pt x="684136" y="1065878"/>
                </a:lnTo>
                <a:lnTo>
                  <a:pt x="766094" y="1081191"/>
                </a:lnTo>
                <a:lnTo>
                  <a:pt x="850961" y="1093349"/>
                </a:lnTo>
                <a:lnTo>
                  <a:pt x="938450" y="1102211"/>
                </a:lnTo>
                <a:lnTo>
                  <a:pt x="1028272" y="1107633"/>
                </a:lnTo>
                <a:lnTo>
                  <a:pt x="1120139" y="1109471"/>
                </a:lnTo>
                <a:lnTo>
                  <a:pt x="1212006" y="1107633"/>
                </a:lnTo>
                <a:lnTo>
                  <a:pt x="1301829" y="1102211"/>
                </a:lnTo>
                <a:lnTo>
                  <a:pt x="1389317" y="1093349"/>
                </a:lnTo>
                <a:lnTo>
                  <a:pt x="1474185" y="1081191"/>
                </a:lnTo>
                <a:lnTo>
                  <a:pt x="1556143" y="1065878"/>
                </a:lnTo>
                <a:lnTo>
                  <a:pt x="1634902" y="1047553"/>
                </a:lnTo>
                <a:lnTo>
                  <a:pt x="1710175" y="1026359"/>
                </a:lnTo>
                <a:lnTo>
                  <a:pt x="1781673" y="1002440"/>
                </a:lnTo>
                <a:lnTo>
                  <a:pt x="1849109" y="975937"/>
                </a:lnTo>
                <a:lnTo>
                  <a:pt x="1912193" y="946993"/>
                </a:lnTo>
                <a:lnTo>
                  <a:pt x="1970637" y="915752"/>
                </a:lnTo>
                <a:lnTo>
                  <a:pt x="2024153" y="882356"/>
                </a:lnTo>
                <a:lnTo>
                  <a:pt x="2072453" y="846947"/>
                </a:lnTo>
                <a:lnTo>
                  <a:pt x="2115249" y="809669"/>
                </a:lnTo>
                <a:lnTo>
                  <a:pt x="2152251" y="770664"/>
                </a:lnTo>
                <a:lnTo>
                  <a:pt x="2183173" y="730075"/>
                </a:lnTo>
                <a:lnTo>
                  <a:pt x="2207724" y="688045"/>
                </a:lnTo>
                <a:lnTo>
                  <a:pt x="2225618" y="644717"/>
                </a:lnTo>
                <a:lnTo>
                  <a:pt x="2236566" y="600233"/>
                </a:lnTo>
                <a:lnTo>
                  <a:pt x="2240279" y="554735"/>
                </a:lnTo>
                <a:lnTo>
                  <a:pt x="2236566" y="509245"/>
                </a:lnTo>
                <a:lnTo>
                  <a:pt x="2225618" y="464766"/>
                </a:lnTo>
                <a:lnTo>
                  <a:pt x="2207724" y="421442"/>
                </a:lnTo>
                <a:lnTo>
                  <a:pt x="2183173" y="379415"/>
                </a:lnTo>
                <a:lnTo>
                  <a:pt x="2152251" y="338828"/>
                </a:lnTo>
                <a:lnTo>
                  <a:pt x="2115249" y="299824"/>
                </a:lnTo>
                <a:lnTo>
                  <a:pt x="2072453" y="262546"/>
                </a:lnTo>
                <a:lnTo>
                  <a:pt x="2024153" y="227136"/>
                </a:lnTo>
                <a:lnTo>
                  <a:pt x="1970637" y="193739"/>
                </a:lnTo>
                <a:lnTo>
                  <a:pt x="1912193" y="162496"/>
                </a:lnTo>
                <a:lnTo>
                  <a:pt x="1849109" y="133550"/>
                </a:lnTo>
                <a:lnTo>
                  <a:pt x="1781673" y="107045"/>
                </a:lnTo>
                <a:lnTo>
                  <a:pt x="1710175" y="83123"/>
                </a:lnTo>
                <a:lnTo>
                  <a:pt x="1634902" y="61927"/>
                </a:lnTo>
                <a:lnTo>
                  <a:pt x="1556143" y="43600"/>
                </a:lnTo>
                <a:lnTo>
                  <a:pt x="1474185" y="28285"/>
                </a:lnTo>
                <a:lnTo>
                  <a:pt x="1389317" y="16124"/>
                </a:lnTo>
                <a:lnTo>
                  <a:pt x="1301829" y="7261"/>
                </a:lnTo>
                <a:lnTo>
                  <a:pt x="1212006" y="1839"/>
                </a:lnTo>
                <a:lnTo>
                  <a:pt x="1120139" y="0"/>
                </a:lnTo>
                <a:close/>
              </a:path>
            </a:pathLst>
          </a:custGeom>
          <a:solidFill>
            <a:srgbClr val="00CC98"/>
          </a:solidFill>
        </p:spPr>
        <p:txBody>
          <a:bodyPr wrap="square" lIns="0" tIns="0" rIns="0" bIns="0" rtlCol="0"/>
          <a:lstStyle/>
          <a:p>
            <a:endParaRPr/>
          </a:p>
        </p:txBody>
      </p:sp>
      <p:sp>
        <p:nvSpPr>
          <p:cNvPr id="33" name="object 33"/>
          <p:cNvSpPr/>
          <p:nvPr/>
        </p:nvSpPr>
        <p:spPr>
          <a:xfrm>
            <a:off x="5739384" y="3621023"/>
            <a:ext cx="1830705" cy="317500"/>
          </a:xfrm>
          <a:custGeom>
            <a:avLst/>
            <a:gdLst/>
            <a:ahLst/>
            <a:cxnLst/>
            <a:rect l="l" t="t" r="r" b="b"/>
            <a:pathLst>
              <a:path w="1830704" h="317500">
                <a:moveTo>
                  <a:pt x="421629" y="0"/>
                </a:moveTo>
                <a:lnTo>
                  <a:pt x="0" y="158495"/>
                </a:lnTo>
                <a:lnTo>
                  <a:pt x="421629" y="316991"/>
                </a:lnTo>
                <a:lnTo>
                  <a:pt x="421629" y="237743"/>
                </a:lnTo>
                <a:lnTo>
                  <a:pt x="1830323" y="237743"/>
                </a:lnTo>
                <a:lnTo>
                  <a:pt x="1830323" y="79247"/>
                </a:lnTo>
                <a:lnTo>
                  <a:pt x="421629" y="79247"/>
                </a:lnTo>
                <a:lnTo>
                  <a:pt x="421629" y="0"/>
                </a:lnTo>
                <a:close/>
              </a:path>
            </a:pathLst>
          </a:custGeom>
          <a:solidFill>
            <a:srgbClr val="CCFFCC"/>
          </a:solidFill>
        </p:spPr>
        <p:txBody>
          <a:bodyPr wrap="square" lIns="0" tIns="0" rIns="0" bIns="0" rtlCol="0"/>
          <a:lstStyle/>
          <a:p>
            <a:endParaRPr/>
          </a:p>
        </p:txBody>
      </p:sp>
      <p:sp>
        <p:nvSpPr>
          <p:cNvPr id="34" name="object 34"/>
          <p:cNvSpPr/>
          <p:nvPr/>
        </p:nvSpPr>
        <p:spPr>
          <a:xfrm>
            <a:off x="5739384" y="3621023"/>
            <a:ext cx="1830705" cy="317500"/>
          </a:xfrm>
          <a:custGeom>
            <a:avLst/>
            <a:gdLst/>
            <a:ahLst/>
            <a:cxnLst/>
            <a:rect l="l" t="t" r="r" b="b"/>
            <a:pathLst>
              <a:path w="1830704" h="317500">
                <a:moveTo>
                  <a:pt x="421629" y="316991"/>
                </a:moveTo>
                <a:lnTo>
                  <a:pt x="421629" y="237743"/>
                </a:lnTo>
                <a:lnTo>
                  <a:pt x="1830323" y="237743"/>
                </a:lnTo>
                <a:lnTo>
                  <a:pt x="1830323" y="79247"/>
                </a:lnTo>
                <a:lnTo>
                  <a:pt x="421629" y="79247"/>
                </a:lnTo>
                <a:lnTo>
                  <a:pt x="421629" y="0"/>
                </a:lnTo>
                <a:lnTo>
                  <a:pt x="0" y="158495"/>
                </a:lnTo>
                <a:lnTo>
                  <a:pt x="421629" y="316991"/>
                </a:lnTo>
                <a:close/>
              </a:path>
            </a:pathLst>
          </a:custGeom>
          <a:ln w="9143">
            <a:solidFill>
              <a:srgbClr val="000000"/>
            </a:solidFill>
          </a:ln>
        </p:spPr>
        <p:txBody>
          <a:bodyPr wrap="square" lIns="0" tIns="0" rIns="0" bIns="0" rtlCol="0"/>
          <a:lstStyle/>
          <a:p>
            <a:endParaRPr/>
          </a:p>
        </p:txBody>
      </p:sp>
      <p:sp>
        <p:nvSpPr>
          <p:cNvPr id="35" name="object 35"/>
          <p:cNvSpPr/>
          <p:nvPr/>
        </p:nvSpPr>
        <p:spPr>
          <a:xfrm>
            <a:off x="5199003" y="2267396"/>
            <a:ext cx="1007110" cy="944880"/>
          </a:xfrm>
          <a:custGeom>
            <a:avLst/>
            <a:gdLst/>
            <a:ahLst/>
            <a:cxnLst/>
            <a:rect l="l" t="t" r="r" b="b"/>
            <a:pathLst>
              <a:path w="1007110" h="944880">
                <a:moveTo>
                  <a:pt x="361356" y="780142"/>
                </a:moveTo>
                <a:lnTo>
                  <a:pt x="12000" y="905614"/>
                </a:lnTo>
                <a:lnTo>
                  <a:pt x="0" y="944433"/>
                </a:lnTo>
                <a:lnTo>
                  <a:pt x="387614" y="805231"/>
                </a:lnTo>
                <a:lnTo>
                  <a:pt x="361356" y="780142"/>
                </a:lnTo>
                <a:close/>
              </a:path>
              <a:path w="1007110" h="944880">
                <a:moveTo>
                  <a:pt x="980912" y="0"/>
                </a:moveTo>
                <a:lnTo>
                  <a:pt x="295778" y="716351"/>
                </a:lnTo>
                <a:lnTo>
                  <a:pt x="321726" y="741157"/>
                </a:lnTo>
                <a:lnTo>
                  <a:pt x="1006845" y="24821"/>
                </a:lnTo>
                <a:lnTo>
                  <a:pt x="980912" y="0"/>
                </a:lnTo>
                <a:close/>
              </a:path>
            </a:pathLst>
          </a:custGeom>
          <a:solidFill>
            <a:srgbClr val="959595"/>
          </a:solidFill>
        </p:spPr>
        <p:txBody>
          <a:bodyPr wrap="square" lIns="0" tIns="0" rIns="0" bIns="0" rtlCol="0"/>
          <a:lstStyle/>
          <a:p>
            <a:endParaRPr/>
          </a:p>
        </p:txBody>
      </p:sp>
      <p:sp>
        <p:nvSpPr>
          <p:cNvPr id="36" name="object 36"/>
          <p:cNvSpPr/>
          <p:nvPr/>
        </p:nvSpPr>
        <p:spPr>
          <a:xfrm>
            <a:off x="5191627" y="2158227"/>
            <a:ext cx="1021080" cy="1061720"/>
          </a:xfrm>
          <a:custGeom>
            <a:avLst/>
            <a:gdLst/>
            <a:ahLst/>
            <a:cxnLst/>
            <a:rect l="l" t="t" r="r" b="b"/>
            <a:pathLst>
              <a:path w="1021079" h="1061720">
                <a:moveTo>
                  <a:pt x="24983" y="1012769"/>
                </a:moveTo>
                <a:lnTo>
                  <a:pt x="13733" y="1016810"/>
                </a:lnTo>
                <a:lnTo>
                  <a:pt x="0" y="1061222"/>
                </a:lnTo>
                <a:lnTo>
                  <a:pt x="42815" y="1045860"/>
                </a:lnTo>
                <a:lnTo>
                  <a:pt x="14752" y="1045860"/>
                </a:lnTo>
                <a:lnTo>
                  <a:pt x="24983" y="1012769"/>
                </a:lnTo>
                <a:close/>
              </a:path>
              <a:path w="1021079" h="1061720">
                <a:moveTo>
                  <a:pt x="880993" y="0"/>
                </a:moveTo>
                <a:lnTo>
                  <a:pt x="878293" y="2823"/>
                </a:lnTo>
                <a:lnTo>
                  <a:pt x="988832" y="108599"/>
                </a:lnTo>
                <a:lnTo>
                  <a:pt x="985003" y="112602"/>
                </a:lnTo>
                <a:lnTo>
                  <a:pt x="1007485" y="134111"/>
                </a:lnTo>
                <a:lnTo>
                  <a:pt x="325660" y="847035"/>
                </a:lnTo>
                <a:lnTo>
                  <a:pt x="369570" y="889009"/>
                </a:lnTo>
                <a:lnTo>
                  <a:pt x="363721" y="891110"/>
                </a:lnTo>
                <a:lnTo>
                  <a:pt x="386212" y="912632"/>
                </a:lnTo>
                <a:lnTo>
                  <a:pt x="14752" y="1045860"/>
                </a:lnTo>
                <a:lnTo>
                  <a:pt x="42815" y="1045860"/>
                </a:lnTo>
                <a:lnTo>
                  <a:pt x="403859" y="916320"/>
                </a:lnTo>
                <a:lnTo>
                  <a:pt x="335279" y="850666"/>
                </a:lnTo>
                <a:lnTo>
                  <a:pt x="1020958" y="133868"/>
                </a:lnTo>
                <a:lnTo>
                  <a:pt x="880993" y="0"/>
                </a:lnTo>
                <a:close/>
              </a:path>
              <a:path w="1021079" h="1061720">
                <a:moveTo>
                  <a:pt x="126766" y="651266"/>
                </a:moveTo>
                <a:lnTo>
                  <a:pt x="125459" y="655491"/>
                </a:lnTo>
                <a:lnTo>
                  <a:pt x="170200" y="698266"/>
                </a:lnTo>
                <a:lnTo>
                  <a:pt x="172906" y="695437"/>
                </a:lnTo>
                <a:lnTo>
                  <a:pt x="126766" y="651266"/>
                </a:lnTo>
                <a:close/>
              </a:path>
            </a:pathLst>
          </a:custGeom>
          <a:solidFill>
            <a:srgbClr val="959595"/>
          </a:solidFill>
        </p:spPr>
        <p:txBody>
          <a:bodyPr wrap="square" lIns="0" tIns="0" rIns="0" bIns="0" rtlCol="0"/>
          <a:lstStyle/>
          <a:p>
            <a:endParaRPr/>
          </a:p>
        </p:txBody>
      </p:sp>
      <p:sp>
        <p:nvSpPr>
          <p:cNvPr id="37" name="object 37"/>
          <p:cNvSpPr/>
          <p:nvPr/>
        </p:nvSpPr>
        <p:spPr>
          <a:xfrm>
            <a:off x="5173614" y="2139575"/>
            <a:ext cx="1007110" cy="1047115"/>
          </a:xfrm>
          <a:custGeom>
            <a:avLst/>
            <a:gdLst/>
            <a:ahLst/>
            <a:cxnLst/>
            <a:rect l="l" t="t" r="r" b="b"/>
            <a:pathLst>
              <a:path w="1007110" h="1047114">
                <a:moveTo>
                  <a:pt x="121645" y="653277"/>
                </a:moveTo>
                <a:lnTo>
                  <a:pt x="0" y="1046866"/>
                </a:lnTo>
                <a:lnTo>
                  <a:pt x="387583" y="907663"/>
                </a:lnTo>
                <a:lnTo>
                  <a:pt x="321167" y="844174"/>
                </a:lnTo>
                <a:lnTo>
                  <a:pt x="442876" y="716920"/>
                </a:lnTo>
                <a:lnTo>
                  <a:pt x="188213" y="716920"/>
                </a:lnTo>
                <a:lnTo>
                  <a:pt x="121645" y="653277"/>
                </a:lnTo>
                <a:close/>
              </a:path>
              <a:path w="1007110" h="1047114">
                <a:moveTo>
                  <a:pt x="873861" y="0"/>
                </a:moveTo>
                <a:lnTo>
                  <a:pt x="188213" y="716920"/>
                </a:lnTo>
                <a:lnTo>
                  <a:pt x="442876" y="716920"/>
                </a:lnTo>
                <a:lnTo>
                  <a:pt x="1006845" y="127253"/>
                </a:lnTo>
                <a:lnTo>
                  <a:pt x="873861" y="0"/>
                </a:lnTo>
                <a:close/>
              </a:path>
            </a:pathLst>
          </a:custGeom>
          <a:solidFill>
            <a:srgbClr val="98CCFF"/>
          </a:solidFill>
        </p:spPr>
        <p:txBody>
          <a:bodyPr wrap="square" lIns="0" tIns="0" rIns="0" bIns="0" rtlCol="0"/>
          <a:lstStyle/>
          <a:p>
            <a:endParaRPr/>
          </a:p>
        </p:txBody>
      </p:sp>
      <p:sp>
        <p:nvSpPr>
          <p:cNvPr id="38" name="object 38"/>
          <p:cNvSpPr/>
          <p:nvPr/>
        </p:nvSpPr>
        <p:spPr>
          <a:xfrm>
            <a:off x="5173614" y="2139575"/>
            <a:ext cx="1007110" cy="1047115"/>
          </a:xfrm>
          <a:custGeom>
            <a:avLst/>
            <a:gdLst/>
            <a:ahLst/>
            <a:cxnLst/>
            <a:rect l="l" t="t" r="r" b="b"/>
            <a:pathLst>
              <a:path w="1007110" h="1047114">
                <a:moveTo>
                  <a:pt x="387583" y="907663"/>
                </a:moveTo>
                <a:lnTo>
                  <a:pt x="321167" y="844174"/>
                </a:lnTo>
                <a:lnTo>
                  <a:pt x="1006845" y="127253"/>
                </a:lnTo>
                <a:lnTo>
                  <a:pt x="873861" y="0"/>
                </a:lnTo>
                <a:lnTo>
                  <a:pt x="188213" y="716920"/>
                </a:lnTo>
                <a:lnTo>
                  <a:pt x="121645" y="653277"/>
                </a:lnTo>
                <a:lnTo>
                  <a:pt x="0" y="1046866"/>
                </a:lnTo>
                <a:lnTo>
                  <a:pt x="387583" y="907663"/>
                </a:lnTo>
                <a:close/>
              </a:path>
            </a:pathLst>
          </a:custGeom>
          <a:ln w="9524">
            <a:solidFill>
              <a:srgbClr val="000000"/>
            </a:solidFill>
          </a:ln>
        </p:spPr>
        <p:txBody>
          <a:bodyPr wrap="square" lIns="0" tIns="0" rIns="0" bIns="0" rtlCol="0"/>
          <a:lstStyle/>
          <a:p>
            <a:endParaRPr/>
          </a:p>
        </p:txBody>
      </p:sp>
      <p:sp>
        <p:nvSpPr>
          <p:cNvPr id="39" name="object 39"/>
          <p:cNvSpPr/>
          <p:nvPr/>
        </p:nvSpPr>
        <p:spPr>
          <a:xfrm>
            <a:off x="5956797" y="859018"/>
            <a:ext cx="2209800" cy="1104900"/>
          </a:xfrm>
          <a:custGeom>
            <a:avLst/>
            <a:gdLst/>
            <a:ahLst/>
            <a:cxnLst/>
            <a:rect l="l" t="t" r="r" b="b"/>
            <a:pathLst>
              <a:path w="2209800" h="1104900">
                <a:moveTo>
                  <a:pt x="1104899" y="0"/>
                </a:moveTo>
                <a:lnTo>
                  <a:pt x="1014282" y="1831"/>
                </a:lnTo>
                <a:lnTo>
                  <a:pt x="925681" y="7232"/>
                </a:lnTo>
                <a:lnTo>
                  <a:pt x="839382" y="16059"/>
                </a:lnTo>
                <a:lnTo>
                  <a:pt x="755669" y="28170"/>
                </a:lnTo>
                <a:lnTo>
                  <a:pt x="674827" y="43423"/>
                </a:lnTo>
                <a:lnTo>
                  <a:pt x="597139" y="61675"/>
                </a:lnTo>
                <a:lnTo>
                  <a:pt x="522890" y="82785"/>
                </a:lnTo>
                <a:lnTo>
                  <a:pt x="452364" y="106609"/>
                </a:lnTo>
                <a:lnTo>
                  <a:pt x="385846" y="133006"/>
                </a:lnTo>
                <a:lnTo>
                  <a:pt x="323621" y="161833"/>
                </a:lnTo>
                <a:lnTo>
                  <a:pt x="265972" y="192948"/>
                </a:lnTo>
                <a:lnTo>
                  <a:pt x="213184" y="226208"/>
                </a:lnTo>
                <a:lnTo>
                  <a:pt x="165541" y="261472"/>
                </a:lnTo>
                <a:lnTo>
                  <a:pt x="123328" y="298596"/>
                </a:lnTo>
                <a:lnTo>
                  <a:pt x="86829" y="337439"/>
                </a:lnTo>
                <a:lnTo>
                  <a:pt x="56329" y="377858"/>
                </a:lnTo>
                <a:lnTo>
                  <a:pt x="32111" y="419711"/>
                </a:lnTo>
                <a:lnTo>
                  <a:pt x="14461" y="462855"/>
                </a:lnTo>
                <a:lnTo>
                  <a:pt x="3662" y="507149"/>
                </a:lnTo>
                <a:lnTo>
                  <a:pt x="0" y="552449"/>
                </a:lnTo>
                <a:lnTo>
                  <a:pt x="3662" y="597754"/>
                </a:lnTo>
                <a:lnTo>
                  <a:pt x="14461" y="642051"/>
                </a:lnTo>
                <a:lnTo>
                  <a:pt x="32111" y="685198"/>
                </a:lnTo>
                <a:lnTo>
                  <a:pt x="56329" y="727053"/>
                </a:lnTo>
                <a:lnTo>
                  <a:pt x="86829" y="767473"/>
                </a:lnTo>
                <a:lnTo>
                  <a:pt x="123328" y="806316"/>
                </a:lnTo>
                <a:lnTo>
                  <a:pt x="165541" y="843441"/>
                </a:lnTo>
                <a:lnTo>
                  <a:pt x="213184" y="878704"/>
                </a:lnTo>
                <a:lnTo>
                  <a:pt x="265972" y="911964"/>
                </a:lnTo>
                <a:lnTo>
                  <a:pt x="323621" y="943077"/>
                </a:lnTo>
                <a:lnTo>
                  <a:pt x="385846" y="971903"/>
                </a:lnTo>
                <a:lnTo>
                  <a:pt x="452364" y="998298"/>
                </a:lnTo>
                <a:lnTo>
                  <a:pt x="522890" y="1022121"/>
                </a:lnTo>
                <a:lnTo>
                  <a:pt x="597139" y="1043229"/>
                </a:lnTo>
                <a:lnTo>
                  <a:pt x="674827" y="1061480"/>
                </a:lnTo>
                <a:lnTo>
                  <a:pt x="755669" y="1076732"/>
                </a:lnTo>
                <a:lnTo>
                  <a:pt x="839382" y="1088842"/>
                </a:lnTo>
                <a:lnTo>
                  <a:pt x="925681" y="1097668"/>
                </a:lnTo>
                <a:lnTo>
                  <a:pt x="1014282" y="1103068"/>
                </a:lnTo>
                <a:lnTo>
                  <a:pt x="1104899" y="1104899"/>
                </a:lnTo>
                <a:lnTo>
                  <a:pt x="1195521" y="1103068"/>
                </a:lnTo>
                <a:lnTo>
                  <a:pt x="1284125" y="1097668"/>
                </a:lnTo>
                <a:lnTo>
                  <a:pt x="1370426" y="1088842"/>
                </a:lnTo>
                <a:lnTo>
                  <a:pt x="1454141" y="1076732"/>
                </a:lnTo>
                <a:lnTo>
                  <a:pt x="1534985" y="1061480"/>
                </a:lnTo>
                <a:lnTo>
                  <a:pt x="1612674" y="1043229"/>
                </a:lnTo>
                <a:lnTo>
                  <a:pt x="1686923" y="1022121"/>
                </a:lnTo>
                <a:lnTo>
                  <a:pt x="1757448" y="998298"/>
                </a:lnTo>
                <a:lnTo>
                  <a:pt x="1823965" y="971903"/>
                </a:lnTo>
                <a:lnTo>
                  <a:pt x="1886189" y="943077"/>
                </a:lnTo>
                <a:lnTo>
                  <a:pt x="1943837" y="911964"/>
                </a:lnTo>
                <a:lnTo>
                  <a:pt x="1996624" y="878704"/>
                </a:lnTo>
                <a:lnTo>
                  <a:pt x="2044265" y="843441"/>
                </a:lnTo>
                <a:lnTo>
                  <a:pt x="2086476" y="806316"/>
                </a:lnTo>
                <a:lnTo>
                  <a:pt x="2122974" y="767473"/>
                </a:lnTo>
                <a:lnTo>
                  <a:pt x="2153473" y="727053"/>
                </a:lnTo>
                <a:lnTo>
                  <a:pt x="2177689" y="685198"/>
                </a:lnTo>
                <a:lnTo>
                  <a:pt x="2195339" y="642051"/>
                </a:lnTo>
                <a:lnTo>
                  <a:pt x="2206137" y="597754"/>
                </a:lnTo>
                <a:lnTo>
                  <a:pt x="2209799" y="552449"/>
                </a:lnTo>
                <a:lnTo>
                  <a:pt x="2206137" y="507149"/>
                </a:lnTo>
                <a:lnTo>
                  <a:pt x="2195339" y="462855"/>
                </a:lnTo>
                <a:lnTo>
                  <a:pt x="2177689" y="419711"/>
                </a:lnTo>
                <a:lnTo>
                  <a:pt x="2153473" y="377858"/>
                </a:lnTo>
                <a:lnTo>
                  <a:pt x="2122974" y="337439"/>
                </a:lnTo>
                <a:lnTo>
                  <a:pt x="2086476" y="298596"/>
                </a:lnTo>
                <a:lnTo>
                  <a:pt x="2044265" y="261472"/>
                </a:lnTo>
                <a:lnTo>
                  <a:pt x="1996624" y="226208"/>
                </a:lnTo>
                <a:lnTo>
                  <a:pt x="1943837" y="192948"/>
                </a:lnTo>
                <a:lnTo>
                  <a:pt x="1886189" y="161833"/>
                </a:lnTo>
                <a:lnTo>
                  <a:pt x="1823965" y="133006"/>
                </a:lnTo>
                <a:lnTo>
                  <a:pt x="1757448" y="106609"/>
                </a:lnTo>
                <a:lnTo>
                  <a:pt x="1686923" y="82785"/>
                </a:lnTo>
                <a:lnTo>
                  <a:pt x="1612674" y="61675"/>
                </a:lnTo>
                <a:lnTo>
                  <a:pt x="1534985" y="43423"/>
                </a:lnTo>
                <a:lnTo>
                  <a:pt x="1454141" y="28170"/>
                </a:lnTo>
                <a:lnTo>
                  <a:pt x="1370426" y="16059"/>
                </a:lnTo>
                <a:lnTo>
                  <a:pt x="1284125" y="7232"/>
                </a:lnTo>
                <a:lnTo>
                  <a:pt x="1195521" y="1831"/>
                </a:lnTo>
                <a:lnTo>
                  <a:pt x="1104899" y="0"/>
                </a:lnTo>
                <a:close/>
              </a:path>
            </a:pathLst>
          </a:custGeom>
          <a:solidFill>
            <a:srgbClr val="65E0C2"/>
          </a:solidFill>
        </p:spPr>
        <p:txBody>
          <a:bodyPr wrap="square" lIns="0" tIns="0" rIns="0" bIns="0" rtlCol="0"/>
          <a:lstStyle/>
          <a:p>
            <a:endParaRPr/>
          </a:p>
        </p:txBody>
      </p:sp>
      <p:sp>
        <p:nvSpPr>
          <p:cNvPr id="40" name="object 40"/>
          <p:cNvSpPr/>
          <p:nvPr/>
        </p:nvSpPr>
        <p:spPr>
          <a:xfrm>
            <a:off x="5982218" y="884438"/>
            <a:ext cx="2209800" cy="1104900"/>
          </a:xfrm>
          <a:custGeom>
            <a:avLst/>
            <a:gdLst/>
            <a:ahLst/>
            <a:cxnLst/>
            <a:rect l="l" t="t" r="r" b="b"/>
            <a:pathLst>
              <a:path w="2209800" h="1104900">
                <a:moveTo>
                  <a:pt x="1104899" y="0"/>
                </a:moveTo>
                <a:lnTo>
                  <a:pt x="1014278" y="1831"/>
                </a:lnTo>
                <a:lnTo>
                  <a:pt x="925674" y="7231"/>
                </a:lnTo>
                <a:lnTo>
                  <a:pt x="839373" y="16057"/>
                </a:lnTo>
                <a:lnTo>
                  <a:pt x="755658" y="28167"/>
                </a:lnTo>
                <a:lnTo>
                  <a:pt x="674814" y="43419"/>
                </a:lnTo>
                <a:lnTo>
                  <a:pt x="597125" y="61670"/>
                </a:lnTo>
                <a:lnTo>
                  <a:pt x="522876" y="82778"/>
                </a:lnTo>
                <a:lnTo>
                  <a:pt x="452351" y="106600"/>
                </a:lnTo>
                <a:lnTo>
                  <a:pt x="385834" y="132996"/>
                </a:lnTo>
                <a:lnTo>
                  <a:pt x="323609" y="161822"/>
                </a:lnTo>
                <a:lnTo>
                  <a:pt x="265962" y="192935"/>
                </a:lnTo>
                <a:lnTo>
                  <a:pt x="213175" y="226195"/>
                </a:lnTo>
                <a:lnTo>
                  <a:pt x="165534" y="261458"/>
                </a:lnTo>
                <a:lnTo>
                  <a:pt x="123323" y="298583"/>
                </a:lnTo>
                <a:lnTo>
                  <a:pt x="86825" y="337426"/>
                </a:lnTo>
                <a:lnTo>
                  <a:pt x="56326" y="377846"/>
                </a:lnTo>
                <a:lnTo>
                  <a:pt x="32110" y="419701"/>
                </a:lnTo>
                <a:lnTo>
                  <a:pt x="14460" y="462848"/>
                </a:lnTo>
                <a:lnTo>
                  <a:pt x="3662" y="507145"/>
                </a:lnTo>
                <a:lnTo>
                  <a:pt x="0" y="552449"/>
                </a:lnTo>
                <a:lnTo>
                  <a:pt x="3662" y="597750"/>
                </a:lnTo>
                <a:lnTo>
                  <a:pt x="14460" y="642044"/>
                </a:lnTo>
                <a:lnTo>
                  <a:pt x="32110" y="685188"/>
                </a:lnTo>
                <a:lnTo>
                  <a:pt x="56326" y="727041"/>
                </a:lnTo>
                <a:lnTo>
                  <a:pt x="86825" y="767460"/>
                </a:lnTo>
                <a:lnTo>
                  <a:pt x="123323" y="806303"/>
                </a:lnTo>
                <a:lnTo>
                  <a:pt x="165534" y="843427"/>
                </a:lnTo>
                <a:lnTo>
                  <a:pt x="213175" y="878691"/>
                </a:lnTo>
                <a:lnTo>
                  <a:pt x="265962" y="911951"/>
                </a:lnTo>
                <a:lnTo>
                  <a:pt x="323609" y="943066"/>
                </a:lnTo>
                <a:lnTo>
                  <a:pt x="385834" y="971893"/>
                </a:lnTo>
                <a:lnTo>
                  <a:pt x="452351" y="998290"/>
                </a:lnTo>
                <a:lnTo>
                  <a:pt x="522876" y="1022114"/>
                </a:lnTo>
                <a:lnTo>
                  <a:pt x="597125" y="1043224"/>
                </a:lnTo>
                <a:lnTo>
                  <a:pt x="674814" y="1061476"/>
                </a:lnTo>
                <a:lnTo>
                  <a:pt x="755658" y="1076729"/>
                </a:lnTo>
                <a:lnTo>
                  <a:pt x="839373" y="1088840"/>
                </a:lnTo>
                <a:lnTo>
                  <a:pt x="925674" y="1097667"/>
                </a:lnTo>
                <a:lnTo>
                  <a:pt x="1014278" y="1103068"/>
                </a:lnTo>
                <a:lnTo>
                  <a:pt x="1104899" y="1104899"/>
                </a:lnTo>
                <a:lnTo>
                  <a:pt x="1195521" y="1103068"/>
                </a:lnTo>
                <a:lnTo>
                  <a:pt x="1284125" y="1097667"/>
                </a:lnTo>
                <a:lnTo>
                  <a:pt x="1370426" y="1088840"/>
                </a:lnTo>
                <a:lnTo>
                  <a:pt x="1454141" y="1076729"/>
                </a:lnTo>
                <a:lnTo>
                  <a:pt x="1534985" y="1061476"/>
                </a:lnTo>
                <a:lnTo>
                  <a:pt x="1612674" y="1043224"/>
                </a:lnTo>
                <a:lnTo>
                  <a:pt x="1686923" y="1022114"/>
                </a:lnTo>
                <a:lnTo>
                  <a:pt x="1757448" y="998290"/>
                </a:lnTo>
                <a:lnTo>
                  <a:pt x="1823965" y="971893"/>
                </a:lnTo>
                <a:lnTo>
                  <a:pt x="1886189" y="943066"/>
                </a:lnTo>
                <a:lnTo>
                  <a:pt x="1943837" y="911951"/>
                </a:lnTo>
                <a:lnTo>
                  <a:pt x="1996624" y="878691"/>
                </a:lnTo>
                <a:lnTo>
                  <a:pt x="2044265" y="843427"/>
                </a:lnTo>
                <a:lnTo>
                  <a:pt x="2086476" y="806303"/>
                </a:lnTo>
                <a:lnTo>
                  <a:pt x="2122974" y="767460"/>
                </a:lnTo>
                <a:lnTo>
                  <a:pt x="2153473" y="727041"/>
                </a:lnTo>
                <a:lnTo>
                  <a:pt x="2177689" y="685188"/>
                </a:lnTo>
                <a:lnTo>
                  <a:pt x="2195339" y="642044"/>
                </a:lnTo>
                <a:lnTo>
                  <a:pt x="2206137" y="597750"/>
                </a:lnTo>
                <a:lnTo>
                  <a:pt x="2209799" y="552449"/>
                </a:lnTo>
                <a:lnTo>
                  <a:pt x="2206137" y="507145"/>
                </a:lnTo>
                <a:lnTo>
                  <a:pt x="2195339" y="462848"/>
                </a:lnTo>
                <a:lnTo>
                  <a:pt x="2177689" y="419701"/>
                </a:lnTo>
                <a:lnTo>
                  <a:pt x="2153473" y="377846"/>
                </a:lnTo>
                <a:lnTo>
                  <a:pt x="2122974" y="337426"/>
                </a:lnTo>
                <a:lnTo>
                  <a:pt x="2086476" y="298583"/>
                </a:lnTo>
                <a:lnTo>
                  <a:pt x="2044265" y="261458"/>
                </a:lnTo>
                <a:lnTo>
                  <a:pt x="1996624" y="226195"/>
                </a:lnTo>
                <a:lnTo>
                  <a:pt x="1943837" y="192935"/>
                </a:lnTo>
                <a:lnTo>
                  <a:pt x="1886189" y="161822"/>
                </a:lnTo>
                <a:lnTo>
                  <a:pt x="1823965" y="132996"/>
                </a:lnTo>
                <a:lnTo>
                  <a:pt x="1757448" y="106600"/>
                </a:lnTo>
                <a:lnTo>
                  <a:pt x="1686923" y="82778"/>
                </a:lnTo>
                <a:lnTo>
                  <a:pt x="1612674" y="61670"/>
                </a:lnTo>
                <a:lnTo>
                  <a:pt x="1534985" y="43419"/>
                </a:lnTo>
                <a:lnTo>
                  <a:pt x="1454141" y="28167"/>
                </a:lnTo>
                <a:lnTo>
                  <a:pt x="1370426" y="16057"/>
                </a:lnTo>
                <a:lnTo>
                  <a:pt x="1284125" y="7231"/>
                </a:lnTo>
                <a:lnTo>
                  <a:pt x="1195521" y="1831"/>
                </a:lnTo>
                <a:lnTo>
                  <a:pt x="1104899" y="0"/>
                </a:lnTo>
                <a:close/>
              </a:path>
            </a:pathLst>
          </a:custGeom>
          <a:solidFill>
            <a:srgbClr val="00795C"/>
          </a:solidFill>
        </p:spPr>
        <p:txBody>
          <a:bodyPr wrap="square" lIns="0" tIns="0" rIns="0" bIns="0" rtlCol="0"/>
          <a:lstStyle/>
          <a:p>
            <a:endParaRPr/>
          </a:p>
        </p:txBody>
      </p:sp>
      <p:sp>
        <p:nvSpPr>
          <p:cNvPr id="41" name="object 41"/>
          <p:cNvSpPr/>
          <p:nvPr/>
        </p:nvSpPr>
        <p:spPr>
          <a:xfrm>
            <a:off x="5969507" y="871728"/>
            <a:ext cx="2209800" cy="1104900"/>
          </a:xfrm>
          <a:custGeom>
            <a:avLst/>
            <a:gdLst/>
            <a:ahLst/>
            <a:cxnLst/>
            <a:rect l="l" t="t" r="r" b="b"/>
            <a:pathLst>
              <a:path w="2209800" h="1104900">
                <a:moveTo>
                  <a:pt x="1104899" y="0"/>
                </a:moveTo>
                <a:lnTo>
                  <a:pt x="1014278" y="1831"/>
                </a:lnTo>
                <a:lnTo>
                  <a:pt x="925674" y="7232"/>
                </a:lnTo>
                <a:lnTo>
                  <a:pt x="839373" y="16059"/>
                </a:lnTo>
                <a:lnTo>
                  <a:pt x="755658" y="28170"/>
                </a:lnTo>
                <a:lnTo>
                  <a:pt x="674814" y="43423"/>
                </a:lnTo>
                <a:lnTo>
                  <a:pt x="597125" y="61675"/>
                </a:lnTo>
                <a:lnTo>
                  <a:pt x="522876" y="82785"/>
                </a:lnTo>
                <a:lnTo>
                  <a:pt x="452351" y="106609"/>
                </a:lnTo>
                <a:lnTo>
                  <a:pt x="385834" y="133006"/>
                </a:lnTo>
                <a:lnTo>
                  <a:pt x="323609" y="161833"/>
                </a:lnTo>
                <a:lnTo>
                  <a:pt x="265962" y="192948"/>
                </a:lnTo>
                <a:lnTo>
                  <a:pt x="213175" y="226208"/>
                </a:lnTo>
                <a:lnTo>
                  <a:pt x="165534" y="261472"/>
                </a:lnTo>
                <a:lnTo>
                  <a:pt x="123323" y="298596"/>
                </a:lnTo>
                <a:lnTo>
                  <a:pt x="86825" y="337439"/>
                </a:lnTo>
                <a:lnTo>
                  <a:pt x="56326" y="377858"/>
                </a:lnTo>
                <a:lnTo>
                  <a:pt x="32110" y="419711"/>
                </a:lnTo>
                <a:lnTo>
                  <a:pt x="14460" y="462855"/>
                </a:lnTo>
                <a:lnTo>
                  <a:pt x="3662" y="507149"/>
                </a:lnTo>
                <a:lnTo>
                  <a:pt x="0" y="552449"/>
                </a:lnTo>
                <a:lnTo>
                  <a:pt x="3662" y="597750"/>
                </a:lnTo>
                <a:lnTo>
                  <a:pt x="14460" y="642044"/>
                </a:lnTo>
                <a:lnTo>
                  <a:pt x="32110" y="685188"/>
                </a:lnTo>
                <a:lnTo>
                  <a:pt x="56326" y="727041"/>
                </a:lnTo>
                <a:lnTo>
                  <a:pt x="86825" y="767460"/>
                </a:lnTo>
                <a:lnTo>
                  <a:pt x="123323" y="806303"/>
                </a:lnTo>
                <a:lnTo>
                  <a:pt x="165534" y="843427"/>
                </a:lnTo>
                <a:lnTo>
                  <a:pt x="213175" y="878691"/>
                </a:lnTo>
                <a:lnTo>
                  <a:pt x="265962" y="911951"/>
                </a:lnTo>
                <a:lnTo>
                  <a:pt x="323609" y="943066"/>
                </a:lnTo>
                <a:lnTo>
                  <a:pt x="385834" y="971893"/>
                </a:lnTo>
                <a:lnTo>
                  <a:pt x="452351" y="998290"/>
                </a:lnTo>
                <a:lnTo>
                  <a:pt x="522876" y="1022114"/>
                </a:lnTo>
                <a:lnTo>
                  <a:pt x="597125" y="1043224"/>
                </a:lnTo>
                <a:lnTo>
                  <a:pt x="674814" y="1061476"/>
                </a:lnTo>
                <a:lnTo>
                  <a:pt x="755658" y="1076729"/>
                </a:lnTo>
                <a:lnTo>
                  <a:pt x="839373" y="1088840"/>
                </a:lnTo>
                <a:lnTo>
                  <a:pt x="925674" y="1097667"/>
                </a:lnTo>
                <a:lnTo>
                  <a:pt x="1014278" y="1103068"/>
                </a:lnTo>
                <a:lnTo>
                  <a:pt x="1104899" y="1104899"/>
                </a:lnTo>
                <a:lnTo>
                  <a:pt x="1195521" y="1103068"/>
                </a:lnTo>
                <a:lnTo>
                  <a:pt x="1284125" y="1097667"/>
                </a:lnTo>
                <a:lnTo>
                  <a:pt x="1370426" y="1088840"/>
                </a:lnTo>
                <a:lnTo>
                  <a:pt x="1454141" y="1076729"/>
                </a:lnTo>
                <a:lnTo>
                  <a:pt x="1534985" y="1061476"/>
                </a:lnTo>
                <a:lnTo>
                  <a:pt x="1612674" y="1043224"/>
                </a:lnTo>
                <a:lnTo>
                  <a:pt x="1686923" y="1022114"/>
                </a:lnTo>
                <a:lnTo>
                  <a:pt x="1757448" y="998290"/>
                </a:lnTo>
                <a:lnTo>
                  <a:pt x="1823965" y="971893"/>
                </a:lnTo>
                <a:lnTo>
                  <a:pt x="1886189" y="943066"/>
                </a:lnTo>
                <a:lnTo>
                  <a:pt x="1943837" y="911951"/>
                </a:lnTo>
                <a:lnTo>
                  <a:pt x="1996624" y="878691"/>
                </a:lnTo>
                <a:lnTo>
                  <a:pt x="2044265" y="843427"/>
                </a:lnTo>
                <a:lnTo>
                  <a:pt x="2086476" y="806303"/>
                </a:lnTo>
                <a:lnTo>
                  <a:pt x="2122974" y="767460"/>
                </a:lnTo>
                <a:lnTo>
                  <a:pt x="2153473" y="727041"/>
                </a:lnTo>
                <a:lnTo>
                  <a:pt x="2177689" y="685188"/>
                </a:lnTo>
                <a:lnTo>
                  <a:pt x="2195339" y="642044"/>
                </a:lnTo>
                <a:lnTo>
                  <a:pt x="2206137" y="597750"/>
                </a:lnTo>
                <a:lnTo>
                  <a:pt x="2209799" y="552449"/>
                </a:lnTo>
                <a:lnTo>
                  <a:pt x="2206137" y="507149"/>
                </a:lnTo>
                <a:lnTo>
                  <a:pt x="2195339" y="462855"/>
                </a:lnTo>
                <a:lnTo>
                  <a:pt x="2177689" y="419711"/>
                </a:lnTo>
                <a:lnTo>
                  <a:pt x="2153473" y="377858"/>
                </a:lnTo>
                <a:lnTo>
                  <a:pt x="2122974" y="337439"/>
                </a:lnTo>
                <a:lnTo>
                  <a:pt x="2086476" y="298596"/>
                </a:lnTo>
                <a:lnTo>
                  <a:pt x="2044265" y="261472"/>
                </a:lnTo>
                <a:lnTo>
                  <a:pt x="1996624" y="226208"/>
                </a:lnTo>
                <a:lnTo>
                  <a:pt x="1943837" y="192948"/>
                </a:lnTo>
                <a:lnTo>
                  <a:pt x="1886189" y="161833"/>
                </a:lnTo>
                <a:lnTo>
                  <a:pt x="1823965" y="133006"/>
                </a:lnTo>
                <a:lnTo>
                  <a:pt x="1757448" y="106609"/>
                </a:lnTo>
                <a:lnTo>
                  <a:pt x="1686923" y="82785"/>
                </a:lnTo>
                <a:lnTo>
                  <a:pt x="1612674" y="61675"/>
                </a:lnTo>
                <a:lnTo>
                  <a:pt x="1534985" y="43423"/>
                </a:lnTo>
                <a:lnTo>
                  <a:pt x="1454141" y="28170"/>
                </a:lnTo>
                <a:lnTo>
                  <a:pt x="1370426" y="16059"/>
                </a:lnTo>
                <a:lnTo>
                  <a:pt x="1284125" y="7232"/>
                </a:lnTo>
                <a:lnTo>
                  <a:pt x="1195521" y="1831"/>
                </a:lnTo>
                <a:lnTo>
                  <a:pt x="1104899" y="0"/>
                </a:lnTo>
                <a:close/>
              </a:path>
            </a:pathLst>
          </a:custGeom>
          <a:solidFill>
            <a:srgbClr val="00CC98"/>
          </a:solidFill>
        </p:spPr>
        <p:txBody>
          <a:bodyPr wrap="square" lIns="0" tIns="0" rIns="0" bIns="0" rtlCol="0"/>
          <a:lstStyle/>
          <a:p>
            <a:endParaRPr/>
          </a:p>
        </p:txBody>
      </p:sp>
      <p:sp>
        <p:nvSpPr>
          <p:cNvPr id="42" name="object 42"/>
          <p:cNvSpPr/>
          <p:nvPr/>
        </p:nvSpPr>
        <p:spPr>
          <a:xfrm>
            <a:off x="6794997" y="4288023"/>
            <a:ext cx="2743200" cy="990600"/>
          </a:xfrm>
          <a:custGeom>
            <a:avLst/>
            <a:gdLst/>
            <a:ahLst/>
            <a:cxnLst/>
            <a:rect l="l" t="t" r="r" b="b"/>
            <a:pathLst>
              <a:path w="2743200" h="990600">
                <a:moveTo>
                  <a:pt x="1371599" y="0"/>
                </a:moveTo>
                <a:lnTo>
                  <a:pt x="1259102" y="1641"/>
                </a:lnTo>
                <a:lnTo>
                  <a:pt x="1149110" y="6482"/>
                </a:lnTo>
                <a:lnTo>
                  <a:pt x="1041976" y="14394"/>
                </a:lnTo>
                <a:lnTo>
                  <a:pt x="938054" y="25249"/>
                </a:lnTo>
                <a:lnTo>
                  <a:pt x="837696" y="38921"/>
                </a:lnTo>
                <a:lnTo>
                  <a:pt x="741254" y="55282"/>
                </a:lnTo>
                <a:lnTo>
                  <a:pt x="649083" y="74204"/>
                </a:lnTo>
                <a:lnTo>
                  <a:pt x="561535" y="95560"/>
                </a:lnTo>
                <a:lnTo>
                  <a:pt x="478962" y="119223"/>
                </a:lnTo>
                <a:lnTo>
                  <a:pt x="401718" y="145065"/>
                </a:lnTo>
                <a:lnTo>
                  <a:pt x="330156" y="172959"/>
                </a:lnTo>
                <a:lnTo>
                  <a:pt x="264628" y="202777"/>
                </a:lnTo>
                <a:lnTo>
                  <a:pt x="205488" y="234392"/>
                </a:lnTo>
                <a:lnTo>
                  <a:pt x="153088" y="267676"/>
                </a:lnTo>
                <a:lnTo>
                  <a:pt x="107782" y="302502"/>
                </a:lnTo>
                <a:lnTo>
                  <a:pt x="69921" y="338742"/>
                </a:lnTo>
                <a:lnTo>
                  <a:pt x="39860" y="376269"/>
                </a:lnTo>
                <a:lnTo>
                  <a:pt x="17950" y="414956"/>
                </a:lnTo>
                <a:lnTo>
                  <a:pt x="4546" y="454676"/>
                </a:lnTo>
                <a:lnTo>
                  <a:pt x="0" y="495299"/>
                </a:lnTo>
                <a:lnTo>
                  <a:pt x="4546" y="535923"/>
                </a:lnTo>
                <a:lnTo>
                  <a:pt x="17950" y="575642"/>
                </a:lnTo>
                <a:lnTo>
                  <a:pt x="39860" y="614330"/>
                </a:lnTo>
                <a:lnTo>
                  <a:pt x="69921" y="651857"/>
                </a:lnTo>
                <a:lnTo>
                  <a:pt x="107782" y="688097"/>
                </a:lnTo>
                <a:lnTo>
                  <a:pt x="153088" y="722923"/>
                </a:lnTo>
                <a:lnTo>
                  <a:pt x="205488" y="756207"/>
                </a:lnTo>
                <a:lnTo>
                  <a:pt x="264628" y="787822"/>
                </a:lnTo>
                <a:lnTo>
                  <a:pt x="330156" y="817640"/>
                </a:lnTo>
                <a:lnTo>
                  <a:pt x="401718" y="845534"/>
                </a:lnTo>
                <a:lnTo>
                  <a:pt x="478962" y="871376"/>
                </a:lnTo>
                <a:lnTo>
                  <a:pt x="561535" y="895039"/>
                </a:lnTo>
                <a:lnTo>
                  <a:pt x="649083" y="916395"/>
                </a:lnTo>
                <a:lnTo>
                  <a:pt x="741254" y="935317"/>
                </a:lnTo>
                <a:lnTo>
                  <a:pt x="837696" y="951678"/>
                </a:lnTo>
                <a:lnTo>
                  <a:pt x="938054" y="965350"/>
                </a:lnTo>
                <a:lnTo>
                  <a:pt x="1041976" y="976205"/>
                </a:lnTo>
                <a:lnTo>
                  <a:pt x="1149110" y="984117"/>
                </a:lnTo>
                <a:lnTo>
                  <a:pt x="1259102" y="988958"/>
                </a:lnTo>
                <a:lnTo>
                  <a:pt x="1371599" y="990599"/>
                </a:lnTo>
                <a:lnTo>
                  <a:pt x="1484101" y="988958"/>
                </a:lnTo>
                <a:lnTo>
                  <a:pt x="1594096" y="984117"/>
                </a:lnTo>
                <a:lnTo>
                  <a:pt x="1701232" y="976205"/>
                </a:lnTo>
                <a:lnTo>
                  <a:pt x="1805157" y="965350"/>
                </a:lnTo>
                <a:lnTo>
                  <a:pt x="1905516" y="951678"/>
                </a:lnTo>
                <a:lnTo>
                  <a:pt x="2001958" y="935317"/>
                </a:lnTo>
                <a:lnTo>
                  <a:pt x="2094129" y="916395"/>
                </a:lnTo>
                <a:lnTo>
                  <a:pt x="2181677" y="895039"/>
                </a:lnTo>
                <a:lnTo>
                  <a:pt x="2264249" y="871376"/>
                </a:lnTo>
                <a:lnTo>
                  <a:pt x="2341492" y="845534"/>
                </a:lnTo>
                <a:lnTo>
                  <a:pt x="2413053" y="817640"/>
                </a:lnTo>
                <a:lnTo>
                  <a:pt x="2478579" y="787822"/>
                </a:lnTo>
                <a:lnTo>
                  <a:pt x="2537718" y="756207"/>
                </a:lnTo>
                <a:lnTo>
                  <a:pt x="2590117" y="722923"/>
                </a:lnTo>
                <a:lnTo>
                  <a:pt x="2635422" y="688097"/>
                </a:lnTo>
                <a:lnTo>
                  <a:pt x="2673281" y="651857"/>
                </a:lnTo>
                <a:lnTo>
                  <a:pt x="2703341" y="614330"/>
                </a:lnTo>
                <a:lnTo>
                  <a:pt x="2725249" y="575642"/>
                </a:lnTo>
                <a:lnTo>
                  <a:pt x="2738653" y="535923"/>
                </a:lnTo>
                <a:lnTo>
                  <a:pt x="2743199" y="495299"/>
                </a:lnTo>
                <a:lnTo>
                  <a:pt x="2738653" y="454676"/>
                </a:lnTo>
                <a:lnTo>
                  <a:pt x="2725249" y="414956"/>
                </a:lnTo>
                <a:lnTo>
                  <a:pt x="2703341" y="376269"/>
                </a:lnTo>
                <a:lnTo>
                  <a:pt x="2673281" y="338742"/>
                </a:lnTo>
                <a:lnTo>
                  <a:pt x="2635422" y="302502"/>
                </a:lnTo>
                <a:lnTo>
                  <a:pt x="2590117" y="267676"/>
                </a:lnTo>
                <a:lnTo>
                  <a:pt x="2537718" y="234392"/>
                </a:lnTo>
                <a:lnTo>
                  <a:pt x="2478579" y="202777"/>
                </a:lnTo>
                <a:lnTo>
                  <a:pt x="2413053" y="172959"/>
                </a:lnTo>
                <a:lnTo>
                  <a:pt x="2341492" y="145065"/>
                </a:lnTo>
                <a:lnTo>
                  <a:pt x="2264249" y="119223"/>
                </a:lnTo>
                <a:lnTo>
                  <a:pt x="2181677" y="95560"/>
                </a:lnTo>
                <a:lnTo>
                  <a:pt x="2094129" y="74204"/>
                </a:lnTo>
                <a:lnTo>
                  <a:pt x="2001958" y="55282"/>
                </a:lnTo>
                <a:lnTo>
                  <a:pt x="1905516" y="38921"/>
                </a:lnTo>
                <a:lnTo>
                  <a:pt x="1805157" y="25249"/>
                </a:lnTo>
                <a:lnTo>
                  <a:pt x="1701232" y="14394"/>
                </a:lnTo>
                <a:lnTo>
                  <a:pt x="1594096" y="6482"/>
                </a:lnTo>
                <a:lnTo>
                  <a:pt x="1484101" y="1641"/>
                </a:lnTo>
                <a:lnTo>
                  <a:pt x="1371599" y="0"/>
                </a:lnTo>
                <a:close/>
              </a:path>
            </a:pathLst>
          </a:custGeom>
          <a:solidFill>
            <a:srgbClr val="C2E0FF"/>
          </a:solidFill>
        </p:spPr>
        <p:txBody>
          <a:bodyPr wrap="square" lIns="0" tIns="0" rIns="0" bIns="0" rtlCol="0"/>
          <a:lstStyle/>
          <a:p>
            <a:endParaRPr/>
          </a:p>
        </p:txBody>
      </p:sp>
      <p:sp>
        <p:nvSpPr>
          <p:cNvPr id="43" name="object 43"/>
          <p:cNvSpPr/>
          <p:nvPr/>
        </p:nvSpPr>
        <p:spPr>
          <a:xfrm>
            <a:off x="6820418" y="4313432"/>
            <a:ext cx="2743200" cy="990600"/>
          </a:xfrm>
          <a:custGeom>
            <a:avLst/>
            <a:gdLst/>
            <a:ahLst/>
            <a:cxnLst/>
            <a:rect l="l" t="t" r="r" b="b"/>
            <a:pathLst>
              <a:path w="2743200" h="990600">
                <a:moveTo>
                  <a:pt x="1371599" y="0"/>
                </a:moveTo>
                <a:lnTo>
                  <a:pt x="1259102" y="1641"/>
                </a:lnTo>
                <a:lnTo>
                  <a:pt x="1149110" y="6482"/>
                </a:lnTo>
                <a:lnTo>
                  <a:pt x="1041976" y="14394"/>
                </a:lnTo>
                <a:lnTo>
                  <a:pt x="938054" y="25249"/>
                </a:lnTo>
                <a:lnTo>
                  <a:pt x="837696" y="38921"/>
                </a:lnTo>
                <a:lnTo>
                  <a:pt x="741254" y="55282"/>
                </a:lnTo>
                <a:lnTo>
                  <a:pt x="649083" y="74204"/>
                </a:lnTo>
                <a:lnTo>
                  <a:pt x="561535" y="95560"/>
                </a:lnTo>
                <a:lnTo>
                  <a:pt x="478962" y="119223"/>
                </a:lnTo>
                <a:lnTo>
                  <a:pt x="401718" y="145065"/>
                </a:lnTo>
                <a:lnTo>
                  <a:pt x="330156" y="172959"/>
                </a:lnTo>
                <a:lnTo>
                  <a:pt x="264628" y="202777"/>
                </a:lnTo>
                <a:lnTo>
                  <a:pt x="205488" y="234392"/>
                </a:lnTo>
                <a:lnTo>
                  <a:pt x="153088" y="267676"/>
                </a:lnTo>
                <a:lnTo>
                  <a:pt x="107782" y="302502"/>
                </a:lnTo>
                <a:lnTo>
                  <a:pt x="69921" y="338742"/>
                </a:lnTo>
                <a:lnTo>
                  <a:pt x="39860" y="376269"/>
                </a:lnTo>
                <a:lnTo>
                  <a:pt x="17950" y="414956"/>
                </a:lnTo>
                <a:lnTo>
                  <a:pt x="4546" y="454676"/>
                </a:lnTo>
                <a:lnTo>
                  <a:pt x="0" y="495299"/>
                </a:lnTo>
                <a:lnTo>
                  <a:pt x="4546" y="535923"/>
                </a:lnTo>
                <a:lnTo>
                  <a:pt x="17950" y="575642"/>
                </a:lnTo>
                <a:lnTo>
                  <a:pt x="39860" y="614330"/>
                </a:lnTo>
                <a:lnTo>
                  <a:pt x="69921" y="651857"/>
                </a:lnTo>
                <a:lnTo>
                  <a:pt x="107782" y="688097"/>
                </a:lnTo>
                <a:lnTo>
                  <a:pt x="153088" y="722923"/>
                </a:lnTo>
                <a:lnTo>
                  <a:pt x="205488" y="756207"/>
                </a:lnTo>
                <a:lnTo>
                  <a:pt x="264628" y="787822"/>
                </a:lnTo>
                <a:lnTo>
                  <a:pt x="330156" y="817640"/>
                </a:lnTo>
                <a:lnTo>
                  <a:pt x="401718" y="845534"/>
                </a:lnTo>
                <a:lnTo>
                  <a:pt x="478962" y="871376"/>
                </a:lnTo>
                <a:lnTo>
                  <a:pt x="561535" y="895039"/>
                </a:lnTo>
                <a:lnTo>
                  <a:pt x="649083" y="916395"/>
                </a:lnTo>
                <a:lnTo>
                  <a:pt x="741254" y="935317"/>
                </a:lnTo>
                <a:lnTo>
                  <a:pt x="837696" y="951678"/>
                </a:lnTo>
                <a:lnTo>
                  <a:pt x="938054" y="965350"/>
                </a:lnTo>
                <a:lnTo>
                  <a:pt x="1041976" y="976205"/>
                </a:lnTo>
                <a:lnTo>
                  <a:pt x="1149110" y="984117"/>
                </a:lnTo>
                <a:lnTo>
                  <a:pt x="1259102" y="988958"/>
                </a:lnTo>
                <a:lnTo>
                  <a:pt x="1371599" y="990599"/>
                </a:lnTo>
                <a:lnTo>
                  <a:pt x="1484097" y="988958"/>
                </a:lnTo>
                <a:lnTo>
                  <a:pt x="1594089" y="984117"/>
                </a:lnTo>
                <a:lnTo>
                  <a:pt x="1701223" y="976205"/>
                </a:lnTo>
                <a:lnTo>
                  <a:pt x="1805145" y="965350"/>
                </a:lnTo>
                <a:lnTo>
                  <a:pt x="1905503" y="951678"/>
                </a:lnTo>
                <a:lnTo>
                  <a:pt x="2001945" y="935317"/>
                </a:lnTo>
                <a:lnTo>
                  <a:pt x="2094116" y="916395"/>
                </a:lnTo>
                <a:lnTo>
                  <a:pt x="2181664" y="895039"/>
                </a:lnTo>
                <a:lnTo>
                  <a:pt x="2264237" y="871376"/>
                </a:lnTo>
                <a:lnTo>
                  <a:pt x="2341481" y="845534"/>
                </a:lnTo>
                <a:lnTo>
                  <a:pt x="2413043" y="817640"/>
                </a:lnTo>
                <a:lnTo>
                  <a:pt x="2478571" y="787822"/>
                </a:lnTo>
                <a:lnTo>
                  <a:pt x="2537711" y="756207"/>
                </a:lnTo>
                <a:lnTo>
                  <a:pt x="2590111" y="722923"/>
                </a:lnTo>
                <a:lnTo>
                  <a:pt x="2635417" y="688097"/>
                </a:lnTo>
                <a:lnTo>
                  <a:pt x="2673278" y="651857"/>
                </a:lnTo>
                <a:lnTo>
                  <a:pt x="2703339" y="614330"/>
                </a:lnTo>
                <a:lnTo>
                  <a:pt x="2725248" y="575642"/>
                </a:lnTo>
                <a:lnTo>
                  <a:pt x="2738653" y="535923"/>
                </a:lnTo>
                <a:lnTo>
                  <a:pt x="2743199" y="495299"/>
                </a:lnTo>
                <a:lnTo>
                  <a:pt x="2738653" y="454676"/>
                </a:lnTo>
                <a:lnTo>
                  <a:pt x="2725248" y="414956"/>
                </a:lnTo>
                <a:lnTo>
                  <a:pt x="2703339" y="376269"/>
                </a:lnTo>
                <a:lnTo>
                  <a:pt x="2673278" y="338742"/>
                </a:lnTo>
                <a:lnTo>
                  <a:pt x="2635417" y="302502"/>
                </a:lnTo>
                <a:lnTo>
                  <a:pt x="2590111" y="267676"/>
                </a:lnTo>
                <a:lnTo>
                  <a:pt x="2537711" y="234392"/>
                </a:lnTo>
                <a:lnTo>
                  <a:pt x="2478571" y="202777"/>
                </a:lnTo>
                <a:lnTo>
                  <a:pt x="2413043" y="172959"/>
                </a:lnTo>
                <a:lnTo>
                  <a:pt x="2341481" y="145065"/>
                </a:lnTo>
                <a:lnTo>
                  <a:pt x="2264237" y="119223"/>
                </a:lnTo>
                <a:lnTo>
                  <a:pt x="2181664" y="95560"/>
                </a:lnTo>
                <a:lnTo>
                  <a:pt x="2094116" y="74204"/>
                </a:lnTo>
                <a:lnTo>
                  <a:pt x="2001945" y="55282"/>
                </a:lnTo>
                <a:lnTo>
                  <a:pt x="1905503" y="38921"/>
                </a:lnTo>
                <a:lnTo>
                  <a:pt x="1805145" y="25249"/>
                </a:lnTo>
                <a:lnTo>
                  <a:pt x="1701223" y="14394"/>
                </a:lnTo>
                <a:lnTo>
                  <a:pt x="1594089" y="6482"/>
                </a:lnTo>
                <a:lnTo>
                  <a:pt x="1484097" y="1641"/>
                </a:lnTo>
                <a:lnTo>
                  <a:pt x="1371599" y="0"/>
                </a:lnTo>
                <a:close/>
              </a:path>
            </a:pathLst>
          </a:custGeom>
          <a:solidFill>
            <a:srgbClr val="5C7998"/>
          </a:solidFill>
        </p:spPr>
        <p:txBody>
          <a:bodyPr wrap="square" lIns="0" tIns="0" rIns="0" bIns="0" rtlCol="0"/>
          <a:lstStyle/>
          <a:p>
            <a:endParaRPr/>
          </a:p>
        </p:txBody>
      </p:sp>
      <p:sp>
        <p:nvSpPr>
          <p:cNvPr id="44" name="object 44"/>
          <p:cNvSpPr/>
          <p:nvPr/>
        </p:nvSpPr>
        <p:spPr>
          <a:xfrm>
            <a:off x="6807707" y="4300728"/>
            <a:ext cx="2743200" cy="990600"/>
          </a:xfrm>
          <a:custGeom>
            <a:avLst/>
            <a:gdLst/>
            <a:ahLst/>
            <a:cxnLst/>
            <a:rect l="l" t="t" r="r" b="b"/>
            <a:pathLst>
              <a:path w="2743200" h="990600">
                <a:moveTo>
                  <a:pt x="1371599" y="0"/>
                </a:moveTo>
                <a:lnTo>
                  <a:pt x="1259102" y="1641"/>
                </a:lnTo>
                <a:lnTo>
                  <a:pt x="1149110" y="6482"/>
                </a:lnTo>
                <a:lnTo>
                  <a:pt x="1041976" y="14394"/>
                </a:lnTo>
                <a:lnTo>
                  <a:pt x="938054" y="25249"/>
                </a:lnTo>
                <a:lnTo>
                  <a:pt x="837696" y="38921"/>
                </a:lnTo>
                <a:lnTo>
                  <a:pt x="741254" y="55282"/>
                </a:lnTo>
                <a:lnTo>
                  <a:pt x="649083" y="74204"/>
                </a:lnTo>
                <a:lnTo>
                  <a:pt x="561535" y="95560"/>
                </a:lnTo>
                <a:lnTo>
                  <a:pt x="478962" y="119223"/>
                </a:lnTo>
                <a:lnTo>
                  <a:pt x="401718" y="145065"/>
                </a:lnTo>
                <a:lnTo>
                  <a:pt x="330156" y="172959"/>
                </a:lnTo>
                <a:lnTo>
                  <a:pt x="264628" y="202777"/>
                </a:lnTo>
                <a:lnTo>
                  <a:pt x="205488" y="234392"/>
                </a:lnTo>
                <a:lnTo>
                  <a:pt x="153088" y="267676"/>
                </a:lnTo>
                <a:lnTo>
                  <a:pt x="107782" y="302502"/>
                </a:lnTo>
                <a:lnTo>
                  <a:pt x="69921" y="338742"/>
                </a:lnTo>
                <a:lnTo>
                  <a:pt x="39860" y="376269"/>
                </a:lnTo>
                <a:lnTo>
                  <a:pt x="17950" y="414956"/>
                </a:lnTo>
                <a:lnTo>
                  <a:pt x="4546" y="454676"/>
                </a:lnTo>
                <a:lnTo>
                  <a:pt x="0" y="495299"/>
                </a:lnTo>
                <a:lnTo>
                  <a:pt x="4546" y="535923"/>
                </a:lnTo>
                <a:lnTo>
                  <a:pt x="17950" y="575642"/>
                </a:lnTo>
                <a:lnTo>
                  <a:pt x="39860" y="614330"/>
                </a:lnTo>
                <a:lnTo>
                  <a:pt x="69921" y="651857"/>
                </a:lnTo>
                <a:lnTo>
                  <a:pt x="107782" y="688097"/>
                </a:lnTo>
                <a:lnTo>
                  <a:pt x="153088" y="722923"/>
                </a:lnTo>
                <a:lnTo>
                  <a:pt x="205488" y="756207"/>
                </a:lnTo>
                <a:lnTo>
                  <a:pt x="264628" y="787822"/>
                </a:lnTo>
                <a:lnTo>
                  <a:pt x="330156" y="817640"/>
                </a:lnTo>
                <a:lnTo>
                  <a:pt x="401718" y="845534"/>
                </a:lnTo>
                <a:lnTo>
                  <a:pt x="478962" y="871376"/>
                </a:lnTo>
                <a:lnTo>
                  <a:pt x="561535" y="895039"/>
                </a:lnTo>
                <a:lnTo>
                  <a:pt x="649083" y="916395"/>
                </a:lnTo>
                <a:lnTo>
                  <a:pt x="741254" y="935317"/>
                </a:lnTo>
                <a:lnTo>
                  <a:pt x="837696" y="951678"/>
                </a:lnTo>
                <a:lnTo>
                  <a:pt x="938054" y="965350"/>
                </a:lnTo>
                <a:lnTo>
                  <a:pt x="1041976" y="976205"/>
                </a:lnTo>
                <a:lnTo>
                  <a:pt x="1149110" y="984117"/>
                </a:lnTo>
                <a:lnTo>
                  <a:pt x="1259102" y="988958"/>
                </a:lnTo>
                <a:lnTo>
                  <a:pt x="1371599" y="990599"/>
                </a:lnTo>
                <a:lnTo>
                  <a:pt x="1484097" y="988958"/>
                </a:lnTo>
                <a:lnTo>
                  <a:pt x="1594089" y="984117"/>
                </a:lnTo>
                <a:lnTo>
                  <a:pt x="1701223" y="976205"/>
                </a:lnTo>
                <a:lnTo>
                  <a:pt x="1805145" y="965350"/>
                </a:lnTo>
                <a:lnTo>
                  <a:pt x="1905503" y="951678"/>
                </a:lnTo>
                <a:lnTo>
                  <a:pt x="2001945" y="935317"/>
                </a:lnTo>
                <a:lnTo>
                  <a:pt x="2094116" y="916395"/>
                </a:lnTo>
                <a:lnTo>
                  <a:pt x="2181664" y="895039"/>
                </a:lnTo>
                <a:lnTo>
                  <a:pt x="2264237" y="871376"/>
                </a:lnTo>
                <a:lnTo>
                  <a:pt x="2341481" y="845534"/>
                </a:lnTo>
                <a:lnTo>
                  <a:pt x="2413043" y="817640"/>
                </a:lnTo>
                <a:lnTo>
                  <a:pt x="2478571" y="787822"/>
                </a:lnTo>
                <a:lnTo>
                  <a:pt x="2537711" y="756207"/>
                </a:lnTo>
                <a:lnTo>
                  <a:pt x="2590111" y="722923"/>
                </a:lnTo>
                <a:lnTo>
                  <a:pt x="2635417" y="688097"/>
                </a:lnTo>
                <a:lnTo>
                  <a:pt x="2673278" y="651857"/>
                </a:lnTo>
                <a:lnTo>
                  <a:pt x="2703339" y="614330"/>
                </a:lnTo>
                <a:lnTo>
                  <a:pt x="2725248" y="575642"/>
                </a:lnTo>
                <a:lnTo>
                  <a:pt x="2738653" y="535923"/>
                </a:lnTo>
                <a:lnTo>
                  <a:pt x="2743199" y="495299"/>
                </a:lnTo>
                <a:lnTo>
                  <a:pt x="2738653" y="454676"/>
                </a:lnTo>
                <a:lnTo>
                  <a:pt x="2725248" y="414956"/>
                </a:lnTo>
                <a:lnTo>
                  <a:pt x="2703339" y="376269"/>
                </a:lnTo>
                <a:lnTo>
                  <a:pt x="2673278" y="338742"/>
                </a:lnTo>
                <a:lnTo>
                  <a:pt x="2635417" y="302502"/>
                </a:lnTo>
                <a:lnTo>
                  <a:pt x="2590111" y="267676"/>
                </a:lnTo>
                <a:lnTo>
                  <a:pt x="2537711" y="234392"/>
                </a:lnTo>
                <a:lnTo>
                  <a:pt x="2478571" y="202777"/>
                </a:lnTo>
                <a:lnTo>
                  <a:pt x="2413043" y="172959"/>
                </a:lnTo>
                <a:lnTo>
                  <a:pt x="2341481" y="145065"/>
                </a:lnTo>
                <a:lnTo>
                  <a:pt x="2264237" y="119223"/>
                </a:lnTo>
                <a:lnTo>
                  <a:pt x="2181664" y="95560"/>
                </a:lnTo>
                <a:lnTo>
                  <a:pt x="2094116" y="74204"/>
                </a:lnTo>
                <a:lnTo>
                  <a:pt x="2001945" y="55282"/>
                </a:lnTo>
                <a:lnTo>
                  <a:pt x="1905503" y="38921"/>
                </a:lnTo>
                <a:lnTo>
                  <a:pt x="1805145" y="25249"/>
                </a:lnTo>
                <a:lnTo>
                  <a:pt x="1701223" y="14394"/>
                </a:lnTo>
                <a:lnTo>
                  <a:pt x="1594089" y="6482"/>
                </a:lnTo>
                <a:lnTo>
                  <a:pt x="1484097" y="1641"/>
                </a:lnTo>
                <a:lnTo>
                  <a:pt x="1371599" y="0"/>
                </a:lnTo>
                <a:close/>
              </a:path>
            </a:pathLst>
          </a:custGeom>
          <a:solidFill>
            <a:srgbClr val="98CCFF"/>
          </a:solidFill>
        </p:spPr>
        <p:txBody>
          <a:bodyPr wrap="square" lIns="0" tIns="0" rIns="0" bIns="0" rtlCol="0"/>
          <a:lstStyle/>
          <a:p>
            <a:endParaRPr/>
          </a:p>
        </p:txBody>
      </p:sp>
      <p:sp>
        <p:nvSpPr>
          <p:cNvPr id="45" name="object 45"/>
          <p:cNvSpPr txBox="1"/>
          <p:nvPr/>
        </p:nvSpPr>
        <p:spPr>
          <a:xfrm>
            <a:off x="6640191" y="4684322"/>
            <a:ext cx="2160270" cy="1384995"/>
          </a:xfrm>
          <a:prstGeom prst="rect">
            <a:avLst/>
          </a:prstGeom>
        </p:spPr>
        <p:txBody>
          <a:bodyPr vert="horz" wrap="square" lIns="0" tIns="0" rIns="0" bIns="0" rtlCol="0">
            <a:spAutoFit/>
          </a:bodyPr>
          <a:lstStyle/>
          <a:p>
            <a:pPr marL="140970" indent="520700"/>
            <a:r>
              <a:rPr b="1" spc="-10" dirty="0">
                <a:solidFill>
                  <a:srgbClr val="006565"/>
                </a:solidFill>
                <a:latin typeface="Arial"/>
                <a:cs typeface="Arial"/>
              </a:rPr>
              <a:t>Profit</a:t>
            </a:r>
            <a:r>
              <a:rPr b="1" spc="50" dirty="0">
                <a:solidFill>
                  <a:srgbClr val="006565"/>
                </a:solidFill>
                <a:latin typeface="Times New Roman"/>
                <a:cs typeface="Times New Roman"/>
              </a:rPr>
              <a:t> </a:t>
            </a:r>
            <a:r>
              <a:rPr b="1" spc="-10" dirty="0">
                <a:solidFill>
                  <a:srgbClr val="006565"/>
                </a:solidFill>
                <a:latin typeface="Arial"/>
                <a:cs typeface="Arial"/>
              </a:rPr>
              <a:t>sharing</a:t>
            </a:r>
            <a:endParaRPr>
              <a:latin typeface="Arial"/>
              <a:cs typeface="Arial"/>
            </a:endParaRPr>
          </a:p>
          <a:p>
            <a:pPr>
              <a:lnSpc>
                <a:spcPct val="100000"/>
              </a:lnSpc>
            </a:pPr>
            <a:endParaRPr>
              <a:latin typeface="Times New Roman"/>
              <a:cs typeface="Times New Roman"/>
            </a:endParaRPr>
          </a:p>
          <a:p>
            <a:pPr>
              <a:spcBef>
                <a:spcPts val="43"/>
              </a:spcBef>
            </a:pPr>
            <a:endParaRPr>
              <a:latin typeface="Times New Roman"/>
              <a:cs typeface="Times New Roman"/>
            </a:endParaRPr>
          </a:p>
          <a:p>
            <a:pPr marL="12700" marR="829310" indent="128270"/>
            <a:r>
              <a:rPr b="1" spc="-15" dirty="0">
                <a:solidFill>
                  <a:srgbClr val="0079C1"/>
                </a:solidFill>
                <a:latin typeface="Arial"/>
                <a:cs typeface="Arial"/>
              </a:rPr>
              <a:t>Q</a:t>
            </a:r>
            <a:r>
              <a:rPr b="1" spc="-10" dirty="0">
                <a:solidFill>
                  <a:srgbClr val="0079C1"/>
                </a:solidFill>
                <a:latin typeface="Arial"/>
                <a:cs typeface="Arial"/>
              </a:rPr>
              <a:t>u</a:t>
            </a:r>
            <a:r>
              <a:rPr b="1" spc="-15" dirty="0">
                <a:solidFill>
                  <a:srgbClr val="0079C1"/>
                </a:solidFill>
                <a:latin typeface="Arial"/>
                <a:cs typeface="Arial"/>
              </a:rPr>
              <a:t>alit</a:t>
            </a:r>
            <a:r>
              <a:rPr b="1" spc="-10" dirty="0">
                <a:solidFill>
                  <a:srgbClr val="0079C1"/>
                </a:solidFill>
                <a:latin typeface="Arial"/>
                <a:cs typeface="Arial"/>
              </a:rPr>
              <a:t>y</a:t>
            </a:r>
            <a:r>
              <a:rPr b="1" spc="35" dirty="0">
                <a:solidFill>
                  <a:srgbClr val="0079C1"/>
                </a:solidFill>
                <a:latin typeface="Times New Roman"/>
                <a:cs typeface="Times New Roman"/>
              </a:rPr>
              <a:t> </a:t>
            </a:r>
            <a:r>
              <a:rPr b="1" spc="-10" dirty="0">
                <a:solidFill>
                  <a:srgbClr val="0079C1"/>
                </a:solidFill>
                <a:latin typeface="Arial"/>
                <a:cs typeface="Arial"/>
              </a:rPr>
              <a:t>o</a:t>
            </a:r>
            <a:r>
              <a:rPr b="1" dirty="0">
                <a:solidFill>
                  <a:srgbClr val="0079C1"/>
                </a:solidFill>
                <a:latin typeface="Arial"/>
                <a:cs typeface="Arial"/>
              </a:rPr>
              <a:t>f</a:t>
            </a:r>
            <a:r>
              <a:rPr b="1" dirty="0">
                <a:solidFill>
                  <a:srgbClr val="0079C1"/>
                </a:solidFill>
                <a:latin typeface="Times New Roman"/>
                <a:cs typeface="Times New Roman"/>
              </a:rPr>
              <a:t> </a:t>
            </a:r>
            <a:r>
              <a:rPr b="1" spc="-20" dirty="0">
                <a:solidFill>
                  <a:srgbClr val="0079C1"/>
                </a:solidFill>
                <a:latin typeface="Arial"/>
                <a:cs typeface="Arial"/>
              </a:rPr>
              <a:t>co</a:t>
            </a:r>
            <a:r>
              <a:rPr b="1" spc="-10" dirty="0">
                <a:solidFill>
                  <a:srgbClr val="0079C1"/>
                </a:solidFill>
                <a:latin typeface="Arial"/>
                <a:cs typeface="Arial"/>
              </a:rPr>
              <a:t>op</a:t>
            </a:r>
            <a:r>
              <a:rPr b="1" spc="-5" dirty="0">
                <a:solidFill>
                  <a:srgbClr val="0079C1"/>
                </a:solidFill>
                <a:latin typeface="Arial"/>
                <a:cs typeface="Arial"/>
              </a:rPr>
              <a:t>e</a:t>
            </a:r>
            <a:r>
              <a:rPr b="1" spc="-10" dirty="0">
                <a:solidFill>
                  <a:srgbClr val="0079C1"/>
                </a:solidFill>
                <a:latin typeface="Arial"/>
                <a:cs typeface="Arial"/>
              </a:rPr>
              <a:t>r</a:t>
            </a:r>
            <a:r>
              <a:rPr b="1" spc="-15" dirty="0">
                <a:solidFill>
                  <a:srgbClr val="0079C1"/>
                </a:solidFill>
                <a:latin typeface="Arial"/>
                <a:cs typeface="Arial"/>
              </a:rPr>
              <a:t>ati</a:t>
            </a:r>
            <a:r>
              <a:rPr b="1" spc="-10" dirty="0">
                <a:solidFill>
                  <a:srgbClr val="0079C1"/>
                </a:solidFill>
                <a:latin typeface="Arial"/>
                <a:cs typeface="Arial"/>
              </a:rPr>
              <a:t>o</a:t>
            </a:r>
            <a:r>
              <a:rPr b="1" spc="-15" dirty="0">
                <a:solidFill>
                  <a:srgbClr val="0079C1"/>
                </a:solidFill>
                <a:latin typeface="Arial"/>
                <a:cs typeface="Arial"/>
              </a:rPr>
              <a:t>n</a:t>
            </a:r>
            <a:endParaRPr>
              <a:latin typeface="Arial"/>
              <a:cs typeface="Arial"/>
            </a:endParaRPr>
          </a:p>
        </p:txBody>
      </p:sp>
      <p:sp>
        <p:nvSpPr>
          <p:cNvPr id="46" name="object 46"/>
          <p:cNvSpPr txBox="1"/>
          <p:nvPr/>
        </p:nvSpPr>
        <p:spPr>
          <a:xfrm>
            <a:off x="6422162" y="1138651"/>
            <a:ext cx="1705790" cy="553998"/>
          </a:xfrm>
          <a:prstGeom prst="rect">
            <a:avLst/>
          </a:prstGeom>
        </p:spPr>
        <p:txBody>
          <a:bodyPr vert="horz" wrap="square" lIns="0" tIns="0" rIns="0" bIns="0" rtlCol="0">
            <a:spAutoFit/>
          </a:bodyPr>
          <a:lstStyle/>
          <a:p>
            <a:pPr marL="12700"/>
            <a:r>
              <a:rPr lang="en-US" b="1" spc="-55" dirty="0">
                <a:solidFill>
                  <a:srgbClr val="006565"/>
                </a:solidFill>
                <a:latin typeface="Arial"/>
                <a:cs typeface="Arial"/>
              </a:rPr>
              <a:t>Measured</a:t>
            </a:r>
            <a:endParaRPr lang="en-US" b="1" dirty="0">
              <a:solidFill>
                <a:srgbClr val="006565"/>
              </a:solidFill>
              <a:latin typeface="Arial"/>
              <a:cs typeface="Arial"/>
            </a:endParaRPr>
          </a:p>
          <a:p>
            <a:pPr marL="12700"/>
            <a:r>
              <a:rPr lang="en-US" b="1" dirty="0">
                <a:solidFill>
                  <a:srgbClr val="006565"/>
                </a:solidFill>
                <a:latin typeface="Arial"/>
                <a:cs typeface="Arial"/>
              </a:rPr>
              <a:t>Performance</a:t>
            </a:r>
            <a:endParaRPr dirty="0">
              <a:latin typeface="Arial"/>
              <a:cs typeface="Arial"/>
            </a:endParaRPr>
          </a:p>
        </p:txBody>
      </p:sp>
      <p:sp>
        <p:nvSpPr>
          <p:cNvPr id="47" name="object 47"/>
          <p:cNvSpPr/>
          <p:nvPr/>
        </p:nvSpPr>
        <p:spPr>
          <a:xfrm>
            <a:off x="5603870" y="4023742"/>
            <a:ext cx="1123315" cy="587375"/>
          </a:xfrm>
          <a:custGeom>
            <a:avLst/>
            <a:gdLst/>
            <a:ahLst/>
            <a:cxnLst/>
            <a:rect l="l" t="t" r="r" b="b"/>
            <a:pathLst>
              <a:path w="1123314" h="587375">
                <a:moveTo>
                  <a:pt x="614226" y="217931"/>
                </a:moveTo>
                <a:lnTo>
                  <a:pt x="219852" y="217931"/>
                </a:lnTo>
                <a:lnTo>
                  <a:pt x="1059058" y="586871"/>
                </a:lnTo>
                <a:lnTo>
                  <a:pt x="1122944" y="441578"/>
                </a:lnTo>
                <a:lnTo>
                  <a:pt x="614226" y="217931"/>
                </a:lnTo>
                <a:close/>
              </a:path>
              <a:path w="1123314" h="587375">
                <a:moveTo>
                  <a:pt x="315589" y="0"/>
                </a:moveTo>
                <a:lnTo>
                  <a:pt x="0" y="34670"/>
                </a:lnTo>
                <a:lnTo>
                  <a:pt x="187848" y="290571"/>
                </a:lnTo>
                <a:lnTo>
                  <a:pt x="219852" y="217931"/>
                </a:lnTo>
                <a:lnTo>
                  <a:pt x="614226" y="217931"/>
                </a:lnTo>
                <a:lnTo>
                  <a:pt x="283738" y="72639"/>
                </a:lnTo>
                <a:lnTo>
                  <a:pt x="315589" y="0"/>
                </a:lnTo>
                <a:close/>
              </a:path>
            </a:pathLst>
          </a:custGeom>
          <a:solidFill>
            <a:srgbClr val="3265FF"/>
          </a:solidFill>
        </p:spPr>
        <p:txBody>
          <a:bodyPr wrap="square" lIns="0" tIns="0" rIns="0" bIns="0" rtlCol="0"/>
          <a:lstStyle/>
          <a:p>
            <a:endParaRPr/>
          </a:p>
        </p:txBody>
      </p:sp>
      <p:sp>
        <p:nvSpPr>
          <p:cNvPr id="48" name="object 48"/>
          <p:cNvSpPr/>
          <p:nvPr/>
        </p:nvSpPr>
        <p:spPr>
          <a:xfrm>
            <a:off x="5603870" y="4023742"/>
            <a:ext cx="1123315" cy="587375"/>
          </a:xfrm>
          <a:custGeom>
            <a:avLst/>
            <a:gdLst/>
            <a:ahLst/>
            <a:cxnLst/>
            <a:rect l="l" t="t" r="r" b="b"/>
            <a:pathLst>
              <a:path w="1123314" h="587375">
                <a:moveTo>
                  <a:pt x="187848" y="290571"/>
                </a:moveTo>
                <a:lnTo>
                  <a:pt x="219852" y="217931"/>
                </a:lnTo>
                <a:lnTo>
                  <a:pt x="1059058" y="586871"/>
                </a:lnTo>
                <a:lnTo>
                  <a:pt x="1122944" y="441578"/>
                </a:lnTo>
                <a:lnTo>
                  <a:pt x="283738" y="72639"/>
                </a:lnTo>
                <a:lnTo>
                  <a:pt x="315589" y="0"/>
                </a:lnTo>
                <a:lnTo>
                  <a:pt x="0" y="34670"/>
                </a:lnTo>
                <a:lnTo>
                  <a:pt x="187848" y="290571"/>
                </a:lnTo>
                <a:close/>
              </a:path>
            </a:pathLst>
          </a:custGeom>
          <a:ln w="9524">
            <a:solidFill>
              <a:srgbClr val="000000"/>
            </a:solidFill>
          </a:ln>
        </p:spPr>
        <p:txBody>
          <a:bodyPr wrap="square" lIns="0" tIns="0" rIns="0" bIns="0" rtlCol="0"/>
          <a:lstStyle/>
          <a:p>
            <a:endParaRPr/>
          </a:p>
        </p:txBody>
      </p:sp>
      <p:sp>
        <p:nvSpPr>
          <p:cNvPr id="49" name="object 49"/>
          <p:cNvSpPr/>
          <p:nvPr/>
        </p:nvSpPr>
        <p:spPr>
          <a:xfrm>
            <a:off x="6794998" y="2026402"/>
            <a:ext cx="2068195" cy="1042669"/>
          </a:xfrm>
          <a:custGeom>
            <a:avLst/>
            <a:gdLst/>
            <a:ahLst/>
            <a:cxnLst/>
            <a:rect l="l" t="t" r="r" b="b"/>
            <a:pathLst>
              <a:path w="2068195" h="1042669">
                <a:moveTo>
                  <a:pt x="1034033" y="0"/>
                </a:moveTo>
                <a:lnTo>
                  <a:pt x="949224" y="1727"/>
                </a:lnTo>
                <a:lnTo>
                  <a:pt x="866302" y="6820"/>
                </a:lnTo>
                <a:lnTo>
                  <a:pt x="785536" y="15144"/>
                </a:lnTo>
                <a:lnTo>
                  <a:pt x="707190" y="26565"/>
                </a:lnTo>
                <a:lnTo>
                  <a:pt x="631531" y="40950"/>
                </a:lnTo>
                <a:lnTo>
                  <a:pt x="558825" y="58165"/>
                </a:lnTo>
                <a:lnTo>
                  <a:pt x="489339" y="78074"/>
                </a:lnTo>
                <a:lnTo>
                  <a:pt x="423337" y="100545"/>
                </a:lnTo>
                <a:lnTo>
                  <a:pt x="361086" y="125444"/>
                </a:lnTo>
                <a:lnTo>
                  <a:pt x="302853" y="152636"/>
                </a:lnTo>
                <a:lnTo>
                  <a:pt x="248902" y="181987"/>
                </a:lnTo>
                <a:lnTo>
                  <a:pt x="199502" y="213363"/>
                </a:lnTo>
                <a:lnTo>
                  <a:pt x="154916" y="246631"/>
                </a:lnTo>
                <a:lnTo>
                  <a:pt x="115412" y="281656"/>
                </a:lnTo>
                <a:lnTo>
                  <a:pt x="81256" y="318305"/>
                </a:lnTo>
                <a:lnTo>
                  <a:pt x="52713" y="356443"/>
                </a:lnTo>
                <a:lnTo>
                  <a:pt x="30050" y="395936"/>
                </a:lnTo>
                <a:lnTo>
                  <a:pt x="13533" y="436651"/>
                </a:lnTo>
                <a:lnTo>
                  <a:pt x="3427" y="478452"/>
                </a:lnTo>
                <a:lnTo>
                  <a:pt x="0" y="521207"/>
                </a:lnTo>
                <a:lnTo>
                  <a:pt x="3427" y="563963"/>
                </a:lnTo>
                <a:lnTo>
                  <a:pt x="13533" y="605764"/>
                </a:lnTo>
                <a:lnTo>
                  <a:pt x="30050" y="646479"/>
                </a:lnTo>
                <a:lnTo>
                  <a:pt x="52713" y="685972"/>
                </a:lnTo>
                <a:lnTo>
                  <a:pt x="81256" y="724110"/>
                </a:lnTo>
                <a:lnTo>
                  <a:pt x="115412" y="760759"/>
                </a:lnTo>
                <a:lnTo>
                  <a:pt x="154916" y="795784"/>
                </a:lnTo>
                <a:lnTo>
                  <a:pt x="199502" y="829052"/>
                </a:lnTo>
                <a:lnTo>
                  <a:pt x="248902" y="860428"/>
                </a:lnTo>
                <a:lnTo>
                  <a:pt x="302853" y="889779"/>
                </a:lnTo>
                <a:lnTo>
                  <a:pt x="361086" y="916971"/>
                </a:lnTo>
                <a:lnTo>
                  <a:pt x="423337" y="941870"/>
                </a:lnTo>
                <a:lnTo>
                  <a:pt x="489339" y="964341"/>
                </a:lnTo>
                <a:lnTo>
                  <a:pt x="558825" y="984250"/>
                </a:lnTo>
                <a:lnTo>
                  <a:pt x="631531" y="1001465"/>
                </a:lnTo>
                <a:lnTo>
                  <a:pt x="707190" y="1015850"/>
                </a:lnTo>
                <a:lnTo>
                  <a:pt x="785536" y="1027271"/>
                </a:lnTo>
                <a:lnTo>
                  <a:pt x="866302" y="1035595"/>
                </a:lnTo>
                <a:lnTo>
                  <a:pt x="949224" y="1040688"/>
                </a:lnTo>
                <a:lnTo>
                  <a:pt x="1034033" y="1042415"/>
                </a:lnTo>
                <a:lnTo>
                  <a:pt x="1118848" y="1040688"/>
                </a:lnTo>
                <a:lnTo>
                  <a:pt x="1201772" y="1035595"/>
                </a:lnTo>
                <a:lnTo>
                  <a:pt x="1282541" y="1027271"/>
                </a:lnTo>
                <a:lnTo>
                  <a:pt x="1360889" y="1015850"/>
                </a:lnTo>
                <a:lnTo>
                  <a:pt x="1436549" y="1001465"/>
                </a:lnTo>
                <a:lnTo>
                  <a:pt x="1509255" y="984250"/>
                </a:lnTo>
                <a:lnTo>
                  <a:pt x="1578742" y="964341"/>
                </a:lnTo>
                <a:lnTo>
                  <a:pt x="1644743" y="941870"/>
                </a:lnTo>
                <a:lnTo>
                  <a:pt x="1706993" y="916971"/>
                </a:lnTo>
                <a:lnTo>
                  <a:pt x="1765226" y="889779"/>
                </a:lnTo>
                <a:lnTo>
                  <a:pt x="1819175" y="860428"/>
                </a:lnTo>
                <a:lnTo>
                  <a:pt x="1868574" y="829052"/>
                </a:lnTo>
                <a:lnTo>
                  <a:pt x="1913158" y="795784"/>
                </a:lnTo>
                <a:lnTo>
                  <a:pt x="1952660" y="760759"/>
                </a:lnTo>
                <a:lnTo>
                  <a:pt x="1986815" y="724110"/>
                </a:lnTo>
                <a:lnTo>
                  <a:pt x="2015357" y="685972"/>
                </a:lnTo>
                <a:lnTo>
                  <a:pt x="2038019" y="646479"/>
                </a:lnTo>
                <a:lnTo>
                  <a:pt x="2054535" y="605764"/>
                </a:lnTo>
                <a:lnTo>
                  <a:pt x="2064640" y="563963"/>
                </a:lnTo>
                <a:lnTo>
                  <a:pt x="2068067" y="521207"/>
                </a:lnTo>
                <a:lnTo>
                  <a:pt x="2064640" y="478452"/>
                </a:lnTo>
                <a:lnTo>
                  <a:pt x="2054535" y="436651"/>
                </a:lnTo>
                <a:lnTo>
                  <a:pt x="2038019" y="395936"/>
                </a:lnTo>
                <a:lnTo>
                  <a:pt x="2015357" y="356443"/>
                </a:lnTo>
                <a:lnTo>
                  <a:pt x="1986815" y="318305"/>
                </a:lnTo>
                <a:lnTo>
                  <a:pt x="1952660" y="281656"/>
                </a:lnTo>
                <a:lnTo>
                  <a:pt x="1913158" y="246631"/>
                </a:lnTo>
                <a:lnTo>
                  <a:pt x="1868574" y="213363"/>
                </a:lnTo>
                <a:lnTo>
                  <a:pt x="1819175" y="181987"/>
                </a:lnTo>
                <a:lnTo>
                  <a:pt x="1765226" y="152636"/>
                </a:lnTo>
                <a:lnTo>
                  <a:pt x="1706993" y="125444"/>
                </a:lnTo>
                <a:lnTo>
                  <a:pt x="1644743" y="100545"/>
                </a:lnTo>
                <a:lnTo>
                  <a:pt x="1578742" y="78074"/>
                </a:lnTo>
                <a:lnTo>
                  <a:pt x="1509255" y="58165"/>
                </a:lnTo>
                <a:lnTo>
                  <a:pt x="1436549" y="40950"/>
                </a:lnTo>
                <a:lnTo>
                  <a:pt x="1360889" y="26565"/>
                </a:lnTo>
                <a:lnTo>
                  <a:pt x="1282541" y="15144"/>
                </a:lnTo>
                <a:lnTo>
                  <a:pt x="1201772" y="6820"/>
                </a:lnTo>
                <a:lnTo>
                  <a:pt x="1118848" y="1727"/>
                </a:lnTo>
                <a:lnTo>
                  <a:pt x="1034033" y="0"/>
                </a:lnTo>
                <a:close/>
              </a:path>
            </a:pathLst>
          </a:custGeom>
          <a:solidFill>
            <a:srgbClr val="C2E0FF"/>
          </a:solidFill>
        </p:spPr>
        <p:txBody>
          <a:bodyPr wrap="square" lIns="0" tIns="0" rIns="0" bIns="0" rtlCol="0"/>
          <a:lstStyle/>
          <a:p>
            <a:endParaRPr/>
          </a:p>
        </p:txBody>
      </p:sp>
      <p:sp>
        <p:nvSpPr>
          <p:cNvPr id="50" name="object 50"/>
          <p:cNvSpPr/>
          <p:nvPr/>
        </p:nvSpPr>
        <p:spPr>
          <a:xfrm>
            <a:off x="6820419" y="2051823"/>
            <a:ext cx="2068195" cy="1042669"/>
          </a:xfrm>
          <a:custGeom>
            <a:avLst/>
            <a:gdLst/>
            <a:ahLst/>
            <a:cxnLst/>
            <a:rect l="l" t="t" r="r" b="b"/>
            <a:pathLst>
              <a:path w="2068195" h="1042669">
                <a:moveTo>
                  <a:pt x="1034033" y="0"/>
                </a:moveTo>
                <a:lnTo>
                  <a:pt x="949219" y="1727"/>
                </a:lnTo>
                <a:lnTo>
                  <a:pt x="866295" y="6820"/>
                </a:lnTo>
                <a:lnTo>
                  <a:pt x="785526" y="15144"/>
                </a:lnTo>
                <a:lnTo>
                  <a:pt x="707178" y="26565"/>
                </a:lnTo>
                <a:lnTo>
                  <a:pt x="631518" y="40950"/>
                </a:lnTo>
                <a:lnTo>
                  <a:pt x="558812" y="58165"/>
                </a:lnTo>
                <a:lnTo>
                  <a:pt x="489325" y="78074"/>
                </a:lnTo>
                <a:lnTo>
                  <a:pt x="423324" y="100545"/>
                </a:lnTo>
                <a:lnTo>
                  <a:pt x="361074" y="125444"/>
                </a:lnTo>
                <a:lnTo>
                  <a:pt x="302841" y="152636"/>
                </a:lnTo>
                <a:lnTo>
                  <a:pt x="248892" y="181987"/>
                </a:lnTo>
                <a:lnTo>
                  <a:pt x="199493" y="213363"/>
                </a:lnTo>
                <a:lnTo>
                  <a:pt x="154909" y="246631"/>
                </a:lnTo>
                <a:lnTo>
                  <a:pt x="115406" y="281656"/>
                </a:lnTo>
                <a:lnTo>
                  <a:pt x="81252" y="318305"/>
                </a:lnTo>
                <a:lnTo>
                  <a:pt x="52710" y="356443"/>
                </a:lnTo>
                <a:lnTo>
                  <a:pt x="30048" y="395936"/>
                </a:lnTo>
                <a:lnTo>
                  <a:pt x="13532" y="436651"/>
                </a:lnTo>
                <a:lnTo>
                  <a:pt x="3427" y="478452"/>
                </a:lnTo>
                <a:lnTo>
                  <a:pt x="0" y="521207"/>
                </a:lnTo>
                <a:lnTo>
                  <a:pt x="3427" y="563958"/>
                </a:lnTo>
                <a:lnTo>
                  <a:pt x="13532" y="605757"/>
                </a:lnTo>
                <a:lnTo>
                  <a:pt x="30048" y="646469"/>
                </a:lnTo>
                <a:lnTo>
                  <a:pt x="52710" y="685960"/>
                </a:lnTo>
                <a:lnTo>
                  <a:pt x="81252" y="724097"/>
                </a:lnTo>
                <a:lnTo>
                  <a:pt x="115406" y="760745"/>
                </a:lnTo>
                <a:lnTo>
                  <a:pt x="154909" y="795770"/>
                </a:lnTo>
                <a:lnTo>
                  <a:pt x="199493" y="829038"/>
                </a:lnTo>
                <a:lnTo>
                  <a:pt x="248892" y="860416"/>
                </a:lnTo>
                <a:lnTo>
                  <a:pt x="302841" y="889768"/>
                </a:lnTo>
                <a:lnTo>
                  <a:pt x="361074" y="916961"/>
                </a:lnTo>
                <a:lnTo>
                  <a:pt x="423324" y="941861"/>
                </a:lnTo>
                <a:lnTo>
                  <a:pt x="489325" y="964333"/>
                </a:lnTo>
                <a:lnTo>
                  <a:pt x="558812" y="984245"/>
                </a:lnTo>
                <a:lnTo>
                  <a:pt x="631518" y="1001460"/>
                </a:lnTo>
                <a:lnTo>
                  <a:pt x="707178" y="1015847"/>
                </a:lnTo>
                <a:lnTo>
                  <a:pt x="785526" y="1027269"/>
                </a:lnTo>
                <a:lnTo>
                  <a:pt x="866295" y="1035595"/>
                </a:lnTo>
                <a:lnTo>
                  <a:pt x="949219" y="1040688"/>
                </a:lnTo>
                <a:lnTo>
                  <a:pt x="1034033" y="1042415"/>
                </a:lnTo>
                <a:lnTo>
                  <a:pt x="1118843" y="1040688"/>
                </a:lnTo>
                <a:lnTo>
                  <a:pt x="1201765" y="1035595"/>
                </a:lnTo>
                <a:lnTo>
                  <a:pt x="1282531" y="1027269"/>
                </a:lnTo>
                <a:lnTo>
                  <a:pt x="1360877" y="1015847"/>
                </a:lnTo>
                <a:lnTo>
                  <a:pt x="1436536" y="1001460"/>
                </a:lnTo>
                <a:lnTo>
                  <a:pt x="1509242" y="984245"/>
                </a:lnTo>
                <a:lnTo>
                  <a:pt x="1578728" y="964333"/>
                </a:lnTo>
                <a:lnTo>
                  <a:pt x="1644730" y="941861"/>
                </a:lnTo>
                <a:lnTo>
                  <a:pt x="1706981" y="916961"/>
                </a:lnTo>
                <a:lnTo>
                  <a:pt x="1765214" y="889768"/>
                </a:lnTo>
                <a:lnTo>
                  <a:pt x="1819165" y="860416"/>
                </a:lnTo>
                <a:lnTo>
                  <a:pt x="1868565" y="829038"/>
                </a:lnTo>
                <a:lnTo>
                  <a:pt x="1913151" y="795770"/>
                </a:lnTo>
                <a:lnTo>
                  <a:pt x="1952655" y="760745"/>
                </a:lnTo>
                <a:lnTo>
                  <a:pt x="1986811" y="724097"/>
                </a:lnTo>
                <a:lnTo>
                  <a:pt x="2015354" y="685960"/>
                </a:lnTo>
                <a:lnTo>
                  <a:pt x="2038017" y="646469"/>
                </a:lnTo>
                <a:lnTo>
                  <a:pt x="2054534" y="605757"/>
                </a:lnTo>
                <a:lnTo>
                  <a:pt x="2064640" y="563958"/>
                </a:lnTo>
                <a:lnTo>
                  <a:pt x="2068067" y="521207"/>
                </a:lnTo>
                <a:lnTo>
                  <a:pt x="2064640" y="478452"/>
                </a:lnTo>
                <a:lnTo>
                  <a:pt x="2054534" y="436651"/>
                </a:lnTo>
                <a:lnTo>
                  <a:pt x="2038017" y="395936"/>
                </a:lnTo>
                <a:lnTo>
                  <a:pt x="2015354" y="356443"/>
                </a:lnTo>
                <a:lnTo>
                  <a:pt x="1986811" y="318305"/>
                </a:lnTo>
                <a:lnTo>
                  <a:pt x="1952655" y="281656"/>
                </a:lnTo>
                <a:lnTo>
                  <a:pt x="1913151" y="246631"/>
                </a:lnTo>
                <a:lnTo>
                  <a:pt x="1868565" y="213363"/>
                </a:lnTo>
                <a:lnTo>
                  <a:pt x="1819165" y="181987"/>
                </a:lnTo>
                <a:lnTo>
                  <a:pt x="1765214" y="152636"/>
                </a:lnTo>
                <a:lnTo>
                  <a:pt x="1706981" y="125444"/>
                </a:lnTo>
                <a:lnTo>
                  <a:pt x="1644730" y="100545"/>
                </a:lnTo>
                <a:lnTo>
                  <a:pt x="1578728" y="78074"/>
                </a:lnTo>
                <a:lnTo>
                  <a:pt x="1509242" y="58165"/>
                </a:lnTo>
                <a:lnTo>
                  <a:pt x="1436536" y="40950"/>
                </a:lnTo>
                <a:lnTo>
                  <a:pt x="1360877" y="26565"/>
                </a:lnTo>
                <a:lnTo>
                  <a:pt x="1282531" y="15144"/>
                </a:lnTo>
                <a:lnTo>
                  <a:pt x="1201765" y="6820"/>
                </a:lnTo>
                <a:lnTo>
                  <a:pt x="1118843" y="1727"/>
                </a:lnTo>
                <a:lnTo>
                  <a:pt x="1034033" y="0"/>
                </a:lnTo>
                <a:close/>
              </a:path>
            </a:pathLst>
          </a:custGeom>
          <a:solidFill>
            <a:srgbClr val="5C7998"/>
          </a:solidFill>
        </p:spPr>
        <p:txBody>
          <a:bodyPr wrap="square" lIns="0" tIns="0" rIns="0" bIns="0" rtlCol="0"/>
          <a:lstStyle/>
          <a:p>
            <a:endParaRPr/>
          </a:p>
        </p:txBody>
      </p:sp>
      <p:sp>
        <p:nvSpPr>
          <p:cNvPr id="51" name="object 51"/>
          <p:cNvSpPr/>
          <p:nvPr/>
        </p:nvSpPr>
        <p:spPr>
          <a:xfrm>
            <a:off x="6807708" y="2039113"/>
            <a:ext cx="2068195" cy="1042669"/>
          </a:xfrm>
          <a:custGeom>
            <a:avLst/>
            <a:gdLst/>
            <a:ahLst/>
            <a:cxnLst/>
            <a:rect l="l" t="t" r="r" b="b"/>
            <a:pathLst>
              <a:path w="2068195" h="1042669">
                <a:moveTo>
                  <a:pt x="1034033" y="0"/>
                </a:moveTo>
                <a:lnTo>
                  <a:pt x="949224" y="1727"/>
                </a:lnTo>
                <a:lnTo>
                  <a:pt x="866302" y="6820"/>
                </a:lnTo>
                <a:lnTo>
                  <a:pt x="785536" y="15144"/>
                </a:lnTo>
                <a:lnTo>
                  <a:pt x="707190" y="26565"/>
                </a:lnTo>
                <a:lnTo>
                  <a:pt x="631531" y="40950"/>
                </a:lnTo>
                <a:lnTo>
                  <a:pt x="558825" y="58165"/>
                </a:lnTo>
                <a:lnTo>
                  <a:pt x="489339" y="78074"/>
                </a:lnTo>
                <a:lnTo>
                  <a:pt x="423337" y="100545"/>
                </a:lnTo>
                <a:lnTo>
                  <a:pt x="361086" y="125444"/>
                </a:lnTo>
                <a:lnTo>
                  <a:pt x="302853" y="152636"/>
                </a:lnTo>
                <a:lnTo>
                  <a:pt x="248902" y="181987"/>
                </a:lnTo>
                <a:lnTo>
                  <a:pt x="199502" y="213363"/>
                </a:lnTo>
                <a:lnTo>
                  <a:pt x="154916" y="246631"/>
                </a:lnTo>
                <a:lnTo>
                  <a:pt x="115412" y="281656"/>
                </a:lnTo>
                <a:lnTo>
                  <a:pt x="81256" y="318305"/>
                </a:lnTo>
                <a:lnTo>
                  <a:pt x="52713" y="356443"/>
                </a:lnTo>
                <a:lnTo>
                  <a:pt x="30050" y="395936"/>
                </a:lnTo>
                <a:lnTo>
                  <a:pt x="13533" y="436651"/>
                </a:lnTo>
                <a:lnTo>
                  <a:pt x="3427" y="478452"/>
                </a:lnTo>
                <a:lnTo>
                  <a:pt x="0" y="521207"/>
                </a:lnTo>
                <a:lnTo>
                  <a:pt x="3427" y="563963"/>
                </a:lnTo>
                <a:lnTo>
                  <a:pt x="13533" y="605764"/>
                </a:lnTo>
                <a:lnTo>
                  <a:pt x="30050" y="646479"/>
                </a:lnTo>
                <a:lnTo>
                  <a:pt x="52713" y="685972"/>
                </a:lnTo>
                <a:lnTo>
                  <a:pt x="81256" y="724110"/>
                </a:lnTo>
                <a:lnTo>
                  <a:pt x="115412" y="760759"/>
                </a:lnTo>
                <a:lnTo>
                  <a:pt x="154916" y="795784"/>
                </a:lnTo>
                <a:lnTo>
                  <a:pt x="199502" y="829052"/>
                </a:lnTo>
                <a:lnTo>
                  <a:pt x="248902" y="860428"/>
                </a:lnTo>
                <a:lnTo>
                  <a:pt x="302853" y="889779"/>
                </a:lnTo>
                <a:lnTo>
                  <a:pt x="361086" y="916971"/>
                </a:lnTo>
                <a:lnTo>
                  <a:pt x="423337" y="941870"/>
                </a:lnTo>
                <a:lnTo>
                  <a:pt x="489339" y="964341"/>
                </a:lnTo>
                <a:lnTo>
                  <a:pt x="558825" y="984250"/>
                </a:lnTo>
                <a:lnTo>
                  <a:pt x="631531" y="1001465"/>
                </a:lnTo>
                <a:lnTo>
                  <a:pt x="707190" y="1015850"/>
                </a:lnTo>
                <a:lnTo>
                  <a:pt x="785536" y="1027271"/>
                </a:lnTo>
                <a:lnTo>
                  <a:pt x="866302" y="1035595"/>
                </a:lnTo>
                <a:lnTo>
                  <a:pt x="949224" y="1040688"/>
                </a:lnTo>
                <a:lnTo>
                  <a:pt x="1034033" y="1042415"/>
                </a:lnTo>
                <a:lnTo>
                  <a:pt x="1118848" y="1040688"/>
                </a:lnTo>
                <a:lnTo>
                  <a:pt x="1201772" y="1035595"/>
                </a:lnTo>
                <a:lnTo>
                  <a:pt x="1282541" y="1027271"/>
                </a:lnTo>
                <a:lnTo>
                  <a:pt x="1360889" y="1015850"/>
                </a:lnTo>
                <a:lnTo>
                  <a:pt x="1436549" y="1001465"/>
                </a:lnTo>
                <a:lnTo>
                  <a:pt x="1509255" y="984250"/>
                </a:lnTo>
                <a:lnTo>
                  <a:pt x="1578742" y="964341"/>
                </a:lnTo>
                <a:lnTo>
                  <a:pt x="1644743" y="941870"/>
                </a:lnTo>
                <a:lnTo>
                  <a:pt x="1706993" y="916971"/>
                </a:lnTo>
                <a:lnTo>
                  <a:pt x="1765226" y="889779"/>
                </a:lnTo>
                <a:lnTo>
                  <a:pt x="1819175" y="860428"/>
                </a:lnTo>
                <a:lnTo>
                  <a:pt x="1868574" y="829052"/>
                </a:lnTo>
                <a:lnTo>
                  <a:pt x="1913158" y="795784"/>
                </a:lnTo>
                <a:lnTo>
                  <a:pt x="1952660" y="760759"/>
                </a:lnTo>
                <a:lnTo>
                  <a:pt x="1986815" y="724110"/>
                </a:lnTo>
                <a:lnTo>
                  <a:pt x="2015357" y="685972"/>
                </a:lnTo>
                <a:lnTo>
                  <a:pt x="2038019" y="646479"/>
                </a:lnTo>
                <a:lnTo>
                  <a:pt x="2054535" y="605764"/>
                </a:lnTo>
                <a:lnTo>
                  <a:pt x="2064640" y="563963"/>
                </a:lnTo>
                <a:lnTo>
                  <a:pt x="2068067" y="521207"/>
                </a:lnTo>
                <a:lnTo>
                  <a:pt x="2064640" y="478452"/>
                </a:lnTo>
                <a:lnTo>
                  <a:pt x="2054535" y="436651"/>
                </a:lnTo>
                <a:lnTo>
                  <a:pt x="2038019" y="395936"/>
                </a:lnTo>
                <a:lnTo>
                  <a:pt x="2015357" y="356443"/>
                </a:lnTo>
                <a:lnTo>
                  <a:pt x="1986815" y="318305"/>
                </a:lnTo>
                <a:lnTo>
                  <a:pt x="1952660" y="281656"/>
                </a:lnTo>
                <a:lnTo>
                  <a:pt x="1913158" y="246631"/>
                </a:lnTo>
                <a:lnTo>
                  <a:pt x="1868574" y="213363"/>
                </a:lnTo>
                <a:lnTo>
                  <a:pt x="1819175" y="181987"/>
                </a:lnTo>
                <a:lnTo>
                  <a:pt x="1765226" y="152636"/>
                </a:lnTo>
                <a:lnTo>
                  <a:pt x="1706993" y="125444"/>
                </a:lnTo>
                <a:lnTo>
                  <a:pt x="1644743" y="100545"/>
                </a:lnTo>
                <a:lnTo>
                  <a:pt x="1578742" y="78074"/>
                </a:lnTo>
                <a:lnTo>
                  <a:pt x="1509255" y="58165"/>
                </a:lnTo>
                <a:lnTo>
                  <a:pt x="1436549" y="40950"/>
                </a:lnTo>
                <a:lnTo>
                  <a:pt x="1360889" y="26565"/>
                </a:lnTo>
                <a:lnTo>
                  <a:pt x="1282541" y="15144"/>
                </a:lnTo>
                <a:lnTo>
                  <a:pt x="1201772" y="6820"/>
                </a:lnTo>
                <a:lnTo>
                  <a:pt x="1118848" y="1727"/>
                </a:lnTo>
                <a:lnTo>
                  <a:pt x="1034033" y="0"/>
                </a:lnTo>
                <a:close/>
              </a:path>
            </a:pathLst>
          </a:custGeom>
          <a:solidFill>
            <a:srgbClr val="98CCFF"/>
          </a:solidFill>
        </p:spPr>
        <p:txBody>
          <a:bodyPr wrap="square" lIns="0" tIns="0" rIns="0" bIns="0" rtlCol="0"/>
          <a:lstStyle/>
          <a:p>
            <a:endParaRPr/>
          </a:p>
        </p:txBody>
      </p:sp>
      <p:sp>
        <p:nvSpPr>
          <p:cNvPr id="52" name="object 52"/>
          <p:cNvSpPr txBox="1"/>
          <p:nvPr/>
        </p:nvSpPr>
        <p:spPr>
          <a:xfrm>
            <a:off x="7193031" y="2182801"/>
            <a:ext cx="2870835" cy="1736089"/>
          </a:xfrm>
          <a:prstGeom prst="rect">
            <a:avLst/>
          </a:prstGeom>
        </p:spPr>
        <p:txBody>
          <a:bodyPr vert="horz" wrap="square" lIns="0" tIns="0" rIns="0" bIns="0" rtlCol="0">
            <a:spAutoFit/>
          </a:bodyPr>
          <a:lstStyle/>
          <a:p>
            <a:pPr marL="12700" marR="1452880" indent="-66040" algn="ctr">
              <a:lnSpc>
                <a:spcPct val="80100"/>
              </a:lnSpc>
            </a:pPr>
            <a:r>
              <a:rPr b="1" spc="-15" dirty="0">
                <a:solidFill>
                  <a:srgbClr val="3232CC"/>
                </a:solidFill>
                <a:latin typeface="Arial"/>
                <a:cs typeface="Arial"/>
              </a:rPr>
              <a:t>Empl</a:t>
            </a:r>
            <a:r>
              <a:rPr b="1" spc="-10" dirty="0">
                <a:solidFill>
                  <a:srgbClr val="3232CC"/>
                </a:solidFill>
                <a:latin typeface="Arial"/>
                <a:cs typeface="Arial"/>
              </a:rPr>
              <a:t>o</a:t>
            </a:r>
            <a:r>
              <a:rPr b="1" spc="-20" dirty="0">
                <a:solidFill>
                  <a:srgbClr val="3232CC"/>
                </a:solidFill>
                <a:latin typeface="Arial"/>
                <a:cs typeface="Arial"/>
              </a:rPr>
              <a:t>y</a:t>
            </a:r>
            <a:r>
              <a:rPr b="1" spc="-5" dirty="0">
                <a:solidFill>
                  <a:srgbClr val="3232CC"/>
                </a:solidFill>
                <a:latin typeface="Arial"/>
                <a:cs typeface="Arial"/>
              </a:rPr>
              <a:t>ee</a:t>
            </a:r>
            <a:r>
              <a:rPr b="1" spc="-5" dirty="0">
                <a:solidFill>
                  <a:srgbClr val="3232CC"/>
                </a:solidFill>
                <a:latin typeface="Times New Roman"/>
                <a:cs typeface="Times New Roman"/>
              </a:rPr>
              <a:t> </a:t>
            </a:r>
            <a:r>
              <a:rPr b="1" spc="-5" dirty="0">
                <a:solidFill>
                  <a:srgbClr val="3232CC"/>
                </a:solidFill>
                <a:latin typeface="Arial"/>
                <a:cs typeface="Arial"/>
              </a:rPr>
              <a:t>e</a:t>
            </a:r>
            <a:r>
              <a:rPr b="1" spc="-50" dirty="0">
                <a:solidFill>
                  <a:srgbClr val="3232CC"/>
                </a:solidFill>
                <a:latin typeface="Arial"/>
                <a:cs typeface="Arial"/>
              </a:rPr>
              <a:t>v</a:t>
            </a:r>
            <a:r>
              <a:rPr b="1" spc="-15" dirty="0">
                <a:solidFill>
                  <a:srgbClr val="3232CC"/>
                </a:solidFill>
                <a:latin typeface="Arial"/>
                <a:cs typeface="Arial"/>
              </a:rPr>
              <a:t>aluati</a:t>
            </a:r>
            <a:r>
              <a:rPr b="1" spc="-10" dirty="0">
                <a:solidFill>
                  <a:srgbClr val="3232CC"/>
                </a:solidFill>
                <a:latin typeface="Arial"/>
                <a:cs typeface="Arial"/>
              </a:rPr>
              <a:t>o</a:t>
            </a:r>
            <a:r>
              <a:rPr b="1" spc="-15" dirty="0">
                <a:solidFill>
                  <a:srgbClr val="3232CC"/>
                </a:solidFill>
                <a:latin typeface="Arial"/>
                <a:cs typeface="Arial"/>
              </a:rPr>
              <a:t>n</a:t>
            </a:r>
            <a:r>
              <a:rPr b="1" spc="-5" dirty="0">
                <a:solidFill>
                  <a:srgbClr val="3232CC"/>
                </a:solidFill>
                <a:latin typeface="Times New Roman"/>
                <a:cs typeface="Times New Roman"/>
              </a:rPr>
              <a:t> </a:t>
            </a:r>
            <a:r>
              <a:rPr b="1" spc="-15" dirty="0">
                <a:solidFill>
                  <a:srgbClr val="3232CC"/>
                </a:solidFill>
                <a:latin typeface="Arial"/>
                <a:cs typeface="Arial"/>
              </a:rPr>
              <a:t>by</a:t>
            </a:r>
            <a:r>
              <a:rPr b="1" spc="50" dirty="0">
                <a:solidFill>
                  <a:srgbClr val="3232CC"/>
                </a:solidFill>
                <a:latin typeface="Times New Roman"/>
                <a:cs typeface="Times New Roman"/>
              </a:rPr>
              <a:t> </a:t>
            </a:r>
            <a:r>
              <a:rPr lang="en-US" b="1" dirty="0">
                <a:solidFill>
                  <a:srgbClr val="3232CC"/>
                </a:solidFill>
                <a:latin typeface="Arial"/>
                <a:cs typeface="Arial"/>
              </a:rPr>
              <a:t>Others</a:t>
            </a:r>
            <a:endParaRPr dirty="0">
              <a:latin typeface="Arial"/>
              <a:cs typeface="Arial"/>
            </a:endParaRPr>
          </a:p>
          <a:p>
            <a:pPr>
              <a:lnSpc>
                <a:spcPct val="100000"/>
              </a:lnSpc>
            </a:pPr>
            <a:endParaRPr dirty="0">
              <a:latin typeface="Times New Roman"/>
              <a:cs typeface="Times New Roman"/>
            </a:endParaRPr>
          </a:p>
          <a:p>
            <a:pPr>
              <a:spcBef>
                <a:spcPts val="23"/>
              </a:spcBef>
            </a:pPr>
            <a:endParaRPr sz="2300" dirty="0">
              <a:latin typeface="Times New Roman"/>
              <a:cs typeface="Times New Roman"/>
            </a:endParaRPr>
          </a:p>
          <a:p>
            <a:pPr marL="631825" marR="5080" indent="274320">
              <a:lnSpc>
                <a:spcPts val="1730"/>
              </a:lnSpc>
            </a:pPr>
            <a:r>
              <a:rPr b="1" spc="-5" dirty="0">
                <a:solidFill>
                  <a:srgbClr val="3232CC"/>
                </a:solidFill>
                <a:latin typeface="Arial"/>
                <a:cs typeface="Arial"/>
              </a:rPr>
              <a:t>Co</a:t>
            </a:r>
            <a:r>
              <a:rPr b="1" spc="-40" dirty="0">
                <a:solidFill>
                  <a:srgbClr val="3232CC"/>
                </a:solidFill>
                <a:latin typeface="Arial"/>
                <a:cs typeface="Arial"/>
              </a:rPr>
              <a:t>v</a:t>
            </a:r>
            <a:r>
              <a:rPr b="1" spc="-5" dirty="0">
                <a:solidFill>
                  <a:srgbClr val="3232CC"/>
                </a:solidFill>
                <a:latin typeface="Arial"/>
                <a:cs typeface="Arial"/>
              </a:rPr>
              <a:t>e</a:t>
            </a:r>
            <a:r>
              <a:rPr b="1" spc="-10" dirty="0">
                <a:solidFill>
                  <a:srgbClr val="3232CC"/>
                </a:solidFill>
                <a:latin typeface="Arial"/>
                <a:cs typeface="Arial"/>
              </a:rPr>
              <a:t>r</a:t>
            </a:r>
            <a:r>
              <a:rPr b="1" spc="-5" dirty="0">
                <a:solidFill>
                  <a:srgbClr val="3232CC"/>
                </a:solidFill>
                <a:latin typeface="Arial"/>
                <a:cs typeface="Arial"/>
              </a:rPr>
              <a:t>i</a:t>
            </a:r>
            <a:r>
              <a:rPr b="1" spc="-10" dirty="0">
                <a:solidFill>
                  <a:srgbClr val="3232CC"/>
                </a:solidFill>
                <a:latin typeface="Arial"/>
                <a:cs typeface="Arial"/>
              </a:rPr>
              <a:t>n</a:t>
            </a:r>
            <a:r>
              <a:rPr b="1" spc="-15" dirty="0">
                <a:solidFill>
                  <a:srgbClr val="3232CC"/>
                </a:solidFill>
                <a:latin typeface="Arial"/>
                <a:cs typeface="Arial"/>
              </a:rPr>
              <a:t>g</a:t>
            </a:r>
            <a:r>
              <a:rPr b="1" spc="90" dirty="0">
                <a:solidFill>
                  <a:srgbClr val="3232CC"/>
                </a:solidFill>
                <a:latin typeface="Times New Roman"/>
                <a:cs typeface="Times New Roman"/>
              </a:rPr>
              <a:t> </a:t>
            </a:r>
            <a:r>
              <a:rPr b="1" spc="-5" dirty="0">
                <a:solidFill>
                  <a:srgbClr val="3232CC"/>
                </a:solidFill>
                <a:latin typeface="Arial"/>
                <a:cs typeface="Arial"/>
              </a:rPr>
              <a:t>more</a:t>
            </a:r>
            <a:r>
              <a:rPr b="1" spc="-5" dirty="0">
                <a:solidFill>
                  <a:srgbClr val="3232CC"/>
                </a:solidFill>
                <a:latin typeface="Times New Roman"/>
                <a:cs typeface="Times New Roman"/>
              </a:rPr>
              <a:t> </a:t>
            </a:r>
            <a:r>
              <a:rPr b="1" spc="-15" dirty="0">
                <a:solidFill>
                  <a:srgbClr val="3232CC"/>
                </a:solidFill>
                <a:latin typeface="Arial"/>
                <a:cs typeface="Arial"/>
              </a:rPr>
              <a:t>d</a:t>
            </a:r>
            <a:r>
              <a:rPr b="1" dirty="0">
                <a:solidFill>
                  <a:srgbClr val="3232CC"/>
                </a:solidFill>
                <a:latin typeface="Arial"/>
                <a:cs typeface="Arial"/>
              </a:rPr>
              <a:t>iffe</a:t>
            </a:r>
            <a:r>
              <a:rPr b="1" spc="-10" dirty="0">
                <a:solidFill>
                  <a:srgbClr val="3232CC"/>
                </a:solidFill>
                <a:latin typeface="Arial"/>
                <a:cs typeface="Arial"/>
              </a:rPr>
              <a:t>r</a:t>
            </a:r>
            <a:r>
              <a:rPr b="1" spc="-5" dirty="0">
                <a:solidFill>
                  <a:srgbClr val="3232CC"/>
                </a:solidFill>
                <a:latin typeface="Arial"/>
                <a:cs typeface="Arial"/>
              </a:rPr>
              <a:t>en</a:t>
            </a:r>
            <a:r>
              <a:rPr b="1" dirty="0">
                <a:solidFill>
                  <a:srgbClr val="3232CC"/>
                </a:solidFill>
                <a:latin typeface="Arial"/>
                <a:cs typeface="Arial"/>
              </a:rPr>
              <a:t>t</a:t>
            </a:r>
            <a:r>
              <a:rPr b="1" spc="40" dirty="0">
                <a:solidFill>
                  <a:srgbClr val="3232CC"/>
                </a:solidFill>
                <a:latin typeface="Times New Roman"/>
                <a:cs typeface="Times New Roman"/>
              </a:rPr>
              <a:t> </a:t>
            </a:r>
            <a:r>
              <a:rPr b="1" spc="20" dirty="0">
                <a:solidFill>
                  <a:srgbClr val="3232CC"/>
                </a:solidFill>
                <a:latin typeface="Arial"/>
                <a:cs typeface="Arial"/>
              </a:rPr>
              <a:t>w</a:t>
            </a:r>
            <a:r>
              <a:rPr b="1" dirty="0">
                <a:solidFill>
                  <a:srgbClr val="3232CC"/>
                </a:solidFill>
                <a:latin typeface="Arial"/>
                <a:cs typeface="Arial"/>
              </a:rPr>
              <a:t>orkpla</a:t>
            </a:r>
            <a:r>
              <a:rPr b="1" spc="-10" dirty="0">
                <a:solidFill>
                  <a:srgbClr val="3232CC"/>
                </a:solidFill>
                <a:latin typeface="Arial"/>
                <a:cs typeface="Arial"/>
              </a:rPr>
              <a:t>c</a:t>
            </a:r>
            <a:r>
              <a:rPr b="1" spc="-5" dirty="0">
                <a:solidFill>
                  <a:srgbClr val="3232CC"/>
                </a:solidFill>
                <a:latin typeface="Arial"/>
                <a:cs typeface="Arial"/>
              </a:rPr>
              <a:t>es</a:t>
            </a:r>
            <a:endParaRPr dirty="0">
              <a:latin typeface="Arial"/>
              <a:cs typeface="Arial"/>
            </a:endParaRPr>
          </a:p>
        </p:txBody>
      </p:sp>
      <p:sp>
        <p:nvSpPr>
          <p:cNvPr id="53" name="object 53"/>
          <p:cNvSpPr txBox="1">
            <a:spLocks noGrp="1"/>
          </p:cNvSpPr>
          <p:nvPr>
            <p:ph type="title"/>
          </p:nvPr>
        </p:nvSpPr>
        <p:spPr>
          <a:xfrm>
            <a:off x="3100942" y="56157"/>
            <a:ext cx="6428096" cy="633972"/>
          </a:xfrm>
          <a:prstGeom prst="rect">
            <a:avLst/>
          </a:prstGeom>
        </p:spPr>
        <p:txBody>
          <a:bodyPr vert="horz" wrap="square" lIns="0" tIns="201121" rIns="0" bIns="0" rtlCol="0" anchor="ctr">
            <a:spAutoFit/>
          </a:bodyPr>
          <a:lstStyle/>
          <a:p>
            <a:pPr algn="ctr">
              <a:lnSpc>
                <a:spcPct val="100000"/>
              </a:lnSpc>
            </a:pPr>
            <a:r>
              <a:rPr spc="-15" dirty="0"/>
              <a:t>Struc</a:t>
            </a:r>
            <a:r>
              <a:rPr spc="-5" dirty="0"/>
              <a:t>t</a:t>
            </a:r>
            <a:r>
              <a:rPr spc="-15" dirty="0"/>
              <a:t>ure</a:t>
            </a:r>
            <a:r>
              <a:rPr spc="90" dirty="0">
                <a:latin typeface="Times New Roman"/>
                <a:cs typeface="Times New Roman"/>
              </a:rPr>
              <a:t> </a:t>
            </a:r>
            <a:r>
              <a:rPr spc="-15" dirty="0"/>
              <a:t>of</a:t>
            </a:r>
            <a:r>
              <a:rPr spc="85" dirty="0">
                <a:latin typeface="Times New Roman"/>
                <a:cs typeface="Times New Roman"/>
              </a:rPr>
              <a:t> </a:t>
            </a:r>
            <a:r>
              <a:rPr spc="-185" dirty="0"/>
              <a:t>V</a:t>
            </a:r>
            <a:r>
              <a:rPr spc="-25" dirty="0"/>
              <a:t>a</a:t>
            </a:r>
            <a:r>
              <a:rPr spc="-10" dirty="0"/>
              <a:t>r</a:t>
            </a:r>
            <a:r>
              <a:rPr spc="-15" dirty="0"/>
              <a:t>iable</a:t>
            </a:r>
            <a:r>
              <a:rPr spc="80" dirty="0">
                <a:latin typeface="Times New Roman"/>
                <a:cs typeface="Times New Roman"/>
              </a:rPr>
              <a:t> </a:t>
            </a:r>
            <a:r>
              <a:rPr spc="-20" dirty="0"/>
              <a:t>Pay</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148327" y="1508241"/>
            <a:ext cx="2063750" cy="1039494"/>
          </a:xfrm>
          <a:custGeom>
            <a:avLst/>
            <a:gdLst/>
            <a:ahLst/>
            <a:cxnLst/>
            <a:rect l="l" t="t" r="r" b="b"/>
            <a:pathLst>
              <a:path w="2063750" h="1039494">
                <a:moveTo>
                  <a:pt x="1031747" y="0"/>
                </a:moveTo>
                <a:lnTo>
                  <a:pt x="947125" y="1722"/>
                </a:lnTo>
                <a:lnTo>
                  <a:pt x="864386" y="6802"/>
                </a:lnTo>
                <a:lnTo>
                  <a:pt x="783798" y="15104"/>
                </a:lnTo>
                <a:lnTo>
                  <a:pt x="705625" y="26495"/>
                </a:lnTo>
                <a:lnTo>
                  <a:pt x="630134" y="40841"/>
                </a:lnTo>
                <a:lnTo>
                  <a:pt x="557588" y="58008"/>
                </a:lnTo>
                <a:lnTo>
                  <a:pt x="488255" y="77863"/>
                </a:lnTo>
                <a:lnTo>
                  <a:pt x="422399" y="100272"/>
                </a:lnTo>
                <a:lnTo>
                  <a:pt x="360286" y="125101"/>
                </a:lnTo>
                <a:lnTo>
                  <a:pt x="302182" y="152217"/>
                </a:lnTo>
                <a:lnTo>
                  <a:pt x="248351" y="181484"/>
                </a:lnTo>
                <a:lnTo>
                  <a:pt x="199059" y="212771"/>
                </a:lnTo>
                <a:lnTo>
                  <a:pt x="154573" y="245942"/>
                </a:lnTo>
                <a:lnTo>
                  <a:pt x="115156" y="280865"/>
                </a:lnTo>
                <a:lnTo>
                  <a:pt x="81076" y="317405"/>
                </a:lnTo>
                <a:lnTo>
                  <a:pt x="52596" y="355428"/>
                </a:lnTo>
                <a:lnTo>
                  <a:pt x="29983" y="394802"/>
                </a:lnTo>
                <a:lnTo>
                  <a:pt x="13503" y="435391"/>
                </a:lnTo>
                <a:lnTo>
                  <a:pt x="3420" y="477063"/>
                </a:lnTo>
                <a:lnTo>
                  <a:pt x="0" y="519683"/>
                </a:lnTo>
                <a:lnTo>
                  <a:pt x="3420" y="562308"/>
                </a:lnTo>
                <a:lnTo>
                  <a:pt x="13503" y="603983"/>
                </a:lnTo>
                <a:lnTo>
                  <a:pt x="29983" y="644575"/>
                </a:lnTo>
                <a:lnTo>
                  <a:pt x="52596" y="683950"/>
                </a:lnTo>
                <a:lnTo>
                  <a:pt x="81076" y="721975"/>
                </a:lnTo>
                <a:lnTo>
                  <a:pt x="115156" y="758516"/>
                </a:lnTo>
                <a:lnTo>
                  <a:pt x="154573" y="793438"/>
                </a:lnTo>
                <a:lnTo>
                  <a:pt x="199059" y="826609"/>
                </a:lnTo>
                <a:lnTo>
                  <a:pt x="248351" y="857895"/>
                </a:lnTo>
                <a:lnTo>
                  <a:pt x="302182" y="887162"/>
                </a:lnTo>
                <a:lnTo>
                  <a:pt x="360286" y="914276"/>
                </a:lnTo>
                <a:lnTo>
                  <a:pt x="422399" y="939103"/>
                </a:lnTo>
                <a:lnTo>
                  <a:pt x="488255" y="961511"/>
                </a:lnTo>
                <a:lnTo>
                  <a:pt x="557588" y="981364"/>
                </a:lnTo>
                <a:lnTo>
                  <a:pt x="630134" y="998530"/>
                </a:lnTo>
                <a:lnTo>
                  <a:pt x="705625" y="1012875"/>
                </a:lnTo>
                <a:lnTo>
                  <a:pt x="783798" y="1024265"/>
                </a:lnTo>
                <a:lnTo>
                  <a:pt x="864386" y="1032566"/>
                </a:lnTo>
                <a:lnTo>
                  <a:pt x="947125" y="1037645"/>
                </a:lnTo>
                <a:lnTo>
                  <a:pt x="1031747" y="1039367"/>
                </a:lnTo>
                <a:lnTo>
                  <a:pt x="1116372" y="1037645"/>
                </a:lnTo>
                <a:lnTo>
                  <a:pt x="1199112" y="1032566"/>
                </a:lnTo>
                <a:lnTo>
                  <a:pt x="1279701" y="1024265"/>
                </a:lnTo>
                <a:lnTo>
                  <a:pt x="1357874" y="1012875"/>
                </a:lnTo>
                <a:lnTo>
                  <a:pt x="1433366" y="998530"/>
                </a:lnTo>
                <a:lnTo>
                  <a:pt x="1505911" y="981364"/>
                </a:lnTo>
                <a:lnTo>
                  <a:pt x="1575244" y="961511"/>
                </a:lnTo>
                <a:lnTo>
                  <a:pt x="1641099" y="939103"/>
                </a:lnTo>
                <a:lnTo>
                  <a:pt x="1703211" y="914276"/>
                </a:lnTo>
                <a:lnTo>
                  <a:pt x="1761315" y="887162"/>
                </a:lnTo>
                <a:lnTo>
                  <a:pt x="1815145" y="857895"/>
                </a:lnTo>
                <a:lnTo>
                  <a:pt x="1864435" y="826609"/>
                </a:lnTo>
                <a:lnTo>
                  <a:pt x="1908921" y="793438"/>
                </a:lnTo>
                <a:lnTo>
                  <a:pt x="1948336" y="758516"/>
                </a:lnTo>
                <a:lnTo>
                  <a:pt x="1982416" y="721975"/>
                </a:lnTo>
                <a:lnTo>
                  <a:pt x="2010894" y="683950"/>
                </a:lnTo>
                <a:lnTo>
                  <a:pt x="2033507" y="644575"/>
                </a:lnTo>
                <a:lnTo>
                  <a:pt x="2049987" y="603983"/>
                </a:lnTo>
                <a:lnTo>
                  <a:pt x="2060069" y="562308"/>
                </a:lnTo>
                <a:lnTo>
                  <a:pt x="2063489" y="519683"/>
                </a:lnTo>
                <a:lnTo>
                  <a:pt x="2060069" y="477063"/>
                </a:lnTo>
                <a:lnTo>
                  <a:pt x="2049987" y="435391"/>
                </a:lnTo>
                <a:lnTo>
                  <a:pt x="2033507" y="394802"/>
                </a:lnTo>
                <a:lnTo>
                  <a:pt x="2010894" y="355428"/>
                </a:lnTo>
                <a:lnTo>
                  <a:pt x="1982416" y="317405"/>
                </a:lnTo>
                <a:lnTo>
                  <a:pt x="1948336" y="280865"/>
                </a:lnTo>
                <a:lnTo>
                  <a:pt x="1908921" y="245942"/>
                </a:lnTo>
                <a:lnTo>
                  <a:pt x="1864435" y="212771"/>
                </a:lnTo>
                <a:lnTo>
                  <a:pt x="1815145" y="181484"/>
                </a:lnTo>
                <a:lnTo>
                  <a:pt x="1761315" y="152217"/>
                </a:lnTo>
                <a:lnTo>
                  <a:pt x="1703211" y="125101"/>
                </a:lnTo>
                <a:lnTo>
                  <a:pt x="1641099" y="100272"/>
                </a:lnTo>
                <a:lnTo>
                  <a:pt x="1575244" y="77863"/>
                </a:lnTo>
                <a:lnTo>
                  <a:pt x="1505911" y="58008"/>
                </a:lnTo>
                <a:lnTo>
                  <a:pt x="1433366" y="40841"/>
                </a:lnTo>
                <a:lnTo>
                  <a:pt x="1357874" y="26495"/>
                </a:lnTo>
                <a:lnTo>
                  <a:pt x="1279701" y="15104"/>
                </a:lnTo>
                <a:lnTo>
                  <a:pt x="1199112" y="6802"/>
                </a:lnTo>
                <a:lnTo>
                  <a:pt x="1116372" y="1722"/>
                </a:lnTo>
                <a:lnTo>
                  <a:pt x="1031747" y="0"/>
                </a:lnTo>
                <a:close/>
              </a:path>
            </a:pathLst>
          </a:custGeom>
          <a:solidFill>
            <a:srgbClr val="E0FFE0"/>
          </a:solidFill>
        </p:spPr>
        <p:txBody>
          <a:bodyPr wrap="square" lIns="0" tIns="0" rIns="0" bIns="0" rtlCol="0"/>
          <a:lstStyle/>
          <a:p>
            <a:endParaRPr/>
          </a:p>
        </p:txBody>
      </p:sp>
      <p:sp>
        <p:nvSpPr>
          <p:cNvPr id="3" name="object 3"/>
          <p:cNvSpPr/>
          <p:nvPr/>
        </p:nvSpPr>
        <p:spPr>
          <a:xfrm>
            <a:off x="2173736" y="1533662"/>
            <a:ext cx="2063750" cy="1039494"/>
          </a:xfrm>
          <a:custGeom>
            <a:avLst/>
            <a:gdLst/>
            <a:ahLst/>
            <a:cxnLst/>
            <a:rect l="l" t="t" r="r" b="b"/>
            <a:pathLst>
              <a:path w="2063750" h="1039494">
                <a:moveTo>
                  <a:pt x="1031747" y="0"/>
                </a:moveTo>
                <a:lnTo>
                  <a:pt x="947123" y="1722"/>
                </a:lnTo>
                <a:lnTo>
                  <a:pt x="864383" y="6801"/>
                </a:lnTo>
                <a:lnTo>
                  <a:pt x="783794" y="15102"/>
                </a:lnTo>
                <a:lnTo>
                  <a:pt x="705621" y="26492"/>
                </a:lnTo>
                <a:lnTo>
                  <a:pt x="630128" y="40837"/>
                </a:lnTo>
                <a:lnTo>
                  <a:pt x="557583" y="58003"/>
                </a:lnTo>
                <a:lnTo>
                  <a:pt x="488250" y="77856"/>
                </a:lnTo>
                <a:lnTo>
                  <a:pt x="422394" y="100264"/>
                </a:lnTo>
                <a:lnTo>
                  <a:pt x="360281" y="125091"/>
                </a:lnTo>
                <a:lnTo>
                  <a:pt x="302177" y="152205"/>
                </a:lnTo>
                <a:lnTo>
                  <a:pt x="248347" y="181472"/>
                </a:lnTo>
                <a:lnTo>
                  <a:pt x="199056" y="212758"/>
                </a:lnTo>
                <a:lnTo>
                  <a:pt x="154570" y="245929"/>
                </a:lnTo>
                <a:lnTo>
                  <a:pt x="115154" y="280851"/>
                </a:lnTo>
                <a:lnTo>
                  <a:pt x="81074" y="317392"/>
                </a:lnTo>
                <a:lnTo>
                  <a:pt x="52595" y="355417"/>
                </a:lnTo>
                <a:lnTo>
                  <a:pt x="29983" y="394792"/>
                </a:lnTo>
                <a:lnTo>
                  <a:pt x="13502" y="435384"/>
                </a:lnTo>
                <a:lnTo>
                  <a:pt x="3419" y="477059"/>
                </a:lnTo>
                <a:lnTo>
                  <a:pt x="0" y="519683"/>
                </a:lnTo>
                <a:lnTo>
                  <a:pt x="3419" y="562304"/>
                </a:lnTo>
                <a:lnTo>
                  <a:pt x="13502" y="603976"/>
                </a:lnTo>
                <a:lnTo>
                  <a:pt x="29983" y="644565"/>
                </a:lnTo>
                <a:lnTo>
                  <a:pt x="52595" y="683938"/>
                </a:lnTo>
                <a:lnTo>
                  <a:pt x="81074" y="721962"/>
                </a:lnTo>
                <a:lnTo>
                  <a:pt x="115154" y="758502"/>
                </a:lnTo>
                <a:lnTo>
                  <a:pt x="154570" y="793425"/>
                </a:lnTo>
                <a:lnTo>
                  <a:pt x="199056" y="826596"/>
                </a:lnTo>
                <a:lnTo>
                  <a:pt x="248347" y="857883"/>
                </a:lnTo>
                <a:lnTo>
                  <a:pt x="302177" y="887150"/>
                </a:lnTo>
                <a:lnTo>
                  <a:pt x="360281" y="914266"/>
                </a:lnTo>
                <a:lnTo>
                  <a:pt x="422394" y="939095"/>
                </a:lnTo>
                <a:lnTo>
                  <a:pt x="488250" y="961504"/>
                </a:lnTo>
                <a:lnTo>
                  <a:pt x="557583" y="981359"/>
                </a:lnTo>
                <a:lnTo>
                  <a:pt x="630128" y="998526"/>
                </a:lnTo>
                <a:lnTo>
                  <a:pt x="705621" y="1012872"/>
                </a:lnTo>
                <a:lnTo>
                  <a:pt x="783794" y="1024263"/>
                </a:lnTo>
                <a:lnTo>
                  <a:pt x="864383" y="1032565"/>
                </a:lnTo>
                <a:lnTo>
                  <a:pt x="947123" y="1037645"/>
                </a:lnTo>
                <a:lnTo>
                  <a:pt x="1031747" y="1039367"/>
                </a:lnTo>
                <a:lnTo>
                  <a:pt x="1116370" y="1037645"/>
                </a:lnTo>
                <a:lnTo>
                  <a:pt x="1199109" y="1032565"/>
                </a:lnTo>
                <a:lnTo>
                  <a:pt x="1279697" y="1024263"/>
                </a:lnTo>
                <a:lnTo>
                  <a:pt x="1357870" y="1012872"/>
                </a:lnTo>
                <a:lnTo>
                  <a:pt x="1433362" y="998526"/>
                </a:lnTo>
                <a:lnTo>
                  <a:pt x="1505908" y="981359"/>
                </a:lnTo>
                <a:lnTo>
                  <a:pt x="1575242" y="961504"/>
                </a:lnTo>
                <a:lnTo>
                  <a:pt x="1641098" y="939095"/>
                </a:lnTo>
                <a:lnTo>
                  <a:pt x="1703211" y="914266"/>
                </a:lnTo>
                <a:lnTo>
                  <a:pt x="1761316" y="887150"/>
                </a:lnTo>
                <a:lnTo>
                  <a:pt x="1815148" y="857883"/>
                </a:lnTo>
                <a:lnTo>
                  <a:pt x="1864439" y="826596"/>
                </a:lnTo>
                <a:lnTo>
                  <a:pt x="1908927" y="793425"/>
                </a:lnTo>
                <a:lnTo>
                  <a:pt x="1948343" y="758502"/>
                </a:lnTo>
                <a:lnTo>
                  <a:pt x="1982424" y="721962"/>
                </a:lnTo>
                <a:lnTo>
                  <a:pt x="2010904" y="683938"/>
                </a:lnTo>
                <a:lnTo>
                  <a:pt x="2033517" y="644565"/>
                </a:lnTo>
                <a:lnTo>
                  <a:pt x="2049998" y="603976"/>
                </a:lnTo>
                <a:lnTo>
                  <a:pt x="2060081" y="562304"/>
                </a:lnTo>
                <a:lnTo>
                  <a:pt x="2063502" y="519683"/>
                </a:lnTo>
                <a:lnTo>
                  <a:pt x="2060081" y="477059"/>
                </a:lnTo>
                <a:lnTo>
                  <a:pt x="2049998" y="435384"/>
                </a:lnTo>
                <a:lnTo>
                  <a:pt x="2033517" y="394792"/>
                </a:lnTo>
                <a:lnTo>
                  <a:pt x="2010904" y="355417"/>
                </a:lnTo>
                <a:lnTo>
                  <a:pt x="1982424" y="317392"/>
                </a:lnTo>
                <a:lnTo>
                  <a:pt x="1948343" y="280851"/>
                </a:lnTo>
                <a:lnTo>
                  <a:pt x="1908927" y="245929"/>
                </a:lnTo>
                <a:lnTo>
                  <a:pt x="1864439" y="212758"/>
                </a:lnTo>
                <a:lnTo>
                  <a:pt x="1815148" y="181472"/>
                </a:lnTo>
                <a:lnTo>
                  <a:pt x="1761316" y="152205"/>
                </a:lnTo>
                <a:lnTo>
                  <a:pt x="1703211" y="125091"/>
                </a:lnTo>
                <a:lnTo>
                  <a:pt x="1641098" y="100264"/>
                </a:lnTo>
                <a:lnTo>
                  <a:pt x="1575242" y="77856"/>
                </a:lnTo>
                <a:lnTo>
                  <a:pt x="1505908" y="58003"/>
                </a:lnTo>
                <a:lnTo>
                  <a:pt x="1433362" y="40837"/>
                </a:lnTo>
                <a:lnTo>
                  <a:pt x="1357870" y="26492"/>
                </a:lnTo>
                <a:lnTo>
                  <a:pt x="1279697" y="15102"/>
                </a:lnTo>
                <a:lnTo>
                  <a:pt x="1199109" y="6801"/>
                </a:lnTo>
                <a:lnTo>
                  <a:pt x="1116370" y="1722"/>
                </a:lnTo>
                <a:lnTo>
                  <a:pt x="1031747" y="0"/>
                </a:lnTo>
                <a:close/>
              </a:path>
            </a:pathLst>
          </a:custGeom>
          <a:solidFill>
            <a:srgbClr val="799879"/>
          </a:solidFill>
        </p:spPr>
        <p:txBody>
          <a:bodyPr wrap="square" lIns="0" tIns="0" rIns="0" bIns="0" rtlCol="0"/>
          <a:lstStyle/>
          <a:p>
            <a:endParaRPr/>
          </a:p>
        </p:txBody>
      </p:sp>
      <p:sp>
        <p:nvSpPr>
          <p:cNvPr id="4" name="object 4"/>
          <p:cNvSpPr/>
          <p:nvPr/>
        </p:nvSpPr>
        <p:spPr>
          <a:xfrm>
            <a:off x="2161031" y="1520952"/>
            <a:ext cx="2063750" cy="1039494"/>
          </a:xfrm>
          <a:custGeom>
            <a:avLst/>
            <a:gdLst/>
            <a:ahLst/>
            <a:cxnLst/>
            <a:rect l="l" t="t" r="r" b="b"/>
            <a:pathLst>
              <a:path w="2063750" h="1039494">
                <a:moveTo>
                  <a:pt x="1031747" y="0"/>
                </a:moveTo>
                <a:lnTo>
                  <a:pt x="947125" y="1722"/>
                </a:lnTo>
                <a:lnTo>
                  <a:pt x="864386" y="6801"/>
                </a:lnTo>
                <a:lnTo>
                  <a:pt x="783798" y="15102"/>
                </a:lnTo>
                <a:lnTo>
                  <a:pt x="705625" y="26492"/>
                </a:lnTo>
                <a:lnTo>
                  <a:pt x="630134" y="40837"/>
                </a:lnTo>
                <a:lnTo>
                  <a:pt x="557588" y="58003"/>
                </a:lnTo>
                <a:lnTo>
                  <a:pt x="488255" y="77856"/>
                </a:lnTo>
                <a:lnTo>
                  <a:pt x="422399" y="100264"/>
                </a:lnTo>
                <a:lnTo>
                  <a:pt x="360286" y="125091"/>
                </a:lnTo>
                <a:lnTo>
                  <a:pt x="302182" y="152205"/>
                </a:lnTo>
                <a:lnTo>
                  <a:pt x="248351" y="181472"/>
                </a:lnTo>
                <a:lnTo>
                  <a:pt x="199059" y="212758"/>
                </a:lnTo>
                <a:lnTo>
                  <a:pt x="154573" y="245929"/>
                </a:lnTo>
                <a:lnTo>
                  <a:pt x="115156" y="280851"/>
                </a:lnTo>
                <a:lnTo>
                  <a:pt x="81076" y="317392"/>
                </a:lnTo>
                <a:lnTo>
                  <a:pt x="52596" y="355417"/>
                </a:lnTo>
                <a:lnTo>
                  <a:pt x="29983" y="394792"/>
                </a:lnTo>
                <a:lnTo>
                  <a:pt x="13503" y="435384"/>
                </a:lnTo>
                <a:lnTo>
                  <a:pt x="3420" y="477059"/>
                </a:lnTo>
                <a:lnTo>
                  <a:pt x="0" y="519683"/>
                </a:lnTo>
                <a:lnTo>
                  <a:pt x="3420" y="562308"/>
                </a:lnTo>
                <a:lnTo>
                  <a:pt x="13503" y="603983"/>
                </a:lnTo>
                <a:lnTo>
                  <a:pt x="29983" y="644575"/>
                </a:lnTo>
                <a:lnTo>
                  <a:pt x="52596" y="683950"/>
                </a:lnTo>
                <a:lnTo>
                  <a:pt x="81076" y="721975"/>
                </a:lnTo>
                <a:lnTo>
                  <a:pt x="115156" y="758516"/>
                </a:lnTo>
                <a:lnTo>
                  <a:pt x="154573" y="793438"/>
                </a:lnTo>
                <a:lnTo>
                  <a:pt x="199059" y="826609"/>
                </a:lnTo>
                <a:lnTo>
                  <a:pt x="248351" y="857895"/>
                </a:lnTo>
                <a:lnTo>
                  <a:pt x="302182" y="887162"/>
                </a:lnTo>
                <a:lnTo>
                  <a:pt x="360286" y="914276"/>
                </a:lnTo>
                <a:lnTo>
                  <a:pt x="422399" y="939103"/>
                </a:lnTo>
                <a:lnTo>
                  <a:pt x="488255" y="961511"/>
                </a:lnTo>
                <a:lnTo>
                  <a:pt x="557588" y="981364"/>
                </a:lnTo>
                <a:lnTo>
                  <a:pt x="630134" y="998530"/>
                </a:lnTo>
                <a:lnTo>
                  <a:pt x="705625" y="1012875"/>
                </a:lnTo>
                <a:lnTo>
                  <a:pt x="783798" y="1024265"/>
                </a:lnTo>
                <a:lnTo>
                  <a:pt x="864386" y="1032566"/>
                </a:lnTo>
                <a:lnTo>
                  <a:pt x="947125" y="1037645"/>
                </a:lnTo>
                <a:lnTo>
                  <a:pt x="1031747" y="1039367"/>
                </a:lnTo>
                <a:lnTo>
                  <a:pt x="1116370" y="1037645"/>
                </a:lnTo>
                <a:lnTo>
                  <a:pt x="1199109" y="1032566"/>
                </a:lnTo>
                <a:lnTo>
                  <a:pt x="1279697" y="1024265"/>
                </a:lnTo>
                <a:lnTo>
                  <a:pt x="1357870" y="1012875"/>
                </a:lnTo>
                <a:lnTo>
                  <a:pt x="1433361" y="998530"/>
                </a:lnTo>
                <a:lnTo>
                  <a:pt x="1505907" y="981364"/>
                </a:lnTo>
                <a:lnTo>
                  <a:pt x="1575240" y="961511"/>
                </a:lnTo>
                <a:lnTo>
                  <a:pt x="1641096" y="939103"/>
                </a:lnTo>
                <a:lnTo>
                  <a:pt x="1703209" y="914276"/>
                </a:lnTo>
                <a:lnTo>
                  <a:pt x="1761313" y="887162"/>
                </a:lnTo>
                <a:lnTo>
                  <a:pt x="1815144" y="857895"/>
                </a:lnTo>
                <a:lnTo>
                  <a:pt x="1864436" y="826609"/>
                </a:lnTo>
                <a:lnTo>
                  <a:pt x="1908922" y="793438"/>
                </a:lnTo>
                <a:lnTo>
                  <a:pt x="1948339" y="758516"/>
                </a:lnTo>
                <a:lnTo>
                  <a:pt x="1982419" y="721975"/>
                </a:lnTo>
                <a:lnTo>
                  <a:pt x="2010899" y="683950"/>
                </a:lnTo>
                <a:lnTo>
                  <a:pt x="2033512" y="644575"/>
                </a:lnTo>
                <a:lnTo>
                  <a:pt x="2049992" y="603983"/>
                </a:lnTo>
                <a:lnTo>
                  <a:pt x="2060075" y="562308"/>
                </a:lnTo>
                <a:lnTo>
                  <a:pt x="2063495" y="519683"/>
                </a:lnTo>
                <a:lnTo>
                  <a:pt x="2060075" y="477059"/>
                </a:lnTo>
                <a:lnTo>
                  <a:pt x="2049992" y="435384"/>
                </a:lnTo>
                <a:lnTo>
                  <a:pt x="2033512" y="394792"/>
                </a:lnTo>
                <a:lnTo>
                  <a:pt x="2010899" y="355417"/>
                </a:lnTo>
                <a:lnTo>
                  <a:pt x="1982419" y="317392"/>
                </a:lnTo>
                <a:lnTo>
                  <a:pt x="1948339" y="280851"/>
                </a:lnTo>
                <a:lnTo>
                  <a:pt x="1908922" y="245929"/>
                </a:lnTo>
                <a:lnTo>
                  <a:pt x="1864436" y="212758"/>
                </a:lnTo>
                <a:lnTo>
                  <a:pt x="1815144" y="181472"/>
                </a:lnTo>
                <a:lnTo>
                  <a:pt x="1761313" y="152205"/>
                </a:lnTo>
                <a:lnTo>
                  <a:pt x="1703209" y="125091"/>
                </a:lnTo>
                <a:lnTo>
                  <a:pt x="1641096" y="100264"/>
                </a:lnTo>
                <a:lnTo>
                  <a:pt x="1575240" y="77856"/>
                </a:lnTo>
                <a:lnTo>
                  <a:pt x="1505907" y="58003"/>
                </a:lnTo>
                <a:lnTo>
                  <a:pt x="1433361" y="40837"/>
                </a:lnTo>
                <a:lnTo>
                  <a:pt x="1357870" y="26492"/>
                </a:lnTo>
                <a:lnTo>
                  <a:pt x="1279697" y="15102"/>
                </a:lnTo>
                <a:lnTo>
                  <a:pt x="1199109" y="6801"/>
                </a:lnTo>
                <a:lnTo>
                  <a:pt x="1116370" y="1722"/>
                </a:lnTo>
                <a:lnTo>
                  <a:pt x="1031747" y="0"/>
                </a:lnTo>
                <a:close/>
              </a:path>
            </a:pathLst>
          </a:custGeom>
          <a:solidFill>
            <a:srgbClr val="CCFFCC"/>
          </a:solidFill>
        </p:spPr>
        <p:txBody>
          <a:bodyPr wrap="square" lIns="0" tIns="0" rIns="0" bIns="0" rtlCol="0"/>
          <a:lstStyle/>
          <a:p>
            <a:endParaRPr/>
          </a:p>
        </p:txBody>
      </p:sp>
      <p:sp>
        <p:nvSpPr>
          <p:cNvPr id="5" name="object 5"/>
          <p:cNvSpPr txBox="1"/>
          <p:nvPr/>
        </p:nvSpPr>
        <p:spPr>
          <a:xfrm>
            <a:off x="2623822" y="1797269"/>
            <a:ext cx="1245235" cy="492443"/>
          </a:xfrm>
          <a:prstGeom prst="rect">
            <a:avLst/>
          </a:prstGeom>
        </p:spPr>
        <p:txBody>
          <a:bodyPr vert="horz" wrap="square" lIns="0" tIns="0" rIns="0" bIns="0" rtlCol="0">
            <a:spAutoFit/>
          </a:bodyPr>
          <a:lstStyle/>
          <a:p>
            <a:pPr marL="12700"/>
            <a:r>
              <a:rPr sz="3200" b="1" dirty="0">
                <a:solidFill>
                  <a:srgbClr val="006565"/>
                </a:solidFill>
                <a:latin typeface="Arial"/>
                <a:cs typeface="Arial"/>
              </a:rPr>
              <a:t>Sal</a:t>
            </a:r>
            <a:r>
              <a:rPr sz="3200" b="1" spc="-20" dirty="0">
                <a:solidFill>
                  <a:srgbClr val="006565"/>
                </a:solidFill>
                <a:latin typeface="Arial"/>
                <a:cs typeface="Arial"/>
              </a:rPr>
              <a:t>a</a:t>
            </a:r>
            <a:r>
              <a:rPr sz="3200" b="1" spc="-5" dirty="0">
                <a:solidFill>
                  <a:srgbClr val="006565"/>
                </a:solidFill>
                <a:latin typeface="Arial"/>
                <a:cs typeface="Arial"/>
              </a:rPr>
              <a:t>ry</a:t>
            </a:r>
            <a:endParaRPr sz="3200">
              <a:latin typeface="Arial"/>
              <a:cs typeface="Arial"/>
            </a:endParaRPr>
          </a:p>
        </p:txBody>
      </p:sp>
      <p:sp>
        <p:nvSpPr>
          <p:cNvPr id="6" name="object 6"/>
          <p:cNvSpPr/>
          <p:nvPr/>
        </p:nvSpPr>
        <p:spPr>
          <a:xfrm>
            <a:off x="1768851" y="4641592"/>
            <a:ext cx="1656714" cy="939165"/>
          </a:xfrm>
          <a:custGeom>
            <a:avLst/>
            <a:gdLst/>
            <a:ahLst/>
            <a:cxnLst/>
            <a:rect l="l" t="t" r="r" b="b"/>
            <a:pathLst>
              <a:path w="1656714" h="939164">
                <a:moveTo>
                  <a:pt x="1500128" y="0"/>
                </a:moveTo>
                <a:lnTo>
                  <a:pt x="150193" y="123"/>
                </a:lnTo>
                <a:lnTo>
                  <a:pt x="107829" y="7712"/>
                </a:lnTo>
                <a:lnTo>
                  <a:pt x="70252" y="25889"/>
                </a:lnTo>
                <a:lnTo>
                  <a:pt x="39107" y="53004"/>
                </a:lnTo>
                <a:lnTo>
                  <a:pt x="16037" y="87409"/>
                </a:lnTo>
                <a:lnTo>
                  <a:pt x="2687" y="127455"/>
                </a:lnTo>
                <a:lnTo>
                  <a:pt x="0" y="156472"/>
                </a:lnTo>
                <a:lnTo>
                  <a:pt x="123" y="788589"/>
                </a:lnTo>
                <a:lnTo>
                  <a:pt x="7706" y="830935"/>
                </a:lnTo>
                <a:lnTo>
                  <a:pt x="25873" y="868507"/>
                </a:lnTo>
                <a:lnTo>
                  <a:pt x="52981" y="899658"/>
                </a:lnTo>
                <a:lnTo>
                  <a:pt x="87385" y="922736"/>
                </a:lnTo>
                <a:lnTo>
                  <a:pt x="127441" y="936094"/>
                </a:lnTo>
                <a:lnTo>
                  <a:pt x="156472" y="938783"/>
                </a:lnTo>
                <a:lnTo>
                  <a:pt x="1506383" y="938660"/>
                </a:lnTo>
                <a:lnTo>
                  <a:pt x="1548731" y="931075"/>
                </a:lnTo>
                <a:lnTo>
                  <a:pt x="1586306" y="912901"/>
                </a:lnTo>
                <a:lnTo>
                  <a:pt x="1617459" y="885787"/>
                </a:lnTo>
                <a:lnTo>
                  <a:pt x="1640539" y="851383"/>
                </a:lnTo>
                <a:lnTo>
                  <a:pt x="1653898" y="811339"/>
                </a:lnTo>
                <a:lnTo>
                  <a:pt x="1656587" y="782324"/>
                </a:lnTo>
                <a:lnTo>
                  <a:pt x="1656464" y="150206"/>
                </a:lnTo>
                <a:lnTo>
                  <a:pt x="1648877" y="107855"/>
                </a:lnTo>
                <a:lnTo>
                  <a:pt x="1630702" y="70279"/>
                </a:lnTo>
                <a:lnTo>
                  <a:pt x="1603588" y="39126"/>
                </a:lnTo>
                <a:lnTo>
                  <a:pt x="1569185" y="16047"/>
                </a:lnTo>
                <a:lnTo>
                  <a:pt x="1529142" y="2689"/>
                </a:lnTo>
                <a:lnTo>
                  <a:pt x="1500128" y="0"/>
                </a:lnTo>
                <a:close/>
              </a:path>
            </a:pathLst>
          </a:custGeom>
          <a:solidFill>
            <a:srgbClr val="E0FFE0"/>
          </a:solidFill>
        </p:spPr>
        <p:txBody>
          <a:bodyPr wrap="square" lIns="0" tIns="0" rIns="0" bIns="0" rtlCol="0"/>
          <a:lstStyle/>
          <a:p>
            <a:endParaRPr/>
          </a:p>
        </p:txBody>
      </p:sp>
      <p:sp>
        <p:nvSpPr>
          <p:cNvPr id="7" name="object 7"/>
          <p:cNvSpPr/>
          <p:nvPr/>
        </p:nvSpPr>
        <p:spPr>
          <a:xfrm>
            <a:off x="1794260" y="4667001"/>
            <a:ext cx="1656714" cy="939165"/>
          </a:xfrm>
          <a:custGeom>
            <a:avLst/>
            <a:gdLst/>
            <a:ahLst/>
            <a:cxnLst/>
            <a:rect l="l" t="t" r="r" b="b"/>
            <a:pathLst>
              <a:path w="1656714" h="939164">
                <a:moveTo>
                  <a:pt x="1500115" y="0"/>
                </a:moveTo>
                <a:lnTo>
                  <a:pt x="150200" y="123"/>
                </a:lnTo>
                <a:lnTo>
                  <a:pt x="107833" y="7708"/>
                </a:lnTo>
                <a:lnTo>
                  <a:pt x="70254" y="25882"/>
                </a:lnTo>
                <a:lnTo>
                  <a:pt x="39107" y="52996"/>
                </a:lnTo>
                <a:lnTo>
                  <a:pt x="16037" y="87400"/>
                </a:lnTo>
                <a:lnTo>
                  <a:pt x="2687" y="127444"/>
                </a:lnTo>
                <a:lnTo>
                  <a:pt x="0" y="156459"/>
                </a:lnTo>
                <a:lnTo>
                  <a:pt x="123" y="788577"/>
                </a:lnTo>
                <a:lnTo>
                  <a:pt x="7704" y="830928"/>
                </a:lnTo>
                <a:lnTo>
                  <a:pt x="25869" y="868504"/>
                </a:lnTo>
                <a:lnTo>
                  <a:pt x="52974" y="899657"/>
                </a:lnTo>
                <a:lnTo>
                  <a:pt x="87376" y="922736"/>
                </a:lnTo>
                <a:lnTo>
                  <a:pt x="127429" y="936094"/>
                </a:lnTo>
                <a:lnTo>
                  <a:pt x="156459" y="938783"/>
                </a:lnTo>
                <a:lnTo>
                  <a:pt x="1506391" y="938660"/>
                </a:lnTo>
                <a:lnTo>
                  <a:pt x="1548740" y="931070"/>
                </a:lnTo>
                <a:lnTo>
                  <a:pt x="1586313" y="912894"/>
                </a:lnTo>
                <a:lnTo>
                  <a:pt x="1617463" y="885779"/>
                </a:lnTo>
                <a:lnTo>
                  <a:pt x="1640541" y="851374"/>
                </a:lnTo>
                <a:lnTo>
                  <a:pt x="1653898" y="811328"/>
                </a:lnTo>
                <a:lnTo>
                  <a:pt x="1656587" y="782311"/>
                </a:lnTo>
                <a:lnTo>
                  <a:pt x="1656464" y="150194"/>
                </a:lnTo>
                <a:lnTo>
                  <a:pt x="1648877" y="107848"/>
                </a:lnTo>
                <a:lnTo>
                  <a:pt x="1630701" y="70276"/>
                </a:lnTo>
                <a:lnTo>
                  <a:pt x="1603586" y="39125"/>
                </a:lnTo>
                <a:lnTo>
                  <a:pt x="1569180" y="16047"/>
                </a:lnTo>
                <a:lnTo>
                  <a:pt x="1529133" y="2689"/>
                </a:lnTo>
                <a:lnTo>
                  <a:pt x="1500115" y="0"/>
                </a:lnTo>
                <a:close/>
              </a:path>
            </a:pathLst>
          </a:custGeom>
          <a:solidFill>
            <a:srgbClr val="799879"/>
          </a:solidFill>
        </p:spPr>
        <p:txBody>
          <a:bodyPr wrap="square" lIns="0" tIns="0" rIns="0" bIns="0" rtlCol="0"/>
          <a:lstStyle/>
          <a:p>
            <a:endParaRPr/>
          </a:p>
        </p:txBody>
      </p:sp>
      <p:sp>
        <p:nvSpPr>
          <p:cNvPr id="8" name="object 8"/>
          <p:cNvSpPr/>
          <p:nvPr/>
        </p:nvSpPr>
        <p:spPr>
          <a:xfrm>
            <a:off x="1781555" y="4654297"/>
            <a:ext cx="1656714" cy="939165"/>
          </a:xfrm>
          <a:custGeom>
            <a:avLst/>
            <a:gdLst/>
            <a:ahLst/>
            <a:cxnLst/>
            <a:rect l="l" t="t" r="r" b="b"/>
            <a:pathLst>
              <a:path w="1656714" h="939164">
                <a:moveTo>
                  <a:pt x="1500128" y="0"/>
                </a:moveTo>
                <a:lnTo>
                  <a:pt x="150201" y="123"/>
                </a:lnTo>
                <a:lnTo>
                  <a:pt x="107837" y="7708"/>
                </a:lnTo>
                <a:lnTo>
                  <a:pt x="70259" y="25882"/>
                </a:lnTo>
                <a:lnTo>
                  <a:pt x="39111" y="52996"/>
                </a:lnTo>
                <a:lnTo>
                  <a:pt x="16039" y="87400"/>
                </a:lnTo>
                <a:lnTo>
                  <a:pt x="2688" y="127444"/>
                </a:lnTo>
                <a:lnTo>
                  <a:pt x="0" y="156459"/>
                </a:lnTo>
                <a:lnTo>
                  <a:pt x="122" y="788579"/>
                </a:lnTo>
                <a:lnTo>
                  <a:pt x="7703" y="830927"/>
                </a:lnTo>
                <a:lnTo>
                  <a:pt x="25869" y="868502"/>
                </a:lnTo>
                <a:lnTo>
                  <a:pt x="52976" y="899655"/>
                </a:lnTo>
                <a:lnTo>
                  <a:pt x="87378" y="922735"/>
                </a:lnTo>
                <a:lnTo>
                  <a:pt x="127431" y="936094"/>
                </a:lnTo>
                <a:lnTo>
                  <a:pt x="156459" y="938783"/>
                </a:lnTo>
                <a:lnTo>
                  <a:pt x="1506383" y="938660"/>
                </a:lnTo>
                <a:lnTo>
                  <a:pt x="1548731" y="931075"/>
                </a:lnTo>
                <a:lnTo>
                  <a:pt x="1586306" y="912901"/>
                </a:lnTo>
                <a:lnTo>
                  <a:pt x="1617459" y="885787"/>
                </a:lnTo>
                <a:lnTo>
                  <a:pt x="1640539" y="851383"/>
                </a:lnTo>
                <a:lnTo>
                  <a:pt x="1653898" y="811339"/>
                </a:lnTo>
                <a:lnTo>
                  <a:pt x="1656587" y="782324"/>
                </a:lnTo>
                <a:lnTo>
                  <a:pt x="1656464" y="150204"/>
                </a:lnTo>
                <a:lnTo>
                  <a:pt x="1648879" y="107856"/>
                </a:lnTo>
                <a:lnTo>
                  <a:pt x="1630705" y="70281"/>
                </a:lnTo>
                <a:lnTo>
                  <a:pt x="1603591" y="39128"/>
                </a:lnTo>
                <a:lnTo>
                  <a:pt x="1569187" y="16048"/>
                </a:lnTo>
                <a:lnTo>
                  <a:pt x="1529143" y="2689"/>
                </a:lnTo>
                <a:lnTo>
                  <a:pt x="1500128" y="0"/>
                </a:lnTo>
                <a:close/>
              </a:path>
            </a:pathLst>
          </a:custGeom>
          <a:solidFill>
            <a:srgbClr val="CCFFCC"/>
          </a:solidFill>
        </p:spPr>
        <p:txBody>
          <a:bodyPr wrap="square" lIns="0" tIns="0" rIns="0" bIns="0" rtlCol="0"/>
          <a:lstStyle/>
          <a:p>
            <a:endParaRPr/>
          </a:p>
        </p:txBody>
      </p:sp>
      <p:sp>
        <p:nvSpPr>
          <p:cNvPr id="9" name="object 9"/>
          <p:cNvSpPr/>
          <p:nvPr/>
        </p:nvSpPr>
        <p:spPr>
          <a:xfrm>
            <a:off x="2543044" y="2677149"/>
            <a:ext cx="344805" cy="1689100"/>
          </a:xfrm>
          <a:custGeom>
            <a:avLst/>
            <a:gdLst/>
            <a:ahLst/>
            <a:cxnLst/>
            <a:rect l="l" t="t" r="r" b="b"/>
            <a:pathLst>
              <a:path w="344805" h="1689100">
                <a:moveTo>
                  <a:pt x="60710" y="396757"/>
                </a:moveTo>
                <a:lnTo>
                  <a:pt x="10357" y="396757"/>
                </a:lnTo>
                <a:lnTo>
                  <a:pt x="0" y="422147"/>
                </a:lnTo>
                <a:lnTo>
                  <a:pt x="60710" y="422147"/>
                </a:lnTo>
                <a:lnTo>
                  <a:pt x="60710" y="396757"/>
                </a:lnTo>
                <a:close/>
              </a:path>
              <a:path w="344805" h="1689100">
                <a:moveTo>
                  <a:pt x="172211" y="0"/>
                </a:moveTo>
                <a:lnTo>
                  <a:pt x="164692" y="18431"/>
                </a:lnTo>
                <a:lnTo>
                  <a:pt x="319028" y="396757"/>
                </a:lnTo>
                <a:lnTo>
                  <a:pt x="232922" y="396757"/>
                </a:lnTo>
                <a:lnTo>
                  <a:pt x="232922" y="1663201"/>
                </a:lnTo>
                <a:lnTo>
                  <a:pt x="86105" y="1663201"/>
                </a:lnTo>
                <a:lnTo>
                  <a:pt x="86105" y="1688598"/>
                </a:lnTo>
                <a:lnTo>
                  <a:pt x="258317" y="1688598"/>
                </a:lnTo>
                <a:lnTo>
                  <a:pt x="258317" y="422147"/>
                </a:lnTo>
                <a:lnTo>
                  <a:pt x="344423" y="422147"/>
                </a:lnTo>
                <a:lnTo>
                  <a:pt x="172211" y="0"/>
                </a:lnTo>
                <a:close/>
              </a:path>
            </a:pathLst>
          </a:custGeom>
          <a:solidFill>
            <a:srgbClr val="959595"/>
          </a:solidFill>
        </p:spPr>
        <p:txBody>
          <a:bodyPr wrap="square" lIns="0" tIns="0" rIns="0" bIns="0" rtlCol="0"/>
          <a:lstStyle/>
          <a:p>
            <a:endParaRPr/>
          </a:p>
        </p:txBody>
      </p:sp>
      <p:sp>
        <p:nvSpPr>
          <p:cNvPr id="10" name="object 10"/>
          <p:cNvSpPr/>
          <p:nvPr/>
        </p:nvSpPr>
        <p:spPr>
          <a:xfrm>
            <a:off x="2536185" y="2665079"/>
            <a:ext cx="358140" cy="1705610"/>
          </a:xfrm>
          <a:custGeom>
            <a:avLst/>
            <a:gdLst/>
            <a:ahLst/>
            <a:cxnLst/>
            <a:rect l="l" t="t" r="r" b="b"/>
            <a:pathLst>
              <a:path w="358139" h="1705610">
                <a:moveTo>
                  <a:pt x="97535" y="1675272"/>
                </a:moveTo>
                <a:lnTo>
                  <a:pt x="88391" y="1675272"/>
                </a:lnTo>
                <a:lnTo>
                  <a:pt x="88391" y="1705240"/>
                </a:lnTo>
                <a:lnTo>
                  <a:pt x="269747" y="1705240"/>
                </a:lnTo>
                <a:lnTo>
                  <a:pt x="269747" y="1696096"/>
                </a:lnTo>
                <a:lnTo>
                  <a:pt x="97535" y="1696096"/>
                </a:lnTo>
                <a:lnTo>
                  <a:pt x="97535" y="1675272"/>
                </a:lnTo>
                <a:close/>
              </a:path>
              <a:path w="358139" h="1705610">
                <a:moveTo>
                  <a:pt x="188921" y="24140"/>
                </a:moveTo>
                <a:lnTo>
                  <a:pt x="179069" y="24140"/>
                </a:lnTo>
                <a:lnTo>
                  <a:pt x="344423" y="429646"/>
                </a:lnTo>
                <a:lnTo>
                  <a:pt x="260603" y="429646"/>
                </a:lnTo>
                <a:lnTo>
                  <a:pt x="260603" y="1696096"/>
                </a:lnTo>
                <a:lnTo>
                  <a:pt x="269747" y="1696096"/>
                </a:lnTo>
                <a:lnTo>
                  <a:pt x="269747" y="438790"/>
                </a:lnTo>
                <a:lnTo>
                  <a:pt x="358139" y="438790"/>
                </a:lnTo>
                <a:lnTo>
                  <a:pt x="188921" y="24140"/>
                </a:lnTo>
                <a:close/>
              </a:path>
              <a:path w="358139" h="1705610">
                <a:moveTo>
                  <a:pt x="179069" y="0"/>
                </a:moveTo>
                <a:lnTo>
                  <a:pt x="169087" y="24462"/>
                </a:lnTo>
                <a:lnTo>
                  <a:pt x="174013" y="36539"/>
                </a:lnTo>
                <a:lnTo>
                  <a:pt x="179069" y="24140"/>
                </a:lnTo>
                <a:lnTo>
                  <a:pt x="188921" y="24140"/>
                </a:lnTo>
                <a:lnTo>
                  <a:pt x="179069" y="0"/>
                </a:lnTo>
                <a:close/>
              </a:path>
              <a:path w="358139" h="1705610">
                <a:moveTo>
                  <a:pt x="22205" y="408828"/>
                </a:moveTo>
                <a:lnTo>
                  <a:pt x="12227" y="408828"/>
                </a:lnTo>
                <a:lnTo>
                  <a:pt x="0" y="438790"/>
                </a:lnTo>
                <a:lnTo>
                  <a:pt x="67568" y="438790"/>
                </a:lnTo>
                <a:lnTo>
                  <a:pt x="67568" y="429646"/>
                </a:lnTo>
                <a:lnTo>
                  <a:pt x="13715" y="429646"/>
                </a:lnTo>
                <a:lnTo>
                  <a:pt x="22205" y="408828"/>
                </a:lnTo>
                <a:close/>
              </a:path>
            </a:pathLst>
          </a:custGeom>
          <a:solidFill>
            <a:srgbClr val="959595"/>
          </a:solidFill>
        </p:spPr>
        <p:txBody>
          <a:bodyPr wrap="square" lIns="0" tIns="0" rIns="0" bIns="0" rtlCol="0"/>
          <a:lstStyle/>
          <a:p>
            <a:endParaRPr/>
          </a:p>
        </p:txBody>
      </p:sp>
      <p:sp>
        <p:nvSpPr>
          <p:cNvPr id="11" name="object 11"/>
          <p:cNvSpPr/>
          <p:nvPr/>
        </p:nvSpPr>
        <p:spPr>
          <a:xfrm>
            <a:off x="2517648" y="2651760"/>
            <a:ext cx="344805" cy="1689100"/>
          </a:xfrm>
          <a:custGeom>
            <a:avLst/>
            <a:gdLst/>
            <a:ahLst/>
            <a:cxnLst/>
            <a:rect l="l" t="t" r="r" b="b"/>
            <a:pathLst>
              <a:path w="344805" h="1689100">
                <a:moveTo>
                  <a:pt x="258317" y="422147"/>
                </a:moveTo>
                <a:lnTo>
                  <a:pt x="86105" y="422147"/>
                </a:lnTo>
                <a:lnTo>
                  <a:pt x="86105" y="1688591"/>
                </a:lnTo>
                <a:lnTo>
                  <a:pt x="258317" y="1688591"/>
                </a:lnTo>
                <a:lnTo>
                  <a:pt x="258317" y="422147"/>
                </a:lnTo>
                <a:close/>
              </a:path>
              <a:path w="344805" h="1689100">
                <a:moveTo>
                  <a:pt x="172211" y="0"/>
                </a:moveTo>
                <a:lnTo>
                  <a:pt x="0" y="422147"/>
                </a:lnTo>
                <a:lnTo>
                  <a:pt x="344423" y="422147"/>
                </a:lnTo>
                <a:lnTo>
                  <a:pt x="172211" y="0"/>
                </a:lnTo>
                <a:close/>
              </a:path>
            </a:pathLst>
          </a:custGeom>
          <a:solidFill>
            <a:srgbClr val="00CC98"/>
          </a:solidFill>
        </p:spPr>
        <p:txBody>
          <a:bodyPr wrap="square" lIns="0" tIns="0" rIns="0" bIns="0" rtlCol="0"/>
          <a:lstStyle/>
          <a:p>
            <a:endParaRPr/>
          </a:p>
        </p:txBody>
      </p:sp>
      <p:sp>
        <p:nvSpPr>
          <p:cNvPr id="12" name="object 12"/>
          <p:cNvSpPr/>
          <p:nvPr/>
        </p:nvSpPr>
        <p:spPr>
          <a:xfrm>
            <a:off x="2517648" y="2651760"/>
            <a:ext cx="344805" cy="1689100"/>
          </a:xfrm>
          <a:custGeom>
            <a:avLst/>
            <a:gdLst/>
            <a:ahLst/>
            <a:cxnLst/>
            <a:rect l="l" t="t" r="r" b="b"/>
            <a:pathLst>
              <a:path w="344805" h="1689100">
                <a:moveTo>
                  <a:pt x="0" y="422147"/>
                </a:moveTo>
                <a:lnTo>
                  <a:pt x="86105" y="422147"/>
                </a:lnTo>
                <a:lnTo>
                  <a:pt x="86105" y="1688591"/>
                </a:lnTo>
                <a:lnTo>
                  <a:pt x="258317" y="1688591"/>
                </a:lnTo>
                <a:lnTo>
                  <a:pt x="258317" y="422147"/>
                </a:lnTo>
                <a:lnTo>
                  <a:pt x="344423" y="422147"/>
                </a:lnTo>
                <a:lnTo>
                  <a:pt x="172211" y="0"/>
                </a:lnTo>
                <a:lnTo>
                  <a:pt x="0" y="422147"/>
                </a:lnTo>
                <a:close/>
              </a:path>
            </a:pathLst>
          </a:custGeom>
          <a:ln w="9143">
            <a:solidFill>
              <a:srgbClr val="000000"/>
            </a:solidFill>
          </a:ln>
        </p:spPr>
        <p:txBody>
          <a:bodyPr wrap="square" lIns="0" tIns="0" rIns="0" bIns="0" rtlCol="0"/>
          <a:lstStyle/>
          <a:p>
            <a:endParaRPr/>
          </a:p>
        </p:txBody>
      </p:sp>
      <p:sp>
        <p:nvSpPr>
          <p:cNvPr id="13" name="object 13"/>
          <p:cNvSpPr txBox="1"/>
          <p:nvPr/>
        </p:nvSpPr>
        <p:spPr>
          <a:xfrm>
            <a:off x="2324200" y="4901158"/>
            <a:ext cx="614045" cy="492443"/>
          </a:xfrm>
          <a:prstGeom prst="rect">
            <a:avLst/>
          </a:prstGeom>
        </p:spPr>
        <p:txBody>
          <a:bodyPr vert="horz" wrap="square" lIns="0" tIns="0" rIns="0" bIns="0" rtlCol="0">
            <a:spAutoFit/>
          </a:bodyPr>
          <a:lstStyle/>
          <a:p>
            <a:pPr marL="12700"/>
            <a:r>
              <a:rPr sz="3200" b="1" i="1" dirty="0">
                <a:solidFill>
                  <a:srgbClr val="006565"/>
                </a:solidFill>
                <a:latin typeface="Arial"/>
                <a:cs typeface="Arial"/>
              </a:rPr>
              <a:t>Fix</a:t>
            </a:r>
            <a:endParaRPr sz="3200">
              <a:latin typeface="Arial"/>
              <a:cs typeface="Arial"/>
            </a:endParaRPr>
          </a:p>
        </p:txBody>
      </p:sp>
      <p:sp>
        <p:nvSpPr>
          <p:cNvPr id="14" name="object 14"/>
          <p:cNvSpPr/>
          <p:nvPr/>
        </p:nvSpPr>
        <p:spPr>
          <a:xfrm>
            <a:off x="2994147" y="3347711"/>
            <a:ext cx="1851660" cy="939165"/>
          </a:xfrm>
          <a:custGeom>
            <a:avLst/>
            <a:gdLst/>
            <a:ahLst/>
            <a:cxnLst/>
            <a:rect l="l" t="t" r="r" b="b"/>
            <a:pathLst>
              <a:path w="1851660" h="939164">
                <a:moveTo>
                  <a:pt x="1695200" y="0"/>
                </a:moveTo>
                <a:lnTo>
                  <a:pt x="150186" y="124"/>
                </a:lnTo>
                <a:lnTo>
                  <a:pt x="107840" y="7715"/>
                </a:lnTo>
                <a:lnTo>
                  <a:pt x="70269" y="25893"/>
                </a:lnTo>
                <a:lnTo>
                  <a:pt x="39121" y="53009"/>
                </a:lnTo>
                <a:lnTo>
                  <a:pt x="16044" y="87416"/>
                </a:lnTo>
                <a:lnTo>
                  <a:pt x="2689" y="127464"/>
                </a:lnTo>
                <a:lnTo>
                  <a:pt x="0" y="156484"/>
                </a:lnTo>
                <a:lnTo>
                  <a:pt x="123" y="788595"/>
                </a:lnTo>
                <a:lnTo>
                  <a:pt x="7710" y="830941"/>
                </a:lnTo>
                <a:lnTo>
                  <a:pt x="25886" y="868514"/>
                </a:lnTo>
                <a:lnTo>
                  <a:pt x="53001" y="899664"/>
                </a:lnTo>
                <a:lnTo>
                  <a:pt x="87407" y="922743"/>
                </a:lnTo>
                <a:lnTo>
                  <a:pt x="127454" y="936100"/>
                </a:lnTo>
                <a:lnTo>
                  <a:pt x="156472" y="938790"/>
                </a:lnTo>
                <a:lnTo>
                  <a:pt x="1701450" y="938667"/>
                </a:lnTo>
                <a:lnTo>
                  <a:pt x="1743797" y="931083"/>
                </a:lnTo>
                <a:lnTo>
                  <a:pt x="1781371" y="912909"/>
                </a:lnTo>
                <a:lnTo>
                  <a:pt x="1812524" y="885795"/>
                </a:lnTo>
                <a:lnTo>
                  <a:pt x="1835605" y="851391"/>
                </a:lnTo>
                <a:lnTo>
                  <a:pt x="1848963" y="811345"/>
                </a:lnTo>
                <a:lnTo>
                  <a:pt x="1851653" y="782330"/>
                </a:lnTo>
                <a:lnTo>
                  <a:pt x="1851530" y="150212"/>
                </a:lnTo>
                <a:lnTo>
                  <a:pt x="1843942" y="107857"/>
                </a:lnTo>
                <a:lnTo>
                  <a:pt x="1825766" y="70279"/>
                </a:lnTo>
                <a:lnTo>
                  <a:pt x="1798653" y="39126"/>
                </a:lnTo>
                <a:lnTo>
                  <a:pt x="1764252" y="16047"/>
                </a:lnTo>
                <a:lnTo>
                  <a:pt x="1724211" y="2689"/>
                </a:lnTo>
                <a:lnTo>
                  <a:pt x="1695200" y="0"/>
                </a:lnTo>
                <a:close/>
              </a:path>
            </a:pathLst>
          </a:custGeom>
          <a:solidFill>
            <a:srgbClr val="E0FFE0"/>
          </a:solidFill>
        </p:spPr>
        <p:txBody>
          <a:bodyPr wrap="square" lIns="0" tIns="0" rIns="0" bIns="0" rtlCol="0"/>
          <a:lstStyle/>
          <a:p>
            <a:endParaRPr/>
          </a:p>
        </p:txBody>
      </p:sp>
      <p:sp>
        <p:nvSpPr>
          <p:cNvPr id="15" name="object 15"/>
          <p:cNvSpPr/>
          <p:nvPr/>
        </p:nvSpPr>
        <p:spPr>
          <a:xfrm>
            <a:off x="3019555" y="3373131"/>
            <a:ext cx="1851660" cy="939165"/>
          </a:xfrm>
          <a:custGeom>
            <a:avLst/>
            <a:gdLst/>
            <a:ahLst/>
            <a:cxnLst/>
            <a:rect l="l" t="t" r="r" b="b"/>
            <a:pathLst>
              <a:path w="1851660" h="939164">
                <a:moveTo>
                  <a:pt x="1695181" y="0"/>
                </a:moveTo>
                <a:lnTo>
                  <a:pt x="150209" y="122"/>
                </a:lnTo>
                <a:lnTo>
                  <a:pt x="107859" y="7706"/>
                </a:lnTo>
                <a:lnTo>
                  <a:pt x="70283" y="25880"/>
                </a:lnTo>
                <a:lnTo>
                  <a:pt x="39129" y="52993"/>
                </a:lnTo>
                <a:lnTo>
                  <a:pt x="16048" y="87396"/>
                </a:lnTo>
                <a:lnTo>
                  <a:pt x="2690" y="127439"/>
                </a:lnTo>
                <a:lnTo>
                  <a:pt x="0" y="156453"/>
                </a:lnTo>
                <a:lnTo>
                  <a:pt x="123" y="788571"/>
                </a:lnTo>
                <a:lnTo>
                  <a:pt x="7710" y="830922"/>
                </a:lnTo>
                <a:lnTo>
                  <a:pt x="25885" y="868498"/>
                </a:lnTo>
                <a:lnTo>
                  <a:pt x="52999" y="899651"/>
                </a:lnTo>
                <a:lnTo>
                  <a:pt x="87402" y="922730"/>
                </a:lnTo>
                <a:lnTo>
                  <a:pt x="127445" y="936088"/>
                </a:lnTo>
                <a:lnTo>
                  <a:pt x="156459" y="938777"/>
                </a:lnTo>
                <a:lnTo>
                  <a:pt x="1701468" y="938653"/>
                </a:lnTo>
                <a:lnTo>
                  <a:pt x="1743819" y="931062"/>
                </a:lnTo>
                <a:lnTo>
                  <a:pt x="1781393" y="912885"/>
                </a:lnTo>
                <a:lnTo>
                  <a:pt x="1812543" y="885769"/>
                </a:lnTo>
                <a:lnTo>
                  <a:pt x="1835620" y="851365"/>
                </a:lnTo>
                <a:lnTo>
                  <a:pt x="1848976" y="811321"/>
                </a:lnTo>
                <a:lnTo>
                  <a:pt x="1851666" y="782305"/>
                </a:lnTo>
                <a:lnTo>
                  <a:pt x="1851542" y="150184"/>
                </a:lnTo>
                <a:lnTo>
                  <a:pt x="1843954" y="107842"/>
                </a:lnTo>
                <a:lnTo>
                  <a:pt x="1825777" y="70272"/>
                </a:lnTo>
                <a:lnTo>
                  <a:pt x="1798661" y="39123"/>
                </a:lnTo>
                <a:lnTo>
                  <a:pt x="1764253" y="16046"/>
                </a:lnTo>
                <a:lnTo>
                  <a:pt x="1724202" y="2689"/>
                </a:lnTo>
                <a:lnTo>
                  <a:pt x="1695181" y="0"/>
                </a:lnTo>
                <a:close/>
              </a:path>
            </a:pathLst>
          </a:custGeom>
          <a:solidFill>
            <a:srgbClr val="799879"/>
          </a:solidFill>
        </p:spPr>
        <p:txBody>
          <a:bodyPr wrap="square" lIns="0" tIns="0" rIns="0" bIns="0" rtlCol="0"/>
          <a:lstStyle/>
          <a:p>
            <a:endParaRPr/>
          </a:p>
        </p:txBody>
      </p:sp>
      <p:sp>
        <p:nvSpPr>
          <p:cNvPr id="16" name="object 16"/>
          <p:cNvSpPr/>
          <p:nvPr/>
        </p:nvSpPr>
        <p:spPr>
          <a:xfrm>
            <a:off x="3006851" y="3360421"/>
            <a:ext cx="1851660" cy="939165"/>
          </a:xfrm>
          <a:custGeom>
            <a:avLst/>
            <a:gdLst/>
            <a:ahLst/>
            <a:cxnLst/>
            <a:rect l="l" t="t" r="r" b="b"/>
            <a:pathLst>
              <a:path w="1851660" h="939164">
                <a:moveTo>
                  <a:pt x="1695206" y="0"/>
                </a:moveTo>
                <a:lnTo>
                  <a:pt x="150209" y="122"/>
                </a:lnTo>
                <a:lnTo>
                  <a:pt x="107859" y="7706"/>
                </a:lnTo>
                <a:lnTo>
                  <a:pt x="70283" y="25880"/>
                </a:lnTo>
                <a:lnTo>
                  <a:pt x="39129" y="52993"/>
                </a:lnTo>
                <a:lnTo>
                  <a:pt x="16048" y="87396"/>
                </a:lnTo>
                <a:lnTo>
                  <a:pt x="2690" y="127439"/>
                </a:lnTo>
                <a:lnTo>
                  <a:pt x="0" y="156453"/>
                </a:lnTo>
                <a:lnTo>
                  <a:pt x="123" y="788579"/>
                </a:lnTo>
                <a:lnTo>
                  <a:pt x="7708" y="830927"/>
                </a:lnTo>
                <a:lnTo>
                  <a:pt x="25882" y="868502"/>
                </a:lnTo>
                <a:lnTo>
                  <a:pt x="52996" y="899655"/>
                </a:lnTo>
                <a:lnTo>
                  <a:pt x="87400" y="922735"/>
                </a:lnTo>
                <a:lnTo>
                  <a:pt x="127444" y="936094"/>
                </a:lnTo>
                <a:lnTo>
                  <a:pt x="156459" y="938783"/>
                </a:lnTo>
                <a:lnTo>
                  <a:pt x="1701456" y="938661"/>
                </a:lnTo>
                <a:lnTo>
                  <a:pt x="1743803" y="931077"/>
                </a:lnTo>
                <a:lnTo>
                  <a:pt x="1781377" y="912903"/>
                </a:lnTo>
                <a:lnTo>
                  <a:pt x="1812530" y="885789"/>
                </a:lnTo>
                <a:lnTo>
                  <a:pt x="1835611" y="851384"/>
                </a:lnTo>
                <a:lnTo>
                  <a:pt x="1848969" y="811339"/>
                </a:lnTo>
                <a:lnTo>
                  <a:pt x="1851659" y="782324"/>
                </a:lnTo>
                <a:lnTo>
                  <a:pt x="1851537" y="150208"/>
                </a:lnTo>
                <a:lnTo>
                  <a:pt x="1843954" y="107860"/>
                </a:lnTo>
                <a:lnTo>
                  <a:pt x="1825781" y="70284"/>
                </a:lnTo>
                <a:lnTo>
                  <a:pt x="1798667" y="39130"/>
                </a:lnTo>
                <a:lnTo>
                  <a:pt x="1764264" y="16049"/>
                </a:lnTo>
                <a:lnTo>
                  <a:pt x="1724220" y="2690"/>
                </a:lnTo>
                <a:lnTo>
                  <a:pt x="1695206" y="0"/>
                </a:lnTo>
                <a:close/>
              </a:path>
            </a:pathLst>
          </a:custGeom>
          <a:solidFill>
            <a:srgbClr val="CCFFCC"/>
          </a:solidFill>
        </p:spPr>
        <p:txBody>
          <a:bodyPr wrap="square" lIns="0" tIns="0" rIns="0" bIns="0" rtlCol="0"/>
          <a:lstStyle/>
          <a:p>
            <a:endParaRPr/>
          </a:p>
        </p:txBody>
      </p:sp>
      <p:sp>
        <p:nvSpPr>
          <p:cNvPr id="17" name="object 17"/>
          <p:cNvSpPr/>
          <p:nvPr/>
        </p:nvSpPr>
        <p:spPr>
          <a:xfrm>
            <a:off x="3489448" y="2788677"/>
            <a:ext cx="344805" cy="435609"/>
          </a:xfrm>
          <a:custGeom>
            <a:avLst/>
            <a:gdLst/>
            <a:ahLst/>
            <a:cxnLst/>
            <a:rect l="l" t="t" r="r" b="b"/>
            <a:pathLst>
              <a:path w="344805" h="435610">
                <a:moveTo>
                  <a:pt x="60710" y="0"/>
                </a:moveTo>
                <a:lnTo>
                  <a:pt x="31935" y="0"/>
                </a:lnTo>
                <a:lnTo>
                  <a:pt x="0" y="25390"/>
                </a:lnTo>
                <a:lnTo>
                  <a:pt x="60710" y="25390"/>
                </a:lnTo>
                <a:lnTo>
                  <a:pt x="60710" y="0"/>
                </a:lnTo>
                <a:close/>
              </a:path>
              <a:path w="344805" h="435610">
                <a:moveTo>
                  <a:pt x="312488" y="0"/>
                </a:moveTo>
                <a:lnTo>
                  <a:pt x="232922" y="0"/>
                </a:lnTo>
                <a:lnTo>
                  <a:pt x="232922" y="410199"/>
                </a:lnTo>
                <a:lnTo>
                  <a:pt x="86105" y="410199"/>
                </a:lnTo>
                <a:lnTo>
                  <a:pt x="86105" y="435589"/>
                </a:lnTo>
                <a:lnTo>
                  <a:pt x="258317" y="435589"/>
                </a:lnTo>
                <a:lnTo>
                  <a:pt x="258317" y="25390"/>
                </a:lnTo>
                <a:lnTo>
                  <a:pt x="344423" y="25390"/>
                </a:lnTo>
                <a:lnTo>
                  <a:pt x="312488" y="0"/>
                </a:lnTo>
                <a:close/>
              </a:path>
            </a:pathLst>
          </a:custGeom>
          <a:solidFill>
            <a:srgbClr val="959595"/>
          </a:solidFill>
        </p:spPr>
        <p:txBody>
          <a:bodyPr wrap="square" lIns="0" tIns="0" rIns="0" bIns="0" rtlCol="0"/>
          <a:lstStyle/>
          <a:p>
            <a:endParaRPr/>
          </a:p>
        </p:txBody>
      </p:sp>
      <p:sp>
        <p:nvSpPr>
          <p:cNvPr id="18" name="object 18"/>
          <p:cNvSpPr/>
          <p:nvPr/>
        </p:nvSpPr>
        <p:spPr>
          <a:xfrm>
            <a:off x="3476375" y="2671328"/>
            <a:ext cx="370840" cy="557530"/>
          </a:xfrm>
          <a:custGeom>
            <a:avLst/>
            <a:gdLst/>
            <a:ahLst/>
            <a:cxnLst/>
            <a:rect l="l" t="t" r="r" b="b"/>
            <a:pathLst>
              <a:path w="370839" h="557530">
                <a:moveTo>
                  <a:pt x="103750" y="527547"/>
                </a:moveTo>
                <a:lnTo>
                  <a:pt x="94606" y="527547"/>
                </a:lnTo>
                <a:lnTo>
                  <a:pt x="94606" y="557509"/>
                </a:lnTo>
                <a:lnTo>
                  <a:pt x="275962" y="557509"/>
                </a:lnTo>
                <a:lnTo>
                  <a:pt x="275962" y="548365"/>
                </a:lnTo>
                <a:lnTo>
                  <a:pt x="103750" y="548365"/>
                </a:lnTo>
                <a:lnTo>
                  <a:pt x="103750" y="527547"/>
                </a:lnTo>
                <a:close/>
              </a:path>
              <a:path w="370839" h="557530">
                <a:moveTo>
                  <a:pt x="185284" y="0"/>
                </a:moveTo>
                <a:lnTo>
                  <a:pt x="184893" y="311"/>
                </a:lnTo>
                <a:lnTo>
                  <a:pt x="332101" y="117347"/>
                </a:lnTo>
                <a:lnTo>
                  <a:pt x="318232" y="117347"/>
                </a:lnTo>
                <a:lnTo>
                  <a:pt x="344423" y="138165"/>
                </a:lnTo>
                <a:lnTo>
                  <a:pt x="266818" y="138165"/>
                </a:lnTo>
                <a:lnTo>
                  <a:pt x="266818" y="548365"/>
                </a:lnTo>
                <a:lnTo>
                  <a:pt x="275962" y="548365"/>
                </a:lnTo>
                <a:lnTo>
                  <a:pt x="275962" y="147309"/>
                </a:lnTo>
                <a:lnTo>
                  <a:pt x="370581" y="147309"/>
                </a:lnTo>
                <a:lnTo>
                  <a:pt x="185284" y="0"/>
                </a:lnTo>
                <a:close/>
              </a:path>
              <a:path w="370839" h="557530">
                <a:moveTo>
                  <a:pt x="52347" y="117347"/>
                </a:moveTo>
                <a:lnTo>
                  <a:pt x="37685" y="117347"/>
                </a:lnTo>
                <a:lnTo>
                  <a:pt x="0" y="147309"/>
                </a:lnTo>
                <a:lnTo>
                  <a:pt x="73783" y="147309"/>
                </a:lnTo>
                <a:lnTo>
                  <a:pt x="73783" y="138165"/>
                </a:lnTo>
                <a:lnTo>
                  <a:pt x="26157" y="138165"/>
                </a:lnTo>
                <a:lnTo>
                  <a:pt x="52347" y="117347"/>
                </a:lnTo>
                <a:close/>
              </a:path>
            </a:pathLst>
          </a:custGeom>
          <a:solidFill>
            <a:srgbClr val="959595"/>
          </a:solidFill>
        </p:spPr>
        <p:txBody>
          <a:bodyPr wrap="square" lIns="0" tIns="0" rIns="0" bIns="0" rtlCol="0"/>
          <a:lstStyle/>
          <a:p>
            <a:endParaRPr/>
          </a:p>
        </p:txBody>
      </p:sp>
      <p:sp>
        <p:nvSpPr>
          <p:cNvPr id="19" name="object 19"/>
          <p:cNvSpPr/>
          <p:nvPr/>
        </p:nvSpPr>
        <p:spPr>
          <a:xfrm>
            <a:off x="3464052" y="2651760"/>
            <a:ext cx="344805" cy="547370"/>
          </a:xfrm>
          <a:custGeom>
            <a:avLst/>
            <a:gdLst/>
            <a:ahLst/>
            <a:cxnLst/>
            <a:rect l="l" t="t" r="r" b="b"/>
            <a:pathLst>
              <a:path w="344805" h="547369">
                <a:moveTo>
                  <a:pt x="258317" y="136916"/>
                </a:moveTo>
                <a:lnTo>
                  <a:pt x="86105" y="136916"/>
                </a:lnTo>
                <a:lnTo>
                  <a:pt x="86105" y="547115"/>
                </a:lnTo>
                <a:lnTo>
                  <a:pt x="258317" y="547115"/>
                </a:lnTo>
                <a:lnTo>
                  <a:pt x="258317" y="136916"/>
                </a:lnTo>
                <a:close/>
              </a:path>
              <a:path w="344805" h="547369">
                <a:moveTo>
                  <a:pt x="172211" y="0"/>
                </a:moveTo>
                <a:lnTo>
                  <a:pt x="0" y="136916"/>
                </a:lnTo>
                <a:lnTo>
                  <a:pt x="344423" y="136916"/>
                </a:lnTo>
                <a:lnTo>
                  <a:pt x="172211" y="0"/>
                </a:lnTo>
                <a:close/>
              </a:path>
            </a:pathLst>
          </a:custGeom>
          <a:solidFill>
            <a:srgbClr val="00CC98"/>
          </a:solidFill>
        </p:spPr>
        <p:txBody>
          <a:bodyPr wrap="square" lIns="0" tIns="0" rIns="0" bIns="0" rtlCol="0"/>
          <a:lstStyle/>
          <a:p>
            <a:endParaRPr/>
          </a:p>
        </p:txBody>
      </p:sp>
      <p:sp>
        <p:nvSpPr>
          <p:cNvPr id="20" name="object 20"/>
          <p:cNvSpPr/>
          <p:nvPr/>
        </p:nvSpPr>
        <p:spPr>
          <a:xfrm>
            <a:off x="3464052" y="2651760"/>
            <a:ext cx="344805" cy="547370"/>
          </a:xfrm>
          <a:custGeom>
            <a:avLst/>
            <a:gdLst/>
            <a:ahLst/>
            <a:cxnLst/>
            <a:rect l="l" t="t" r="r" b="b"/>
            <a:pathLst>
              <a:path w="344805" h="547369">
                <a:moveTo>
                  <a:pt x="0" y="136916"/>
                </a:moveTo>
                <a:lnTo>
                  <a:pt x="86105" y="136916"/>
                </a:lnTo>
                <a:lnTo>
                  <a:pt x="86105" y="547115"/>
                </a:lnTo>
                <a:lnTo>
                  <a:pt x="258317" y="547115"/>
                </a:lnTo>
                <a:lnTo>
                  <a:pt x="258317" y="136916"/>
                </a:lnTo>
                <a:lnTo>
                  <a:pt x="344423" y="136916"/>
                </a:lnTo>
                <a:lnTo>
                  <a:pt x="172211" y="0"/>
                </a:lnTo>
                <a:lnTo>
                  <a:pt x="0" y="136916"/>
                </a:lnTo>
                <a:close/>
              </a:path>
            </a:pathLst>
          </a:custGeom>
          <a:ln w="9143">
            <a:solidFill>
              <a:srgbClr val="000000"/>
            </a:solidFill>
          </a:ln>
        </p:spPr>
        <p:txBody>
          <a:bodyPr wrap="square" lIns="0" tIns="0" rIns="0" bIns="0" rtlCol="0"/>
          <a:lstStyle/>
          <a:p>
            <a:endParaRPr/>
          </a:p>
        </p:txBody>
      </p:sp>
      <p:sp>
        <p:nvSpPr>
          <p:cNvPr id="21" name="object 21"/>
          <p:cNvSpPr txBox="1"/>
          <p:nvPr/>
        </p:nvSpPr>
        <p:spPr>
          <a:xfrm>
            <a:off x="3171191" y="3386802"/>
            <a:ext cx="1639570" cy="984885"/>
          </a:xfrm>
          <a:prstGeom prst="rect">
            <a:avLst/>
          </a:prstGeom>
        </p:spPr>
        <p:txBody>
          <a:bodyPr vert="horz" wrap="square" lIns="0" tIns="0" rIns="0" bIns="0" rtlCol="0">
            <a:spAutoFit/>
          </a:bodyPr>
          <a:lstStyle/>
          <a:p>
            <a:pPr marL="197485" marR="5080" indent="-184785"/>
            <a:r>
              <a:rPr sz="3200" b="1" i="1" spc="-5" dirty="0">
                <a:solidFill>
                  <a:srgbClr val="006565"/>
                </a:solidFill>
                <a:latin typeface="Arial"/>
                <a:cs typeface="Arial"/>
              </a:rPr>
              <a:t>Bonu</a:t>
            </a:r>
            <a:r>
              <a:rPr sz="3200" b="1" i="1" dirty="0">
                <a:solidFill>
                  <a:srgbClr val="006565"/>
                </a:solidFill>
                <a:latin typeface="Arial"/>
                <a:cs typeface="Arial"/>
              </a:rPr>
              <a:t>s</a:t>
            </a:r>
            <a:r>
              <a:rPr sz="3200" b="1" i="1" spc="70" dirty="0">
                <a:solidFill>
                  <a:srgbClr val="006565"/>
                </a:solidFill>
                <a:latin typeface="Times New Roman"/>
                <a:cs typeface="Times New Roman"/>
              </a:rPr>
              <a:t> </a:t>
            </a:r>
            <a:r>
              <a:rPr sz="3200" b="1" i="1" dirty="0">
                <a:solidFill>
                  <a:srgbClr val="006565"/>
                </a:solidFill>
                <a:latin typeface="Arial"/>
                <a:cs typeface="Arial"/>
              </a:rPr>
              <a:t>+</a:t>
            </a:r>
            <a:r>
              <a:rPr sz="3200" b="1" i="1" dirty="0">
                <a:solidFill>
                  <a:srgbClr val="006565"/>
                </a:solidFill>
                <a:latin typeface="Times New Roman"/>
                <a:cs typeface="Times New Roman"/>
              </a:rPr>
              <a:t> </a:t>
            </a:r>
            <a:r>
              <a:rPr sz="3200" b="1" i="1" dirty="0">
                <a:solidFill>
                  <a:srgbClr val="006565"/>
                </a:solidFill>
                <a:latin typeface="Arial"/>
                <a:cs typeface="Arial"/>
              </a:rPr>
              <a:t>GS/PS</a:t>
            </a:r>
            <a:endParaRPr sz="3200">
              <a:latin typeface="Arial"/>
              <a:cs typeface="Arial"/>
            </a:endParaRPr>
          </a:p>
        </p:txBody>
      </p:sp>
      <p:sp>
        <p:nvSpPr>
          <p:cNvPr id="22" name="object 22"/>
          <p:cNvSpPr/>
          <p:nvPr/>
        </p:nvSpPr>
        <p:spPr>
          <a:xfrm>
            <a:off x="4643109" y="4640068"/>
            <a:ext cx="1658620" cy="939165"/>
          </a:xfrm>
          <a:custGeom>
            <a:avLst/>
            <a:gdLst/>
            <a:ahLst/>
            <a:cxnLst/>
            <a:rect l="l" t="t" r="r" b="b"/>
            <a:pathLst>
              <a:path w="1658620" h="939164">
                <a:moveTo>
                  <a:pt x="1501658" y="0"/>
                </a:moveTo>
                <a:lnTo>
                  <a:pt x="150198" y="124"/>
                </a:lnTo>
                <a:lnTo>
                  <a:pt x="107846" y="7715"/>
                </a:lnTo>
                <a:lnTo>
                  <a:pt x="70272" y="25892"/>
                </a:lnTo>
                <a:lnTo>
                  <a:pt x="39122" y="53007"/>
                </a:lnTo>
                <a:lnTo>
                  <a:pt x="16045" y="87412"/>
                </a:lnTo>
                <a:lnTo>
                  <a:pt x="2689" y="127456"/>
                </a:lnTo>
                <a:lnTo>
                  <a:pt x="0" y="156472"/>
                </a:lnTo>
                <a:lnTo>
                  <a:pt x="123" y="788598"/>
                </a:lnTo>
                <a:lnTo>
                  <a:pt x="7713" y="830942"/>
                </a:lnTo>
                <a:lnTo>
                  <a:pt x="25890" y="868512"/>
                </a:lnTo>
                <a:lnTo>
                  <a:pt x="53006" y="899661"/>
                </a:lnTo>
                <a:lnTo>
                  <a:pt x="87413" y="922738"/>
                </a:lnTo>
                <a:lnTo>
                  <a:pt x="127463" y="936094"/>
                </a:lnTo>
                <a:lnTo>
                  <a:pt x="156484" y="938783"/>
                </a:lnTo>
                <a:lnTo>
                  <a:pt x="1507908" y="938661"/>
                </a:lnTo>
                <a:lnTo>
                  <a:pt x="1550255" y="931077"/>
                </a:lnTo>
                <a:lnTo>
                  <a:pt x="1587830" y="912903"/>
                </a:lnTo>
                <a:lnTo>
                  <a:pt x="1618982" y="885789"/>
                </a:lnTo>
                <a:lnTo>
                  <a:pt x="1642063" y="851384"/>
                </a:lnTo>
                <a:lnTo>
                  <a:pt x="1655421" y="811339"/>
                </a:lnTo>
                <a:lnTo>
                  <a:pt x="1658111" y="782324"/>
                </a:lnTo>
                <a:lnTo>
                  <a:pt x="1657988" y="150211"/>
                </a:lnTo>
                <a:lnTo>
                  <a:pt x="1650402" y="107858"/>
                </a:lnTo>
                <a:lnTo>
                  <a:pt x="1632228" y="70281"/>
                </a:lnTo>
                <a:lnTo>
                  <a:pt x="1605114" y="39128"/>
                </a:lnTo>
                <a:lnTo>
                  <a:pt x="1570712" y="16047"/>
                </a:lnTo>
                <a:lnTo>
                  <a:pt x="1530670" y="2689"/>
                </a:lnTo>
                <a:lnTo>
                  <a:pt x="1501658" y="0"/>
                </a:lnTo>
                <a:close/>
              </a:path>
            </a:pathLst>
          </a:custGeom>
          <a:solidFill>
            <a:srgbClr val="C2E0FF"/>
          </a:solidFill>
        </p:spPr>
        <p:txBody>
          <a:bodyPr wrap="square" lIns="0" tIns="0" rIns="0" bIns="0" rtlCol="0"/>
          <a:lstStyle/>
          <a:p>
            <a:endParaRPr/>
          </a:p>
        </p:txBody>
      </p:sp>
      <p:sp>
        <p:nvSpPr>
          <p:cNvPr id="23" name="object 23"/>
          <p:cNvSpPr/>
          <p:nvPr/>
        </p:nvSpPr>
        <p:spPr>
          <a:xfrm>
            <a:off x="4668530" y="4665477"/>
            <a:ext cx="1658620" cy="939165"/>
          </a:xfrm>
          <a:custGeom>
            <a:avLst/>
            <a:gdLst/>
            <a:ahLst/>
            <a:cxnLst/>
            <a:rect l="l" t="t" r="r" b="b"/>
            <a:pathLst>
              <a:path w="1658620" h="939164">
                <a:moveTo>
                  <a:pt x="1501627" y="0"/>
                </a:moveTo>
                <a:lnTo>
                  <a:pt x="150203" y="122"/>
                </a:lnTo>
                <a:lnTo>
                  <a:pt x="107856" y="7706"/>
                </a:lnTo>
                <a:lnTo>
                  <a:pt x="70281" y="25880"/>
                </a:lnTo>
                <a:lnTo>
                  <a:pt x="39129" y="52994"/>
                </a:lnTo>
                <a:lnTo>
                  <a:pt x="16048" y="87399"/>
                </a:lnTo>
                <a:lnTo>
                  <a:pt x="2690" y="127444"/>
                </a:lnTo>
                <a:lnTo>
                  <a:pt x="0" y="156459"/>
                </a:lnTo>
                <a:lnTo>
                  <a:pt x="123" y="788572"/>
                </a:lnTo>
                <a:lnTo>
                  <a:pt x="7709" y="830925"/>
                </a:lnTo>
                <a:lnTo>
                  <a:pt x="25883" y="868502"/>
                </a:lnTo>
                <a:lnTo>
                  <a:pt x="52996" y="899655"/>
                </a:lnTo>
                <a:lnTo>
                  <a:pt x="87399" y="922736"/>
                </a:lnTo>
                <a:lnTo>
                  <a:pt x="127441" y="936094"/>
                </a:lnTo>
                <a:lnTo>
                  <a:pt x="156453" y="938783"/>
                </a:lnTo>
                <a:lnTo>
                  <a:pt x="1507913" y="938659"/>
                </a:lnTo>
                <a:lnTo>
                  <a:pt x="1550264" y="931068"/>
                </a:lnTo>
                <a:lnTo>
                  <a:pt x="1587839" y="912891"/>
                </a:lnTo>
                <a:lnTo>
                  <a:pt x="1618989" y="885776"/>
                </a:lnTo>
                <a:lnTo>
                  <a:pt x="1642066" y="851371"/>
                </a:lnTo>
                <a:lnTo>
                  <a:pt x="1655422" y="811327"/>
                </a:lnTo>
                <a:lnTo>
                  <a:pt x="1658111" y="782311"/>
                </a:lnTo>
                <a:lnTo>
                  <a:pt x="1657988" y="150185"/>
                </a:lnTo>
                <a:lnTo>
                  <a:pt x="1650398" y="107841"/>
                </a:lnTo>
                <a:lnTo>
                  <a:pt x="1632221" y="70271"/>
                </a:lnTo>
                <a:lnTo>
                  <a:pt x="1605105" y="39122"/>
                </a:lnTo>
                <a:lnTo>
                  <a:pt x="1570697" y="16045"/>
                </a:lnTo>
                <a:lnTo>
                  <a:pt x="1530648" y="2689"/>
                </a:lnTo>
                <a:lnTo>
                  <a:pt x="1501627" y="0"/>
                </a:lnTo>
                <a:close/>
              </a:path>
            </a:pathLst>
          </a:custGeom>
          <a:solidFill>
            <a:srgbClr val="5C7998"/>
          </a:solidFill>
        </p:spPr>
        <p:txBody>
          <a:bodyPr wrap="square" lIns="0" tIns="0" rIns="0" bIns="0" rtlCol="0"/>
          <a:lstStyle/>
          <a:p>
            <a:endParaRPr/>
          </a:p>
        </p:txBody>
      </p:sp>
      <p:sp>
        <p:nvSpPr>
          <p:cNvPr id="24" name="object 24"/>
          <p:cNvSpPr/>
          <p:nvPr/>
        </p:nvSpPr>
        <p:spPr>
          <a:xfrm>
            <a:off x="4655820" y="4652773"/>
            <a:ext cx="1658620" cy="939165"/>
          </a:xfrm>
          <a:custGeom>
            <a:avLst/>
            <a:gdLst/>
            <a:ahLst/>
            <a:cxnLst/>
            <a:rect l="l" t="t" r="r" b="b"/>
            <a:pathLst>
              <a:path w="1658620" h="939164">
                <a:moveTo>
                  <a:pt x="1501658" y="0"/>
                </a:moveTo>
                <a:lnTo>
                  <a:pt x="150203" y="122"/>
                </a:lnTo>
                <a:lnTo>
                  <a:pt x="107856" y="7706"/>
                </a:lnTo>
                <a:lnTo>
                  <a:pt x="70281" y="25880"/>
                </a:lnTo>
                <a:lnTo>
                  <a:pt x="39129" y="52994"/>
                </a:lnTo>
                <a:lnTo>
                  <a:pt x="16048" y="87399"/>
                </a:lnTo>
                <a:lnTo>
                  <a:pt x="2690" y="127444"/>
                </a:lnTo>
                <a:lnTo>
                  <a:pt x="0" y="156459"/>
                </a:lnTo>
                <a:lnTo>
                  <a:pt x="122" y="788574"/>
                </a:lnTo>
                <a:lnTo>
                  <a:pt x="7706" y="830924"/>
                </a:lnTo>
                <a:lnTo>
                  <a:pt x="25880" y="868500"/>
                </a:lnTo>
                <a:lnTo>
                  <a:pt x="52993" y="899654"/>
                </a:lnTo>
                <a:lnTo>
                  <a:pt x="87396" y="922735"/>
                </a:lnTo>
                <a:lnTo>
                  <a:pt x="127439" y="936093"/>
                </a:lnTo>
                <a:lnTo>
                  <a:pt x="156453" y="938783"/>
                </a:lnTo>
                <a:lnTo>
                  <a:pt x="1507908" y="938661"/>
                </a:lnTo>
                <a:lnTo>
                  <a:pt x="1550255" y="931077"/>
                </a:lnTo>
                <a:lnTo>
                  <a:pt x="1587830" y="912903"/>
                </a:lnTo>
                <a:lnTo>
                  <a:pt x="1618982" y="885789"/>
                </a:lnTo>
                <a:lnTo>
                  <a:pt x="1642063" y="851384"/>
                </a:lnTo>
                <a:lnTo>
                  <a:pt x="1655421" y="811339"/>
                </a:lnTo>
                <a:lnTo>
                  <a:pt x="1658111" y="782324"/>
                </a:lnTo>
                <a:lnTo>
                  <a:pt x="1657989" y="150209"/>
                </a:lnTo>
                <a:lnTo>
                  <a:pt x="1650405" y="107859"/>
                </a:lnTo>
                <a:lnTo>
                  <a:pt x="1632231" y="70283"/>
                </a:lnTo>
                <a:lnTo>
                  <a:pt x="1605118" y="39129"/>
                </a:lnTo>
                <a:lnTo>
                  <a:pt x="1570715" y="16048"/>
                </a:lnTo>
                <a:lnTo>
                  <a:pt x="1530672" y="2690"/>
                </a:lnTo>
                <a:lnTo>
                  <a:pt x="1501658" y="0"/>
                </a:lnTo>
                <a:close/>
              </a:path>
            </a:pathLst>
          </a:custGeom>
          <a:solidFill>
            <a:srgbClr val="98CCFF"/>
          </a:solidFill>
        </p:spPr>
        <p:txBody>
          <a:bodyPr wrap="square" lIns="0" tIns="0" rIns="0" bIns="0" rtlCol="0"/>
          <a:lstStyle/>
          <a:p>
            <a:endParaRPr/>
          </a:p>
        </p:txBody>
      </p:sp>
      <p:sp>
        <p:nvSpPr>
          <p:cNvPr id="25" name="object 25"/>
          <p:cNvSpPr/>
          <p:nvPr/>
        </p:nvSpPr>
        <p:spPr>
          <a:xfrm>
            <a:off x="5326380" y="2651760"/>
            <a:ext cx="344805" cy="1689100"/>
          </a:xfrm>
          <a:custGeom>
            <a:avLst/>
            <a:gdLst/>
            <a:ahLst/>
            <a:cxnLst/>
            <a:rect l="l" t="t" r="r" b="b"/>
            <a:pathLst>
              <a:path w="344804" h="1689100">
                <a:moveTo>
                  <a:pt x="258317" y="422147"/>
                </a:moveTo>
                <a:lnTo>
                  <a:pt x="86105" y="422147"/>
                </a:lnTo>
                <a:lnTo>
                  <a:pt x="86105" y="1688591"/>
                </a:lnTo>
                <a:lnTo>
                  <a:pt x="258317" y="1688591"/>
                </a:lnTo>
                <a:lnTo>
                  <a:pt x="258317" y="422147"/>
                </a:lnTo>
                <a:close/>
              </a:path>
              <a:path w="344804" h="1689100">
                <a:moveTo>
                  <a:pt x="172211" y="0"/>
                </a:moveTo>
                <a:lnTo>
                  <a:pt x="0" y="422147"/>
                </a:lnTo>
                <a:lnTo>
                  <a:pt x="344423" y="422147"/>
                </a:lnTo>
                <a:lnTo>
                  <a:pt x="172211" y="0"/>
                </a:lnTo>
                <a:close/>
              </a:path>
            </a:pathLst>
          </a:custGeom>
          <a:solidFill>
            <a:srgbClr val="3265FF"/>
          </a:solidFill>
        </p:spPr>
        <p:txBody>
          <a:bodyPr wrap="square" lIns="0" tIns="0" rIns="0" bIns="0" rtlCol="0"/>
          <a:lstStyle/>
          <a:p>
            <a:endParaRPr/>
          </a:p>
        </p:txBody>
      </p:sp>
      <p:sp>
        <p:nvSpPr>
          <p:cNvPr id="26" name="object 26"/>
          <p:cNvSpPr/>
          <p:nvPr/>
        </p:nvSpPr>
        <p:spPr>
          <a:xfrm>
            <a:off x="5326380" y="2651760"/>
            <a:ext cx="344805" cy="1689100"/>
          </a:xfrm>
          <a:custGeom>
            <a:avLst/>
            <a:gdLst/>
            <a:ahLst/>
            <a:cxnLst/>
            <a:rect l="l" t="t" r="r" b="b"/>
            <a:pathLst>
              <a:path w="344804" h="1689100">
                <a:moveTo>
                  <a:pt x="0" y="422147"/>
                </a:moveTo>
                <a:lnTo>
                  <a:pt x="86105" y="422147"/>
                </a:lnTo>
                <a:lnTo>
                  <a:pt x="86105" y="1688591"/>
                </a:lnTo>
                <a:lnTo>
                  <a:pt x="258317" y="1688591"/>
                </a:lnTo>
                <a:lnTo>
                  <a:pt x="258317" y="422147"/>
                </a:lnTo>
                <a:lnTo>
                  <a:pt x="344423" y="422147"/>
                </a:lnTo>
                <a:lnTo>
                  <a:pt x="172211" y="0"/>
                </a:lnTo>
                <a:lnTo>
                  <a:pt x="0" y="422147"/>
                </a:lnTo>
                <a:close/>
              </a:path>
            </a:pathLst>
          </a:custGeom>
          <a:ln w="9143">
            <a:solidFill>
              <a:srgbClr val="000000"/>
            </a:solidFill>
          </a:ln>
        </p:spPr>
        <p:txBody>
          <a:bodyPr wrap="square" lIns="0" tIns="0" rIns="0" bIns="0" rtlCol="0"/>
          <a:lstStyle/>
          <a:p>
            <a:endParaRPr/>
          </a:p>
        </p:txBody>
      </p:sp>
      <p:sp>
        <p:nvSpPr>
          <p:cNvPr id="27" name="object 27"/>
          <p:cNvSpPr txBox="1"/>
          <p:nvPr/>
        </p:nvSpPr>
        <p:spPr>
          <a:xfrm>
            <a:off x="4607435" y="4656683"/>
            <a:ext cx="1855470" cy="984885"/>
          </a:xfrm>
          <a:prstGeom prst="rect">
            <a:avLst/>
          </a:prstGeom>
        </p:spPr>
        <p:txBody>
          <a:bodyPr vert="horz" wrap="square" lIns="0" tIns="0" rIns="0" bIns="0" rtlCol="0">
            <a:spAutoFit/>
          </a:bodyPr>
          <a:lstStyle/>
          <a:p>
            <a:pPr marR="104139" algn="ctr"/>
            <a:r>
              <a:rPr sz="3200" b="1" i="1" spc="-5" dirty="0">
                <a:solidFill>
                  <a:srgbClr val="3232CC"/>
                </a:solidFill>
                <a:latin typeface="Arial"/>
                <a:cs typeface="Arial"/>
              </a:rPr>
              <a:t>Non</a:t>
            </a:r>
            <a:endParaRPr sz="3200">
              <a:latin typeface="Arial"/>
              <a:cs typeface="Arial"/>
            </a:endParaRPr>
          </a:p>
          <a:p>
            <a:pPr algn="ctr">
              <a:lnSpc>
                <a:spcPct val="100000"/>
              </a:lnSpc>
            </a:pPr>
            <a:r>
              <a:rPr sz="3200" b="1" i="1" spc="-5" dirty="0">
                <a:solidFill>
                  <a:srgbClr val="3232CC"/>
                </a:solidFill>
                <a:latin typeface="Arial"/>
                <a:cs typeface="Arial"/>
              </a:rPr>
              <a:t>mon</a:t>
            </a:r>
            <a:r>
              <a:rPr sz="3200" b="1" i="1" spc="-15" dirty="0">
                <a:solidFill>
                  <a:srgbClr val="3232CC"/>
                </a:solidFill>
                <a:latin typeface="Arial"/>
                <a:cs typeface="Arial"/>
              </a:rPr>
              <a:t>e</a:t>
            </a:r>
            <a:r>
              <a:rPr sz="3200" b="1" i="1" dirty="0">
                <a:solidFill>
                  <a:srgbClr val="3232CC"/>
                </a:solidFill>
                <a:latin typeface="Arial"/>
                <a:cs typeface="Arial"/>
              </a:rPr>
              <a:t>tary</a:t>
            </a:r>
            <a:endParaRPr sz="3200">
              <a:latin typeface="Arial"/>
              <a:cs typeface="Arial"/>
            </a:endParaRPr>
          </a:p>
        </p:txBody>
      </p:sp>
      <p:sp>
        <p:nvSpPr>
          <p:cNvPr id="28" name="object 28"/>
          <p:cNvSpPr/>
          <p:nvPr/>
        </p:nvSpPr>
        <p:spPr>
          <a:xfrm>
            <a:off x="5714481" y="3347711"/>
            <a:ext cx="1995170" cy="939165"/>
          </a:xfrm>
          <a:custGeom>
            <a:avLst/>
            <a:gdLst/>
            <a:ahLst/>
            <a:cxnLst/>
            <a:rect l="l" t="t" r="r" b="b"/>
            <a:pathLst>
              <a:path w="1995170" h="939164">
                <a:moveTo>
                  <a:pt x="1838462" y="0"/>
                </a:moveTo>
                <a:lnTo>
                  <a:pt x="150188" y="124"/>
                </a:lnTo>
                <a:lnTo>
                  <a:pt x="107839" y="7717"/>
                </a:lnTo>
                <a:lnTo>
                  <a:pt x="70267" y="25896"/>
                </a:lnTo>
                <a:lnTo>
                  <a:pt x="39119" y="53013"/>
                </a:lnTo>
                <a:lnTo>
                  <a:pt x="16044" y="87418"/>
                </a:lnTo>
                <a:lnTo>
                  <a:pt x="2689" y="127465"/>
                </a:lnTo>
                <a:lnTo>
                  <a:pt x="0" y="156484"/>
                </a:lnTo>
                <a:lnTo>
                  <a:pt x="123" y="788604"/>
                </a:lnTo>
                <a:lnTo>
                  <a:pt x="7713" y="830948"/>
                </a:lnTo>
                <a:lnTo>
                  <a:pt x="25890" y="868518"/>
                </a:lnTo>
                <a:lnTo>
                  <a:pt x="53006" y="899667"/>
                </a:lnTo>
                <a:lnTo>
                  <a:pt x="87413" y="922744"/>
                </a:lnTo>
                <a:lnTo>
                  <a:pt x="127463" y="936100"/>
                </a:lnTo>
                <a:lnTo>
                  <a:pt x="156484" y="938790"/>
                </a:lnTo>
                <a:lnTo>
                  <a:pt x="1844712" y="938667"/>
                </a:lnTo>
                <a:lnTo>
                  <a:pt x="1887059" y="931083"/>
                </a:lnTo>
                <a:lnTo>
                  <a:pt x="1924633" y="912909"/>
                </a:lnTo>
                <a:lnTo>
                  <a:pt x="1955786" y="885795"/>
                </a:lnTo>
                <a:lnTo>
                  <a:pt x="1978867" y="851391"/>
                </a:lnTo>
                <a:lnTo>
                  <a:pt x="1992225" y="811345"/>
                </a:lnTo>
                <a:lnTo>
                  <a:pt x="1994915" y="782330"/>
                </a:lnTo>
                <a:lnTo>
                  <a:pt x="1994792" y="150212"/>
                </a:lnTo>
                <a:lnTo>
                  <a:pt x="1987204" y="107857"/>
                </a:lnTo>
                <a:lnTo>
                  <a:pt x="1969028" y="70279"/>
                </a:lnTo>
                <a:lnTo>
                  <a:pt x="1941915" y="39126"/>
                </a:lnTo>
                <a:lnTo>
                  <a:pt x="1907514" y="16047"/>
                </a:lnTo>
                <a:lnTo>
                  <a:pt x="1867473" y="2689"/>
                </a:lnTo>
                <a:lnTo>
                  <a:pt x="1838462" y="0"/>
                </a:lnTo>
                <a:close/>
              </a:path>
            </a:pathLst>
          </a:custGeom>
          <a:solidFill>
            <a:srgbClr val="C2E0FF"/>
          </a:solidFill>
        </p:spPr>
        <p:txBody>
          <a:bodyPr wrap="square" lIns="0" tIns="0" rIns="0" bIns="0" rtlCol="0"/>
          <a:lstStyle/>
          <a:p>
            <a:endParaRPr/>
          </a:p>
        </p:txBody>
      </p:sp>
      <p:sp>
        <p:nvSpPr>
          <p:cNvPr id="29" name="object 29"/>
          <p:cNvSpPr/>
          <p:nvPr/>
        </p:nvSpPr>
        <p:spPr>
          <a:xfrm>
            <a:off x="5739901" y="3373131"/>
            <a:ext cx="1995170" cy="939165"/>
          </a:xfrm>
          <a:custGeom>
            <a:avLst/>
            <a:gdLst/>
            <a:ahLst/>
            <a:cxnLst/>
            <a:rect l="l" t="t" r="r" b="b"/>
            <a:pathLst>
              <a:path w="1995170" h="939164">
                <a:moveTo>
                  <a:pt x="1838431" y="0"/>
                </a:moveTo>
                <a:lnTo>
                  <a:pt x="150208" y="122"/>
                </a:lnTo>
                <a:lnTo>
                  <a:pt x="107860" y="7705"/>
                </a:lnTo>
                <a:lnTo>
                  <a:pt x="70284" y="25878"/>
                </a:lnTo>
                <a:lnTo>
                  <a:pt x="39130" y="52992"/>
                </a:lnTo>
                <a:lnTo>
                  <a:pt x="16049" y="87395"/>
                </a:lnTo>
                <a:lnTo>
                  <a:pt x="2690" y="127439"/>
                </a:lnTo>
                <a:lnTo>
                  <a:pt x="0" y="156453"/>
                </a:lnTo>
                <a:lnTo>
                  <a:pt x="123" y="788566"/>
                </a:lnTo>
                <a:lnTo>
                  <a:pt x="7709" y="830918"/>
                </a:lnTo>
                <a:lnTo>
                  <a:pt x="25883" y="868496"/>
                </a:lnTo>
                <a:lnTo>
                  <a:pt x="52996" y="899649"/>
                </a:lnTo>
                <a:lnTo>
                  <a:pt x="87399" y="922729"/>
                </a:lnTo>
                <a:lnTo>
                  <a:pt x="127441" y="936088"/>
                </a:lnTo>
                <a:lnTo>
                  <a:pt x="156453" y="938777"/>
                </a:lnTo>
                <a:lnTo>
                  <a:pt x="1844717" y="938653"/>
                </a:lnTo>
                <a:lnTo>
                  <a:pt x="1887068" y="931062"/>
                </a:lnTo>
                <a:lnTo>
                  <a:pt x="1924643" y="912885"/>
                </a:lnTo>
                <a:lnTo>
                  <a:pt x="1955793" y="885769"/>
                </a:lnTo>
                <a:lnTo>
                  <a:pt x="1978870" y="851365"/>
                </a:lnTo>
                <a:lnTo>
                  <a:pt x="1992226" y="811321"/>
                </a:lnTo>
                <a:lnTo>
                  <a:pt x="1994915" y="782305"/>
                </a:lnTo>
                <a:lnTo>
                  <a:pt x="1994792" y="150184"/>
                </a:lnTo>
                <a:lnTo>
                  <a:pt x="1987204" y="107842"/>
                </a:lnTo>
                <a:lnTo>
                  <a:pt x="1969027" y="70272"/>
                </a:lnTo>
                <a:lnTo>
                  <a:pt x="1941910" y="39123"/>
                </a:lnTo>
                <a:lnTo>
                  <a:pt x="1907503" y="16046"/>
                </a:lnTo>
                <a:lnTo>
                  <a:pt x="1867452" y="2689"/>
                </a:lnTo>
                <a:lnTo>
                  <a:pt x="1838431" y="0"/>
                </a:lnTo>
                <a:close/>
              </a:path>
            </a:pathLst>
          </a:custGeom>
          <a:solidFill>
            <a:srgbClr val="5C7998"/>
          </a:solidFill>
        </p:spPr>
        <p:txBody>
          <a:bodyPr wrap="square" lIns="0" tIns="0" rIns="0" bIns="0" rtlCol="0"/>
          <a:lstStyle/>
          <a:p>
            <a:endParaRPr/>
          </a:p>
        </p:txBody>
      </p:sp>
      <p:sp>
        <p:nvSpPr>
          <p:cNvPr id="30" name="object 30"/>
          <p:cNvSpPr/>
          <p:nvPr/>
        </p:nvSpPr>
        <p:spPr>
          <a:xfrm>
            <a:off x="5727191" y="3360421"/>
            <a:ext cx="1995170" cy="939165"/>
          </a:xfrm>
          <a:custGeom>
            <a:avLst/>
            <a:gdLst/>
            <a:ahLst/>
            <a:cxnLst/>
            <a:rect l="l" t="t" r="r" b="b"/>
            <a:pathLst>
              <a:path w="1995170" h="939164">
                <a:moveTo>
                  <a:pt x="1838462" y="0"/>
                </a:moveTo>
                <a:lnTo>
                  <a:pt x="150208" y="122"/>
                </a:lnTo>
                <a:lnTo>
                  <a:pt x="107860" y="7705"/>
                </a:lnTo>
                <a:lnTo>
                  <a:pt x="70284" y="25878"/>
                </a:lnTo>
                <a:lnTo>
                  <a:pt x="39130" y="52992"/>
                </a:lnTo>
                <a:lnTo>
                  <a:pt x="16049" y="87395"/>
                </a:lnTo>
                <a:lnTo>
                  <a:pt x="2690" y="127439"/>
                </a:lnTo>
                <a:lnTo>
                  <a:pt x="0" y="156453"/>
                </a:lnTo>
                <a:lnTo>
                  <a:pt x="122" y="788574"/>
                </a:lnTo>
                <a:lnTo>
                  <a:pt x="7706" y="830924"/>
                </a:lnTo>
                <a:lnTo>
                  <a:pt x="25880" y="868500"/>
                </a:lnTo>
                <a:lnTo>
                  <a:pt x="52993" y="899654"/>
                </a:lnTo>
                <a:lnTo>
                  <a:pt x="87396" y="922735"/>
                </a:lnTo>
                <a:lnTo>
                  <a:pt x="127439" y="936093"/>
                </a:lnTo>
                <a:lnTo>
                  <a:pt x="156453" y="938783"/>
                </a:lnTo>
                <a:lnTo>
                  <a:pt x="1844712" y="938661"/>
                </a:lnTo>
                <a:lnTo>
                  <a:pt x="1887059" y="931077"/>
                </a:lnTo>
                <a:lnTo>
                  <a:pt x="1924633" y="912903"/>
                </a:lnTo>
                <a:lnTo>
                  <a:pt x="1955786" y="885789"/>
                </a:lnTo>
                <a:lnTo>
                  <a:pt x="1978867" y="851384"/>
                </a:lnTo>
                <a:lnTo>
                  <a:pt x="1992225" y="811339"/>
                </a:lnTo>
                <a:lnTo>
                  <a:pt x="1994915" y="782324"/>
                </a:lnTo>
                <a:lnTo>
                  <a:pt x="1994793" y="150208"/>
                </a:lnTo>
                <a:lnTo>
                  <a:pt x="1987210" y="107860"/>
                </a:lnTo>
                <a:lnTo>
                  <a:pt x="1969037" y="70284"/>
                </a:lnTo>
                <a:lnTo>
                  <a:pt x="1941923" y="39130"/>
                </a:lnTo>
                <a:lnTo>
                  <a:pt x="1907520" y="16049"/>
                </a:lnTo>
                <a:lnTo>
                  <a:pt x="1867476" y="2690"/>
                </a:lnTo>
                <a:lnTo>
                  <a:pt x="1838462" y="0"/>
                </a:lnTo>
                <a:close/>
              </a:path>
            </a:pathLst>
          </a:custGeom>
          <a:solidFill>
            <a:srgbClr val="98CCFF"/>
          </a:solidFill>
        </p:spPr>
        <p:txBody>
          <a:bodyPr wrap="square" lIns="0" tIns="0" rIns="0" bIns="0" rtlCol="0"/>
          <a:lstStyle/>
          <a:p>
            <a:endParaRPr/>
          </a:p>
        </p:txBody>
      </p:sp>
      <p:sp>
        <p:nvSpPr>
          <p:cNvPr id="31" name="object 31"/>
          <p:cNvSpPr/>
          <p:nvPr/>
        </p:nvSpPr>
        <p:spPr>
          <a:xfrm>
            <a:off x="6486145" y="2651760"/>
            <a:ext cx="344805" cy="547370"/>
          </a:xfrm>
          <a:custGeom>
            <a:avLst/>
            <a:gdLst/>
            <a:ahLst/>
            <a:cxnLst/>
            <a:rect l="l" t="t" r="r" b="b"/>
            <a:pathLst>
              <a:path w="344804" h="547369">
                <a:moveTo>
                  <a:pt x="258317" y="136916"/>
                </a:moveTo>
                <a:lnTo>
                  <a:pt x="86105" y="136916"/>
                </a:lnTo>
                <a:lnTo>
                  <a:pt x="86105" y="547115"/>
                </a:lnTo>
                <a:lnTo>
                  <a:pt x="258317" y="547115"/>
                </a:lnTo>
                <a:lnTo>
                  <a:pt x="258317" y="136916"/>
                </a:lnTo>
                <a:close/>
              </a:path>
              <a:path w="344804" h="547369">
                <a:moveTo>
                  <a:pt x="172211" y="0"/>
                </a:moveTo>
                <a:lnTo>
                  <a:pt x="0" y="136916"/>
                </a:lnTo>
                <a:lnTo>
                  <a:pt x="344423" y="136916"/>
                </a:lnTo>
                <a:lnTo>
                  <a:pt x="172211" y="0"/>
                </a:lnTo>
                <a:close/>
              </a:path>
            </a:pathLst>
          </a:custGeom>
          <a:solidFill>
            <a:srgbClr val="3265FF"/>
          </a:solidFill>
        </p:spPr>
        <p:txBody>
          <a:bodyPr wrap="square" lIns="0" tIns="0" rIns="0" bIns="0" rtlCol="0"/>
          <a:lstStyle/>
          <a:p>
            <a:endParaRPr/>
          </a:p>
        </p:txBody>
      </p:sp>
      <p:sp>
        <p:nvSpPr>
          <p:cNvPr id="32" name="object 32"/>
          <p:cNvSpPr/>
          <p:nvPr/>
        </p:nvSpPr>
        <p:spPr>
          <a:xfrm>
            <a:off x="6486145" y="2651760"/>
            <a:ext cx="344805" cy="547370"/>
          </a:xfrm>
          <a:custGeom>
            <a:avLst/>
            <a:gdLst/>
            <a:ahLst/>
            <a:cxnLst/>
            <a:rect l="l" t="t" r="r" b="b"/>
            <a:pathLst>
              <a:path w="344804" h="547369">
                <a:moveTo>
                  <a:pt x="0" y="136916"/>
                </a:moveTo>
                <a:lnTo>
                  <a:pt x="86105" y="136916"/>
                </a:lnTo>
                <a:lnTo>
                  <a:pt x="86105" y="547115"/>
                </a:lnTo>
                <a:lnTo>
                  <a:pt x="258317" y="547115"/>
                </a:lnTo>
                <a:lnTo>
                  <a:pt x="258317" y="136916"/>
                </a:lnTo>
                <a:lnTo>
                  <a:pt x="344423" y="136916"/>
                </a:lnTo>
                <a:lnTo>
                  <a:pt x="172211" y="0"/>
                </a:lnTo>
                <a:lnTo>
                  <a:pt x="0" y="136916"/>
                </a:lnTo>
                <a:close/>
              </a:path>
            </a:pathLst>
          </a:custGeom>
          <a:ln w="9143">
            <a:solidFill>
              <a:srgbClr val="000000"/>
            </a:solidFill>
          </a:ln>
        </p:spPr>
        <p:txBody>
          <a:bodyPr wrap="square" lIns="0" tIns="0" rIns="0" bIns="0" rtlCol="0"/>
          <a:lstStyle/>
          <a:p>
            <a:endParaRPr/>
          </a:p>
        </p:txBody>
      </p:sp>
      <p:sp>
        <p:nvSpPr>
          <p:cNvPr id="33" name="object 33"/>
          <p:cNvSpPr txBox="1"/>
          <p:nvPr/>
        </p:nvSpPr>
        <p:spPr>
          <a:xfrm>
            <a:off x="5836416" y="3629753"/>
            <a:ext cx="1833245" cy="492443"/>
          </a:xfrm>
          <a:prstGeom prst="rect">
            <a:avLst/>
          </a:prstGeom>
        </p:spPr>
        <p:txBody>
          <a:bodyPr vert="horz" wrap="square" lIns="0" tIns="0" rIns="0" bIns="0" rtlCol="0">
            <a:spAutoFit/>
          </a:bodyPr>
          <a:lstStyle/>
          <a:p>
            <a:pPr marL="12700"/>
            <a:r>
              <a:rPr sz="3200" b="1" i="1" dirty="0">
                <a:solidFill>
                  <a:srgbClr val="3232CC"/>
                </a:solidFill>
                <a:latin typeface="Arial"/>
                <a:cs typeface="Arial"/>
              </a:rPr>
              <a:t>Mon</a:t>
            </a:r>
            <a:r>
              <a:rPr sz="3200" b="1" i="1" spc="-15" dirty="0">
                <a:solidFill>
                  <a:srgbClr val="3232CC"/>
                </a:solidFill>
                <a:latin typeface="Arial"/>
                <a:cs typeface="Arial"/>
              </a:rPr>
              <a:t>e</a:t>
            </a:r>
            <a:r>
              <a:rPr sz="3200" b="1" i="1" dirty="0">
                <a:solidFill>
                  <a:srgbClr val="3232CC"/>
                </a:solidFill>
                <a:latin typeface="Arial"/>
                <a:cs typeface="Arial"/>
              </a:rPr>
              <a:t>tary</a:t>
            </a:r>
            <a:endParaRPr sz="3200">
              <a:latin typeface="Arial"/>
              <a:cs typeface="Arial"/>
            </a:endParaRPr>
          </a:p>
        </p:txBody>
      </p:sp>
      <p:sp>
        <p:nvSpPr>
          <p:cNvPr id="34" name="object 34"/>
          <p:cNvSpPr/>
          <p:nvPr/>
        </p:nvSpPr>
        <p:spPr>
          <a:xfrm>
            <a:off x="8913358" y="3347711"/>
            <a:ext cx="1845945" cy="939165"/>
          </a:xfrm>
          <a:custGeom>
            <a:avLst/>
            <a:gdLst/>
            <a:ahLst/>
            <a:cxnLst/>
            <a:rect l="l" t="t" r="r" b="b"/>
            <a:pathLst>
              <a:path w="1845945" h="939164">
                <a:moveTo>
                  <a:pt x="1689110" y="0"/>
                </a:moveTo>
                <a:lnTo>
                  <a:pt x="150188" y="124"/>
                </a:lnTo>
                <a:lnTo>
                  <a:pt x="107839" y="7717"/>
                </a:lnTo>
                <a:lnTo>
                  <a:pt x="70267" y="25896"/>
                </a:lnTo>
                <a:lnTo>
                  <a:pt x="39119" y="53013"/>
                </a:lnTo>
                <a:lnTo>
                  <a:pt x="16044" y="87418"/>
                </a:lnTo>
                <a:lnTo>
                  <a:pt x="2689" y="127465"/>
                </a:lnTo>
                <a:lnTo>
                  <a:pt x="0" y="156484"/>
                </a:lnTo>
                <a:lnTo>
                  <a:pt x="123" y="788604"/>
                </a:lnTo>
                <a:lnTo>
                  <a:pt x="7713" y="830948"/>
                </a:lnTo>
                <a:lnTo>
                  <a:pt x="25890" y="868518"/>
                </a:lnTo>
                <a:lnTo>
                  <a:pt x="53006" y="899667"/>
                </a:lnTo>
                <a:lnTo>
                  <a:pt x="87413" y="922744"/>
                </a:lnTo>
                <a:lnTo>
                  <a:pt x="127463" y="936100"/>
                </a:lnTo>
                <a:lnTo>
                  <a:pt x="156484" y="938790"/>
                </a:lnTo>
                <a:lnTo>
                  <a:pt x="1695360" y="938667"/>
                </a:lnTo>
                <a:lnTo>
                  <a:pt x="1737707" y="931083"/>
                </a:lnTo>
                <a:lnTo>
                  <a:pt x="1775281" y="912909"/>
                </a:lnTo>
                <a:lnTo>
                  <a:pt x="1806434" y="885795"/>
                </a:lnTo>
                <a:lnTo>
                  <a:pt x="1829515" y="851391"/>
                </a:lnTo>
                <a:lnTo>
                  <a:pt x="1842873" y="811345"/>
                </a:lnTo>
                <a:lnTo>
                  <a:pt x="1845563" y="782330"/>
                </a:lnTo>
                <a:lnTo>
                  <a:pt x="1845440" y="150212"/>
                </a:lnTo>
                <a:lnTo>
                  <a:pt x="1837852" y="107857"/>
                </a:lnTo>
                <a:lnTo>
                  <a:pt x="1819676" y="70279"/>
                </a:lnTo>
                <a:lnTo>
                  <a:pt x="1792563" y="39126"/>
                </a:lnTo>
                <a:lnTo>
                  <a:pt x="1758162" y="16047"/>
                </a:lnTo>
                <a:lnTo>
                  <a:pt x="1718121" y="2689"/>
                </a:lnTo>
                <a:lnTo>
                  <a:pt x="1689110" y="0"/>
                </a:lnTo>
                <a:close/>
              </a:path>
            </a:pathLst>
          </a:custGeom>
          <a:solidFill>
            <a:srgbClr val="D6ECEE"/>
          </a:solidFill>
        </p:spPr>
        <p:txBody>
          <a:bodyPr wrap="square" lIns="0" tIns="0" rIns="0" bIns="0" rtlCol="0"/>
          <a:lstStyle/>
          <a:p>
            <a:endParaRPr/>
          </a:p>
        </p:txBody>
      </p:sp>
      <p:sp>
        <p:nvSpPr>
          <p:cNvPr id="35" name="object 35"/>
          <p:cNvSpPr/>
          <p:nvPr/>
        </p:nvSpPr>
        <p:spPr>
          <a:xfrm>
            <a:off x="8938778" y="3373131"/>
            <a:ext cx="1845945" cy="939165"/>
          </a:xfrm>
          <a:custGeom>
            <a:avLst/>
            <a:gdLst/>
            <a:ahLst/>
            <a:cxnLst/>
            <a:rect l="l" t="t" r="r" b="b"/>
            <a:pathLst>
              <a:path w="1845945" h="939164">
                <a:moveTo>
                  <a:pt x="1689079" y="0"/>
                </a:moveTo>
                <a:lnTo>
                  <a:pt x="150208" y="122"/>
                </a:lnTo>
                <a:lnTo>
                  <a:pt x="107860" y="7705"/>
                </a:lnTo>
                <a:lnTo>
                  <a:pt x="70284" y="25878"/>
                </a:lnTo>
                <a:lnTo>
                  <a:pt x="39130" y="52992"/>
                </a:lnTo>
                <a:lnTo>
                  <a:pt x="16049" y="87395"/>
                </a:lnTo>
                <a:lnTo>
                  <a:pt x="2690" y="127439"/>
                </a:lnTo>
                <a:lnTo>
                  <a:pt x="0" y="156453"/>
                </a:lnTo>
                <a:lnTo>
                  <a:pt x="123" y="788566"/>
                </a:lnTo>
                <a:lnTo>
                  <a:pt x="7709" y="830918"/>
                </a:lnTo>
                <a:lnTo>
                  <a:pt x="25883" y="868496"/>
                </a:lnTo>
                <a:lnTo>
                  <a:pt x="52996" y="899649"/>
                </a:lnTo>
                <a:lnTo>
                  <a:pt x="87399" y="922729"/>
                </a:lnTo>
                <a:lnTo>
                  <a:pt x="127441" y="936088"/>
                </a:lnTo>
                <a:lnTo>
                  <a:pt x="156453" y="938777"/>
                </a:lnTo>
                <a:lnTo>
                  <a:pt x="1695365" y="938653"/>
                </a:lnTo>
                <a:lnTo>
                  <a:pt x="1737716" y="931062"/>
                </a:lnTo>
                <a:lnTo>
                  <a:pt x="1775291" y="912885"/>
                </a:lnTo>
                <a:lnTo>
                  <a:pt x="1806441" y="885769"/>
                </a:lnTo>
                <a:lnTo>
                  <a:pt x="1829518" y="851365"/>
                </a:lnTo>
                <a:lnTo>
                  <a:pt x="1842874" y="811321"/>
                </a:lnTo>
                <a:lnTo>
                  <a:pt x="1845563" y="782305"/>
                </a:lnTo>
                <a:lnTo>
                  <a:pt x="1845440" y="150184"/>
                </a:lnTo>
                <a:lnTo>
                  <a:pt x="1837852" y="107842"/>
                </a:lnTo>
                <a:lnTo>
                  <a:pt x="1819675" y="70272"/>
                </a:lnTo>
                <a:lnTo>
                  <a:pt x="1792558" y="39123"/>
                </a:lnTo>
                <a:lnTo>
                  <a:pt x="1758151" y="16046"/>
                </a:lnTo>
                <a:lnTo>
                  <a:pt x="1718100" y="2689"/>
                </a:lnTo>
                <a:lnTo>
                  <a:pt x="1689079" y="0"/>
                </a:lnTo>
                <a:close/>
              </a:path>
            </a:pathLst>
          </a:custGeom>
          <a:solidFill>
            <a:srgbClr val="6F8587"/>
          </a:solidFill>
        </p:spPr>
        <p:txBody>
          <a:bodyPr wrap="square" lIns="0" tIns="0" rIns="0" bIns="0" rtlCol="0"/>
          <a:lstStyle/>
          <a:p>
            <a:endParaRPr/>
          </a:p>
        </p:txBody>
      </p:sp>
      <p:sp>
        <p:nvSpPr>
          <p:cNvPr id="36" name="object 36"/>
          <p:cNvSpPr/>
          <p:nvPr/>
        </p:nvSpPr>
        <p:spPr>
          <a:xfrm>
            <a:off x="8926068" y="3360421"/>
            <a:ext cx="1845945" cy="939165"/>
          </a:xfrm>
          <a:custGeom>
            <a:avLst/>
            <a:gdLst/>
            <a:ahLst/>
            <a:cxnLst/>
            <a:rect l="l" t="t" r="r" b="b"/>
            <a:pathLst>
              <a:path w="1845945" h="939164">
                <a:moveTo>
                  <a:pt x="1689110" y="0"/>
                </a:moveTo>
                <a:lnTo>
                  <a:pt x="150208" y="122"/>
                </a:lnTo>
                <a:lnTo>
                  <a:pt x="107860" y="7705"/>
                </a:lnTo>
                <a:lnTo>
                  <a:pt x="70284" y="25878"/>
                </a:lnTo>
                <a:lnTo>
                  <a:pt x="39130" y="52992"/>
                </a:lnTo>
                <a:lnTo>
                  <a:pt x="16049" y="87395"/>
                </a:lnTo>
                <a:lnTo>
                  <a:pt x="2690" y="127439"/>
                </a:lnTo>
                <a:lnTo>
                  <a:pt x="0" y="156453"/>
                </a:lnTo>
                <a:lnTo>
                  <a:pt x="122" y="788574"/>
                </a:lnTo>
                <a:lnTo>
                  <a:pt x="7706" y="830924"/>
                </a:lnTo>
                <a:lnTo>
                  <a:pt x="25880" y="868500"/>
                </a:lnTo>
                <a:lnTo>
                  <a:pt x="52993" y="899654"/>
                </a:lnTo>
                <a:lnTo>
                  <a:pt x="87396" y="922735"/>
                </a:lnTo>
                <a:lnTo>
                  <a:pt x="127439" y="936093"/>
                </a:lnTo>
                <a:lnTo>
                  <a:pt x="156453" y="938783"/>
                </a:lnTo>
                <a:lnTo>
                  <a:pt x="1695360" y="938661"/>
                </a:lnTo>
                <a:lnTo>
                  <a:pt x="1737707" y="931077"/>
                </a:lnTo>
                <a:lnTo>
                  <a:pt x="1775281" y="912903"/>
                </a:lnTo>
                <a:lnTo>
                  <a:pt x="1806434" y="885789"/>
                </a:lnTo>
                <a:lnTo>
                  <a:pt x="1829515" y="851384"/>
                </a:lnTo>
                <a:lnTo>
                  <a:pt x="1842873" y="811339"/>
                </a:lnTo>
                <a:lnTo>
                  <a:pt x="1845563" y="782324"/>
                </a:lnTo>
                <a:lnTo>
                  <a:pt x="1845441" y="150208"/>
                </a:lnTo>
                <a:lnTo>
                  <a:pt x="1837858" y="107860"/>
                </a:lnTo>
                <a:lnTo>
                  <a:pt x="1819685" y="70284"/>
                </a:lnTo>
                <a:lnTo>
                  <a:pt x="1792571" y="39130"/>
                </a:lnTo>
                <a:lnTo>
                  <a:pt x="1758168" y="16049"/>
                </a:lnTo>
                <a:lnTo>
                  <a:pt x="1718124" y="2690"/>
                </a:lnTo>
                <a:lnTo>
                  <a:pt x="1689110" y="0"/>
                </a:lnTo>
                <a:close/>
              </a:path>
            </a:pathLst>
          </a:custGeom>
          <a:solidFill>
            <a:srgbClr val="00CC98"/>
          </a:solidFill>
        </p:spPr>
        <p:txBody>
          <a:bodyPr wrap="square" lIns="0" tIns="0" rIns="0" bIns="0" rtlCol="0"/>
          <a:lstStyle/>
          <a:p>
            <a:endParaRPr/>
          </a:p>
        </p:txBody>
      </p:sp>
      <p:sp>
        <p:nvSpPr>
          <p:cNvPr id="37" name="object 37"/>
          <p:cNvSpPr/>
          <p:nvPr/>
        </p:nvSpPr>
        <p:spPr>
          <a:xfrm>
            <a:off x="9440662" y="2788677"/>
            <a:ext cx="344805" cy="435609"/>
          </a:xfrm>
          <a:custGeom>
            <a:avLst/>
            <a:gdLst/>
            <a:ahLst/>
            <a:cxnLst/>
            <a:rect l="l" t="t" r="r" b="b"/>
            <a:pathLst>
              <a:path w="344804" h="435610">
                <a:moveTo>
                  <a:pt x="60716" y="0"/>
                </a:moveTo>
                <a:lnTo>
                  <a:pt x="31935" y="0"/>
                </a:lnTo>
                <a:lnTo>
                  <a:pt x="0" y="25390"/>
                </a:lnTo>
                <a:lnTo>
                  <a:pt x="60716" y="25390"/>
                </a:lnTo>
                <a:lnTo>
                  <a:pt x="60716" y="0"/>
                </a:lnTo>
                <a:close/>
              </a:path>
              <a:path w="344804" h="435610">
                <a:moveTo>
                  <a:pt x="312488" y="0"/>
                </a:moveTo>
                <a:lnTo>
                  <a:pt x="232928" y="0"/>
                </a:lnTo>
                <a:lnTo>
                  <a:pt x="232928" y="410199"/>
                </a:lnTo>
                <a:lnTo>
                  <a:pt x="86105" y="410199"/>
                </a:lnTo>
                <a:lnTo>
                  <a:pt x="86105" y="435589"/>
                </a:lnTo>
                <a:lnTo>
                  <a:pt x="258317" y="435589"/>
                </a:lnTo>
                <a:lnTo>
                  <a:pt x="258317" y="25390"/>
                </a:lnTo>
                <a:lnTo>
                  <a:pt x="344423" y="25390"/>
                </a:lnTo>
                <a:lnTo>
                  <a:pt x="312488" y="0"/>
                </a:lnTo>
                <a:close/>
              </a:path>
            </a:pathLst>
          </a:custGeom>
          <a:solidFill>
            <a:srgbClr val="959595"/>
          </a:solidFill>
        </p:spPr>
        <p:txBody>
          <a:bodyPr wrap="square" lIns="0" tIns="0" rIns="0" bIns="0" rtlCol="0"/>
          <a:lstStyle/>
          <a:p>
            <a:endParaRPr/>
          </a:p>
        </p:txBody>
      </p:sp>
      <p:sp>
        <p:nvSpPr>
          <p:cNvPr id="38" name="object 38"/>
          <p:cNvSpPr/>
          <p:nvPr/>
        </p:nvSpPr>
        <p:spPr>
          <a:xfrm>
            <a:off x="9427585" y="2671328"/>
            <a:ext cx="370840" cy="557530"/>
          </a:xfrm>
          <a:custGeom>
            <a:avLst/>
            <a:gdLst/>
            <a:ahLst/>
            <a:cxnLst/>
            <a:rect l="l" t="t" r="r" b="b"/>
            <a:pathLst>
              <a:path w="370840" h="557530">
                <a:moveTo>
                  <a:pt x="103753" y="527547"/>
                </a:moveTo>
                <a:lnTo>
                  <a:pt x="94609" y="527547"/>
                </a:lnTo>
                <a:lnTo>
                  <a:pt x="94609" y="557509"/>
                </a:lnTo>
                <a:lnTo>
                  <a:pt x="275965" y="557509"/>
                </a:lnTo>
                <a:lnTo>
                  <a:pt x="275965" y="548365"/>
                </a:lnTo>
                <a:lnTo>
                  <a:pt x="103753" y="548365"/>
                </a:lnTo>
                <a:lnTo>
                  <a:pt x="103753" y="527547"/>
                </a:lnTo>
                <a:close/>
              </a:path>
              <a:path w="370840" h="557530">
                <a:moveTo>
                  <a:pt x="185287" y="0"/>
                </a:moveTo>
                <a:lnTo>
                  <a:pt x="184899" y="308"/>
                </a:lnTo>
                <a:lnTo>
                  <a:pt x="332110" y="117347"/>
                </a:lnTo>
                <a:lnTo>
                  <a:pt x="318233" y="117347"/>
                </a:lnTo>
                <a:lnTo>
                  <a:pt x="344423" y="138165"/>
                </a:lnTo>
                <a:lnTo>
                  <a:pt x="266821" y="138165"/>
                </a:lnTo>
                <a:lnTo>
                  <a:pt x="266821" y="548365"/>
                </a:lnTo>
                <a:lnTo>
                  <a:pt x="275965" y="548365"/>
                </a:lnTo>
                <a:lnTo>
                  <a:pt x="275965" y="147309"/>
                </a:lnTo>
                <a:lnTo>
                  <a:pt x="370606" y="147309"/>
                </a:lnTo>
                <a:lnTo>
                  <a:pt x="185287" y="0"/>
                </a:lnTo>
                <a:close/>
              </a:path>
              <a:path w="370840" h="557530">
                <a:moveTo>
                  <a:pt x="52367" y="117347"/>
                </a:moveTo>
                <a:lnTo>
                  <a:pt x="37686" y="117347"/>
                </a:lnTo>
                <a:lnTo>
                  <a:pt x="0" y="147309"/>
                </a:lnTo>
                <a:lnTo>
                  <a:pt x="73792" y="147309"/>
                </a:lnTo>
                <a:lnTo>
                  <a:pt x="73792" y="138165"/>
                </a:lnTo>
                <a:lnTo>
                  <a:pt x="26182" y="138165"/>
                </a:lnTo>
                <a:lnTo>
                  <a:pt x="52367" y="117347"/>
                </a:lnTo>
                <a:close/>
              </a:path>
            </a:pathLst>
          </a:custGeom>
          <a:solidFill>
            <a:srgbClr val="959595"/>
          </a:solidFill>
        </p:spPr>
        <p:txBody>
          <a:bodyPr wrap="square" lIns="0" tIns="0" rIns="0" bIns="0" rtlCol="0"/>
          <a:lstStyle/>
          <a:p>
            <a:endParaRPr/>
          </a:p>
        </p:txBody>
      </p:sp>
      <p:sp>
        <p:nvSpPr>
          <p:cNvPr id="39" name="object 39"/>
          <p:cNvSpPr/>
          <p:nvPr/>
        </p:nvSpPr>
        <p:spPr>
          <a:xfrm>
            <a:off x="9415272" y="2651760"/>
            <a:ext cx="344805" cy="547370"/>
          </a:xfrm>
          <a:custGeom>
            <a:avLst/>
            <a:gdLst/>
            <a:ahLst/>
            <a:cxnLst/>
            <a:rect l="l" t="t" r="r" b="b"/>
            <a:pathLst>
              <a:path w="344804" h="547369">
                <a:moveTo>
                  <a:pt x="258317" y="136916"/>
                </a:moveTo>
                <a:lnTo>
                  <a:pt x="86105" y="136916"/>
                </a:lnTo>
                <a:lnTo>
                  <a:pt x="86105" y="547115"/>
                </a:lnTo>
                <a:lnTo>
                  <a:pt x="258317" y="547115"/>
                </a:lnTo>
                <a:lnTo>
                  <a:pt x="258317" y="136916"/>
                </a:lnTo>
                <a:close/>
              </a:path>
              <a:path w="344804" h="547369">
                <a:moveTo>
                  <a:pt x="172211" y="0"/>
                </a:moveTo>
                <a:lnTo>
                  <a:pt x="0" y="136916"/>
                </a:lnTo>
                <a:lnTo>
                  <a:pt x="344423" y="136916"/>
                </a:lnTo>
                <a:lnTo>
                  <a:pt x="172211" y="0"/>
                </a:lnTo>
                <a:close/>
              </a:path>
            </a:pathLst>
          </a:custGeom>
          <a:solidFill>
            <a:srgbClr val="00CC98"/>
          </a:solidFill>
        </p:spPr>
        <p:txBody>
          <a:bodyPr wrap="square" lIns="0" tIns="0" rIns="0" bIns="0" rtlCol="0"/>
          <a:lstStyle/>
          <a:p>
            <a:endParaRPr/>
          </a:p>
        </p:txBody>
      </p:sp>
      <p:sp>
        <p:nvSpPr>
          <p:cNvPr id="40" name="object 40"/>
          <p:cNvSpPr/>
          <p:nvPr/>
        </p:nvSpPr>
        <p:spPr>
          <a:xfrm>
            <a:off x="9415272" y="2651760"/>
            <a:ext cx="344805" cy="547370"/>
          </a:xfrm>
          <a:custGeom>
            <a:avLst/>
            <a:gdLst/>
            <a:ahLst/>
            <a:cxnLst/>
            <a:rect l="l" t="t" r="r" b="b"/>
            <a:pathLst>
              <a:path w="344804" h="547369">
                <a:moveTo>
                  <a:pt x="0" y="136916"/>
                </a:moveTo>
                <a:lnTo>
                  <a:pt x="86105" y="136916"/>
                </a:lnTo>
                <a:lnTo>
                  <a:pt x="86105" y="547115"/>
                </a:lnTo>
                <a:lnTo>
                  <a:pt x="258317" y="547115"/>
                </a:lnTo>
                <a:lnTo>
                  <a:pt x="258317" y="136916"/>
                </a:lnTo>
                <a:lnTo>
                  <a:pt x="344423" y="136916"/>
                </a:lnTo>
                <a:lnTo>
                  <a:pt x="172211" y="0"/>
                </a:lnTo>
                <a:lnTo>
                  <a:pt x="0" y="136916"/>
                </a:lnTo>
                <a:close/>
              </a:path>
            </a:pathLst>
          </a:custGeom>
          <a:ln w="9143">
            <a:solidFill>
              <a:srgbClr val="000000"/>
            </a:solidFill>
          </a:ln>
        </p:spPr>
        <p:txBody>
          <a:bodyPr wrap="square" lIns="0" tIns="0" rIns="0" bIns="0" rtlCol="0"/>
          <a:lstStyle/>
          <a:p>
            <a:endParaRPr/>
          </a:p>
        </p:txBody>
      </p:sp>
      <p:sp>
        <p:nvSpPr>
          <p:cNvPr id="41" name="object 41"/>
          <p:cNvSpPr txBox="1"/>
          <p:nvPr/>
        </p:nvSpPr>
        <p:spPr>
          <a:xfrm>
            <a:off x="8803899" y="3386802"/>
            <a:ext cx="1991360" cy="984885"/>
          </a:xfrm>
          <a:prstGeom prst="rect">
            <a:avLst/>
          </a:prstGeom>
        </p:spPr>
        <p:txBody>
          <a:bodyPr vert="horz" wrap="square" lIns="0" tIns="0" rIns="0" bIns="0" rtlCol="0">
            <a:spAutoFit/>
          </a:bodyPr>
          <a:lstStyle/>
          <a:p>
            <a:pPr marL="386080" marR="5080" indent="-373380"/>
            <a:r>
              <a:rPr sz="3200" b="1" i="1" dirty="0">
                <a:solidFill>
                  <a:srgbClr val="3232CC"/>
                </a:solidFill>
                <a:latin typeface="Arial"/>
                <a:cs typeface="Arial"/>
              </a:rPr>
              <a:t>From</a:t>
            </a:r>
            <a:r>
              <a:rPr sz="3200" b="1" i="1" spc="85" dirty="0">
                <a:solidFill>
                  <a:srgbClr val="3232CC"/>
                </a:solidFill>
                <a:latin typeface="Times New Roman"/>
                <a:cs typeface="Times New Roman"/>
              </a:rPr>
              <a:t> </a:t>
            </a:r>
            <a:r>
              <a:rPr sz="3200" b="1" i="1" dirty="0">
                <a:solidFill>
                  <a:srgbClr val="3232CC"/>
                </a:solidFill>
                <a:latin typeface="Arial"/>
                <a:cs typeface="Arial"/>
              </a:rPr>
              <a:t>t</a:t>
            </a:r>
            <a:r>
              <a:rPr sz="3200" b="1" i="1" spc="-10" dirty="0">
                <a:solidFill>
                  <a:srgbClr val="3232CC"/>
                </a:solidFill>
                <a:latin typeface="Arial"/>
                <a:cs typeface="Arial"/>
              </a:rPr>
              <a:t>i</a:t>
            </a:r>
            <a:r>
              <a:rPr sz="3200" b="1" i="1" spc="-5" dirty="0">
                <a:solidFill>
                  <a:srgbClr val="3232CC"/>
                </a:solidFill>
                <a:latin typeface="Arial"/>
                <a:cs typeface="Arial"/>
              </a:rPr>
              <a:t>me</a:t>
            </a:r>
            <a:r>
              <a:rPr sz="3200" b="1" i="1" spc="-5" dirty="0">
                <a:solidFill>
                  <a:srgbClr val="3232CC"/>
                </a:solidFill>
                <a:latin typeface="Times New Roman"/>
                <a:cs typeface="Times New Roman"/>
              </a:rPr>
              <a:t> </a:t>
            </a:r>
            <a:r>
              <a:rPr sz="3200" b="1" i="1" dirty="0">
                <a:solidFill>
                  <a:srgbClr val="3232CC"/>
                </a:solidFill>
                <a:latin typeface="Arial"/>
                <a:cs typeface="Arial"/>
              </a:rPr>
              <a:t>to</a:t>
            </a:r>
            <a:r>
              <a:rPr sz="3200" b="1" i="1" spc="75" dirty="0">
                <a:solidFill>
                  <a:srgbClr val="3232CC"/>
                </a:solidFill>
                <a:latin typeface="Times New Roman"/>
                <a:cs typeface="Times New Roman"/>
              </a:rPr>
              <a:t> </a:t>
            </a:r>
            <a:r>
              <a:rPr sz="3200" b="1" i="1" dirty="0">
                <a:solidFill>
                  <a:srgbClr val="3232CC"/>
                </a:solidFill>
                <a:latin typeface="Arial"/>
                <a:cs typeface="Arial"/>
              </a:rPr>
              <a:t>time</a:t>
            </a:r>
            <a:endParaRPr sz="3200">
              <a:latin typeface="Arial"/>
              <a:cs typeface="Arial"/>
            </a:endParaRPr>
          </a:p>
        </p:txBody>
      </p:sp>
      <p:sp>
        <p:nvSpPr>
          <p:cNvPr id="42" name="object 42"/>
          <p:cNvSpPr/>
          <p:nvPr/>
        </p:nvSpPr>
        <p:spPr>
          <a:xfrm>
            <a:off x="7688061" y="4641592"/>
            <a:ext cx="1719580" cy="939165"/>
          </a:xfrm>
          <a:custGeom>
            <a:avLst/>
            <a:gdLst/>
            <a:ahLst/>
            <a:cxnLst/>
            <a:rect l="l" t="t" r="r" b="b"/>
            <a:pathLst>
              <a:path w="1719579" h="939164">
                <a:moveTo>
                  <a:pt x="1562618" y="0"/>
                </a:moveTo>
                <a:lnTo>
                  <a:pt x="150198" y="124"/>
                </a:lnTo>
                <a:lnTo>
                  <a:pt x="107846" y="7715"/>
                </a:lnTo>
                <a:lnTo>
                  <a:pt x="70272" y="25892"/>
                </a:lnTo>
                <a:lnTo>
                  <a:pt x="39122" y="53007"/>
                </a:lnTo>
                <a:lnTo>
                  <a:pt x="16045" y="87412"/>
                </a:lnTo>
                <a:lnTo>
                  <a:pt x="2689" y="127456"/>
                </a:lnTo>
                <a:lnTo>
                  <a:pt x="0" y="156472"/>
                </a:lnTo>
                <a:lnTo>
                  <a:pt x="123" y="788598"/>
                </a:lnTo>
                <a:lnTo>
                  <a:pt x="7713" y="830942"/>
                </a:lnTo>
                <a:lnTo>
                  <a:pt x="25890" y="868512"/>
                </a:lnTo>
                <a:lnTo>
                  <a:pt x="53006" y="899661"/>
                </a:lnTo>
                <a:lnTo>
                  <a:pt x="87413" y="922738"/>
                </a:lnTo>
                <a:lnTo>
                  <a:pt x="127463" y="936094"/>
                </a:lnTo>
                <a:lnTo>
                  <a:pt x="156484" y="938783"/>
                </a:lnTo>
                <a:lnTo>
                  <a:pt x="1568868" y="938661"/>
                </a:lnTo>
                <a:lnTo>
                  <a:pt x="1611215" y="931077"/>
                </a:lnTo>
                <a:lnTo>
                  <a:pt x="1648789" y="912903"/>
                </a:lnTo>
                <a:lnTo>
                  <a:pt x="1679942" y="885789"/>
                </a:lnTo>
                <a:lnTo>
                  <a:pt x="1703023" y="851384"/>
                </a:lnTo>
                <a:lnTo>
                  <a:pt x="1716381" y="811339"/>
                </a:lnTo>
                <a:lnTo>
                  <a:pt x="1719071" y="782324"/>
                </a:lnTo>
                <a:lnTo>
                  <a:pt x="1718948" y="150211"/>
                </a:lnTo>
                <a:lnTo>
                  <a:pt x="1711362" y="107858"/>
                </a:lnTo>
                <a:lnTo>
                  <a:pt x="1693188" y="70281"/>
                </a:lnTo>
                <a:lnTo>
                  <a:pt x="1666074" y="39128"/>
                </a:lnTo>
                <a:lnTo>
                  <a:pt x="1631672" y="16047"/>
                </a:lnTo>
                <a:lnTo>
                  <a:pt x="1591630" y="2689"/>
                </a:lnTo>
                <a:lnTo>
                  <a:pt x="1562618" y="0"/>
                </a:lnTo>
                <a:close/>
              </a:path>
            </a:pathLst>
          </a:custGeom>
          <a:solidFill>
            <a:srgbClr val="D6ECEE"/>
          </a:solidFill>
        </p:spPr>
        <p:txBody>
          <a:bodyPr wrap="square" lIns="0" tIns="0" rIns="0" bIns="0" rtlCol="0"/>
          <a:lstStyle/>
          <a:p>
            <a:endParaRPr/>
          </a:p>
        </p:txBody>
      </p:sp>
      <p:sp>
        <p:nvSpPr>
          <p:cNvPr id="43" name="object 43"/>
          <p:cNvSpPr/>
          <p:nvPr/>
        </p:nvSpPr>
        <p:spPr>
          <a:xfrm>
            <a:off x="7713481" y="4667001"/>
            <a:ext cx="1719580" cy="939165"/>
          </a:xfrm>
          <a:custGeom>
            <a:avLst/>
            <a:gdLst/>
            <a:ahLst/>
            <a:cxnLst/>
            <a:rect l="l" t="t" r="r" b="b"/>
            <a:pathLst>
              <a:path w="1719579" h="939164">
                <a:moveTo>
                  <a:pt x="1562587" y="0"/>
                </a:moveTo>
                <a:lnTo>
                  <a:pt x="150203" y="122"/>
                </a:lnTo>
                <a:lnTo>
                  <a:pt x="107856" y="7706"/>
                </a:lnTo>
                <a:lnTo>
                  <a:pt x="70281" y="25880"/>
                </a:lnTo>
                <a:lnTo>
                  <a:pt x="39129" y="52994"/>
                </a:lnTo>
                <a:lnTo>
                  <a:pt x="16048" y="87399"/>
                </a:lnTo>
                <a:lnTo>
                  <a:pt x="2690" y="127444"/>
                </a:lnTo>
                <a:lnTo>
                  <a:pt x="0" y="156459"/>
                </a:lnTo>
                <a:lnTo>
                  <a:pt x="123" y="788572"/>
                </a:lnTo>
                <a:lnTo>
                  <a:pt x="7709" y="830925"/>
                </a:lnTo>
                <a:lnTo>
                  <a:pt x="25883" y="868502"/>
                </a:lnTo>
                <a:lnTo>
                  <a:pt x="52996" y="899655"/>
                </a:lnTo>
                <a:lnTo>
                  <a:pt x="87399" y="922736"/>
                </a:lnTo>
                <a:lnTo>
                  <a:pt x="127441" y="936094"/>
                </a:lnTo>
                <a:lnTo>
                  <a:pt x="156453" y="938783"/>
                </a:lnTo>
                <a:lnTo>
                  <a:pt x="1568873" y="938659"/>
                </a:lnTo>
                <a:lnTo>
                  <a:pt x="1611224" y="931068"/>
                </a:lnTo>
                <a:lnTo>
                  <a:pt x="1648799" y="912891"/>
                </a:lnTo>
                <a:lnTo>
                  <a:pt x="1679949" y="885776"/>
                </a:lnTo>
                <a:lnTo>
                  <a:pt x="1703026" y="851371"/>
                </a:lnTo>
                <a:lnTo>
                  <a:pt x="1716382" y="811327"/>
                </a:lnTo>
                <a:lnTo>
                  <a:pt x="1719071" y="782311"/>
                </a:lnTo>
                <a:lnTo>
                  <a:pt x="1718948" y="150185"/>
                </a:lnTo>
                <a:lnTo>
                  <a:pt x="1711358" y="107841"/>
                </a:lnTo>
                <a:lnTo>
                  <a:pt x="1693181" y="70271"/>
                </a:lnTo>
                <a:lnTo>
                  <a:pt x="1666065" y="39122"/>
                </a:lnTo>
                <a:lnTo>
                  <a:pt x="1631657" y="16045"/>
                </a:lnTo>
                <a:lnTo>
                  <a:pt x="1591608" y="2689"/>
                </a:lnTo>
                <a:lnTo>
                  <a:pt x="1562587" y="0"/>
                </a:lnTo>
                <a:close/>
              </a:path>
            </a:pathLst>
          </a:custGeom>
          <a:solidFill>
            <a:srgbClr val="6F8587"/>
          </a:solidFill>
        </p:spPr>
        <p:txBody>
          <a:bodyPr wrap="square" lIns="0" tIns="0" rIns="0" bIns="0" rtlCol="0"/>
          <a:lstStyle/>
          <a:p>
            <a:endParaRPr/>
          </a:p>
        </p:txBody>
      </p:sp>
      <p:sp>
        <p:nvSpPr>
          <p:cNvPr id="44" name="object 44"/>
          <p:cNvSpPr/>
          <p:nvPr/>
        </p:nvSpPr>
        <p:spPr>
          <a:xfrm>
            <a:off x="7700771" y="4654297"/>
            <a:ext cx="1719580" cy="939165"/>
          </a:xfrm>
          <a:custGeom>
            <a:avLst/>
            <a:gdLst/>
            <a:ahLst/>
            <a:cxnLst/>
            <a:rect l="l" t="t" r="r" b="b"/>
            <a:pathLst>
              <a:path w="1719579" h="939164">
                <a:moveTo>
                  <a:pt x="1562618" y="0"/>
                </a:moveTo>
                <a:lnTo>
                  <a:pt x="150203" y="122"/>
                </a:lnTo>
                <a:lnTo>
                  <a:pt x="107856" y="7706"/>
                </a:lnTo>
                <a:lnTo>
                  <a:pt x="70281" y="25880"/>
                </a:lnTo>
                <a:lnTo>
                  <a:pt x="39129" y="52994"/>
                </a:lnTo>
                <a:lnTo>
                  <a:pt x="16048" y="87399"/>
                </a:lnTo>
                <a:lnTo>
                  <a:pt x="2690" y="127444"/>
                </a:lnTo>
                <a:lnTo>
                  <a:pt x="0" y="156459"/>
                </a:lnTo>
                <a:lnTo>
                  <a:pt x="122" y="788574"/>
                </a:lnTo>
                <a:lnTo>
                  <a:pt x="7706" y="830924"/>
                </a:lnTo>
                <a:lnTo>
                  <a:pt x="25880" y="868500"/>
                </a:lnTo>
                <a:lnTo>
                  <a:pt x="52993" y="899654"/>
                </a:lnTo>
                <a:lnTo>
                  <a:pt x="87396" y="922735"/>
                </a:lnTo>
                <a:lnTo>
                  <a:pt x="127439" y="936093"/>
                </a:lnTo>
                <a:lnTo>
                  <a:pt x="156453" y="938783"/>
                </a:lnTo>
                <a:lnTo>
                  <a:pt x="1568868" y="938661"/>
                </a:lnTo>
                <a:lnTo>
                  <a:pt x="1611215" y="931077"/>
                </a:lnTo>
                <a:lnTo>
                  <a:pt x="1648789" y="912903"/>
                </a:lnTo>
                <a:lnTo>
                  <a:pt x="1679942" y="885789"/>
                </a:lnTo>
                <a:lnTo>
                  <a:pt x="1703023" y="851384"/>
                </a:lnTo>
                <a:lnTo>
                  <a:pt x="1716381" y="811339"/>
                </a:lnTo>
                <a:lnTo>
                  <a:pt x="1719071" y="782324"/>
                </a:lnTo>
                <a:lnTo>
                  <a:pt x="1718949" y="150209"/>
                </a:lnTo>
                <a:lnTo>
                  <a:pt x="1711365" y="107859"/>
                </a:lnTo>
                <a:lnTo>
                  <a:pt x="1693191" y="70283"/>
                </a:lnTo>
                <a:lnTo>
                  <a:pt x="1666078" y="39129"/>
                </a:lnTo>
                <a:lnTo>
                  <a:pt x="1631675" y="16048"/>
                </a:lnTo>
                <a:lnTo>
                  <a:pt x="1591632" y="2690"/>
                </a:lnTo>
                <a:lnTo>
                  <a:pt x="1562618" y="0"/>
                </a:lnTo>
                <a:close/>
              </a:path>
            </a:pathLst>
          </a:custGeom>
          <a:solidFill>
            <a:srgbClr val="00CC98"/>
          </a:solidFill>
        </p:spPr>
        <p:txBody>
          <a:bodyPr wrap="square" lIns="0" tIns="0" rIns="0" bIns="0" rtlCol="0"/>
          <a:lstStyle/>
          <a:p>
            <a:endParaRPr/>
          </a:p>
        </p:txBody>
      </p:sp>
      <p:sp>
        <p:nvSpPr>
          <p:cNvPr id="45" name="object 45"/>
          <p:cNvSpPr/>
          <p:nvPr/>
        </p:nvSpPr>
        <p:spPr>
          <a:xfrm>
            <a:off x="8401293" y="2677149"/>
            <a:ext cx="342900" cy="1689100"/>
          </a:xfrm>
          <a:custGeom>
            <a:avLst/>
            <a:gdLst/>
            <a:ahLst/>
            <a:cxnLst/>
            <a:rect l="l" t="t" r="r" b="b"/>
            <a:pathLst>
              <a:path w="342900" h="1689100">
                <a:moveTo>
                  <a:pt x="60350" y="396879"/>
                </a:moveTo>
                <a:lnTo>
                  <a:pt x="10308" y="396879"/>
                </a:lnTo>
                <a:lnTo>
                  <a:pt x="0" y="422269"/>
                </a:lnTo>
                <a:lnTo>
                  <a:pt x="60350" y="422269"/>
                </a:lnTo>
                <a:lnTo>
                  <a:pt x="60350" y="396879"/>
                </a:lnTo>
                <a:close/>
              </a:path>
              <a:path w="342900" h="1689100">
                <a:moveTo>
                  <a:pt x="171449" y="0"/>
                </a:moveTo>
                <a:lnTo>
                  <a:pt x="163909" y="18571"/>
                </a:lnTo>
                <a:lnTo>
                  <a:pt x="317510" y="396879"/>
                </a:lnTo>
                <a:lnTo>
                  <a:pt x="231800" y="396879"/>
                </a:lnTo>
                <a:lnTo>
                  <a:pt x="231800" y="1663201"/>
                </a:lnTo>
                <a:lnTo>
                  <a:pt x="85740" y="1663201"/>
                </a:lnTo>
                <a:lnTo>
                  <a:pt x="85740" y="1688598"/>
                </a:lnTo>
                <a:lnTo>
                  <a:pt x="257190" y="1688598"/>
                </a:lnTo>
                <a:lnTo>
                  <a:pt x="257190" y="422269"/>
                </a:lnTo>
                <a:lnTo>
                  <a:pt x="342899" y="422269"/>
                </a:lnTo>
                <a:lnTo>
                  <a:pt x="171449" y="0"/>
                </a:lnTo>
                <a:close/>
              </a:path>
            </a:pathLst>
          </a:custGeom>
          <a:solidFill>
            <a:srgbClr val="959595"/>
          </a:solidFill>
        </p:spPr>
        <p:txBody>
          <a:bodyPr wrap="square" lIns="0" tIns="0" rIns="0" bIns="0" rtlCol="0"/>
          <a:lstStyle/>
          <a:p>
            <a:endParaRPr/>
          </a:p>
        </p:txBody>
      </p:sp>
      <p:sp>
        <p:nvSpPr>
          <p:cNvPr id="46" name="object 46"/>
          <p:cNvSpPr/>
          <p:nvPr/>
        </p:nvSpPr>
        <p:spPr>
          <a:xfrm>
            <a:off x="8394588" y="2664957"/>
            <a:ext cx="356870" cy="1705610"/>
          </a:xfrm>
          <a:custGeom>
            <a:avLst/>
            <a:gdLst/>
            <a:ahLst/>
            <a:cxnLst/>
            <a:rect l="l" t="t" r="r" b="b"/>
            <a:pathLst>
              <a:path w="356870" h="1705610">
                <a:moveTo>
                  <a:pt x="97017" y="1675393"/>
                </a:moveTo>
                <a:lnTo>
                  <a:pt x="87873" y="1675393"/>
                </a:lnTo>
                <a:lnTo>
                  <a:pt x="87873" y="1705362"/>
                </a:lnTo>
                <a:lnTo>
                  <a:pt x="268467" y="1705362"/>
                </a:lnTo>
                <a:lnTo>
                  <a:pt x="268467" y="1696218"/>
                </a:lnTo>
                <a:lnTo>
                  <a:pt x="97017" y="1696218"/>
                </a:lnTo>
                <a:lnTo>
                  <a:pt x="97017" y="1675393"/>
                </a:lnTo>
                <a:close/>
              </a:path>
              <a:path w="356870" h="1705610">
                <a:moveTo>
                  <a:pt x="188052" y="24383"/>
                </a:moveTo>
                <a:lnTo>
                  <a:pt x="178155" y="24383"/>
                </a:lnTo>
                <a:lnTo>
                  <a:pt x="342899" y="429889"/>
                </a:lnTo>
                <a:lnTo>
                  <a:pt x="259323" y="429889"/>
                </a:lnTo>
                <a:lnTo>
                  <a:pt x="259323" y="1696218"/>
                </a:lnTo>
                <a:lnTo>
                  <a:pt x="268467" y="1696218"/>
                </a:lnTo>
                <a:lnTo>
                  <a:pt x="268467" y="439033"/>
                </a:lnTo>
                <a:lnTo>
                  <a:pt x="356341" y="439033"/>
                </a:lnTo>
                <a:lnTo>
                  <a:pt x="188052" y="24383"/>
                </a:lnTo>
                <a:close/>
              </a:path>
              <a:path w="356870" h="1705610">
                <a:moveTo>
                  <a:pt x="178155" y="0"/>
                </a:moveTo>
                <a:lnTo>
                  <a:pt x="168143" y="24674"/>
                </a:lnTo>
                <a:lnTo>
                  <a:pt x="173089" y="36856"/>
                </a:lnTo>
                <a:lnTo>
                  <a:pt x="178155" y="24383"/>
                </a:lnTo>
                <a:lnTo>
                  <a:pt x="188052" y="24383"/>
                </a:lnTo>
                <a:lnTo>
                  <a:pt x="178155" y="0"/>
                </a:lnTo>
                <a:close/>
              </a:path>
              <a:path w="356870" h="1705610">
                <a:moveTo>
                  <a:pt x="21897" y="409071"/>
                </a:moveTo>
                <a:lnTo>
                  <a:pt x="12158" y="409071"/>
                </a:lnTo>
                <a:lnTo>
                  <a:pt x="0" y="439033"/>
                </a:lnTo>
                <a:lnTo>
                  <a:pt x="67056" y="439033"/>
                </a:lnTo>
                <a:lnTo>
                  <a:pt x="67056" y="429889"/>
                </a:lnTo>
                <a:lnTo>
                  <a:pt x="13441" y="429889"/>
                </a:lnTo>
                <a:lnTo>
                  <a:pt x="21897" y="409071"/>
                </a:lnTo>
                <a:close/>
              </a:path>
            </a:pathLst>
          </a:custGeom>
          <a:solidFill>
            <a:srgbClr val="959595"/>
          </a:solidFill>
        </p:spPr>
        <p:txBody>
          <a:bodyPr wrap="square" lIns="0" tIns="0" rIns="0" bIns="0" rtlCol="0"/>
          <a:lstStyle/>
          <a:p>
            <a:endParaRPr/>
          </a:p>
        </p:txBody>
      </p:sp>
      <p:sp>
        <p:nvSpPr>
          <p:cNvPr id="47" name="object 47"/>
          <p:cNvSpPr/>
          <p:nvPr/>
        </p:nvSpPr>
        <p:spPr>
          <a:xfrm>
            <a:off x="8375903" y="2651760"/>
            <a:ext cx="342900" cy="1689100"/>
          </a:xfrm>
          <a:custGeom>
            <a:avLst/>
            <a:gdLst/>
            <a:ahLst/>
            <a:cxnLst/>
            <a:rect l="l" t="t" r="r" b="b"/>
            <a:pathLst>
              <a:path w="342900" h="1689100">
                <a:moveTo>
                  <a:pt x="257190" y="422269"/>
                </a:moveTo>
                <a:lnTo>
                  <a:pt x="85740" y="422269"/>
                </a:lnTo>
                <a:lnTo>
                  <a:pt x="85740" y="1688591"/>
                </a:lnTo>
                <a:lnTo>
                  <a:pt x="257190" y="1688591"/>
                </a:lnTo>
                <a:lnTo>
                  <a:pt x="257190" y="422269"/>
                </a:lnTo>
                <a:close/>
              </a:path>
              <a:path w="342900" h="1689100">
                <a:moveTo>
                  <a:pt x="171449" y="0"/>
                </a:moveTo>
                <a:lnTo>
                  <a:pt x="0" y="422269"/>
                </a:lnTo>
                <a:lnTo>
                  <a:pt x="342899" y="422269"/>
                </a:lnTo>
                <a:lnTo>
                  <a:pt x="171449" y="0"/>
                </a:lnTo>
                <a:close/>
              </a:path>
            </a:pathLst>
          </a:custGeom>
          <a:solidFill>
            <a:srgbClr val="00CC98"/>
          </a:solidFill>
        </p:spPr>
        <p:txBody>
          <a:bodyPr wrap="square" lIns="0" tIns="0" rIns="0" bIns="0" rtlCol="0"/>
          <a:lstStyle/>
          <a:p>
            <a:endParaRPr/>
          </a:p>
        </p:txBody>
      </p:sp>
      <p:sp>
        <p:nvSpPr>
          <p:cNvPr id="48" name="object 48"/>
          <p:cNvSpPr/>
          <p:nvPr/>
        </p:nvSpPr>
        <p:spPr>
          <a:xfrm>
            <a:off x="8375903" y="2651760"/>
            <a:ext cx="342900" cy="1689100"/>
          </a:xfrm>
          <a:custGeom>
            <a:avLst/>
            <a:gdLst/>
            <a:ahLst/>
            <a:cxnLst/>
            <a:rect l="l" t="t" r="r" b="b"/>
            <a:pathLst>
              <a:path w="342900" h="1689100">
                <a:moveTo>
                  <a:pt x="0" y="422269"/>
                </a:moveTo>
                <a:lnTo>
                  <a:pt x="85740" y="422269"/>
                </a:lnTo>
                <a:lnTo>
                  <a:pt x="85740" y="1688591"/>
                </a:lnTo>
                <a:lnTo>
                  <a:pt x="257190" y="1688591"/>
                </a:lnTo>
                <a:lnTo>
                  <a:pt x="257190" y="422269"/>
                </a:lnTo>
                <a:lnTo>
                  <a:pt x="342899" y="422269"/>
                </a:lnTo>
                <a:lnTo>
                  <a:pt x="171449" y="0"/>
                </a:lnTo>
                <a:lnTo>
                  <a:pt x="0" y="422269"/>
                </a:lnTo>
                <a:close/>
              </a:path>
            </a:pathLst>
          </a:custGeom>
          <a:ln w="9143">
            <a:solidFill>
              <a:srgbClr val="000000"/>
            </a:solidFill>
          </a:ln>
        </p:spPr>
        <p:txBody>
          <a:bodyPr wrap="square" lIns="0" tIns="0" rIns="0" bIns="0" rtlCol="0"/>
          <a:lstStyle/>
          <a:p>
            <a:endParaRPr/>
          </a:p>
        </p:txBody>
      </p:sp>
      <p:sp>
        <p:nvSpPr>
          <p:cNvPr id="49" name="object 49"/>
          <p:cNvSpPr txBox="1"/>
          <p:nvPr/>
        </p:nvSpPr>
        <p:spPr>
          <a:xfrm>
            <a:off x="7722494" y="4901158"/>
            <a:ext cx="1540510" cy="492443"/>
          </a:xfrm>
          <a:prstGeom prst="rect">
            <a:avLst/>
          </a:prstGeom>
        </p:spPr>
        <p:txBody>
          <a:bodyPr vert="horz" wrap="square" lIns="0" tIns="0" rIns="0" bIns="0" rtlCol="0">
            <a:spAutoFit/>
          </a:bodyPr>
          <a:lstStyle/>
          <a:p>
            <a:pPr marL="12700"/>
            <a:r>
              <a:rPr sz="3200" b="1" i="1" spc="-5" dirty="0">
                <a:solidFill>
                  <a:srgbClr val="3232CC"/>
                </a:solidFill>
                <a:latin typeface="Arial"/>
                <a:cs typeface="Arial"/>
              </a:rPr>
              <a:t>Regul</a:t>
            </a:r>
            <a:r>
              <a:rPr sz="3200" b="1" i="1" spc="-10" dirty="0">
                <a:solidFill>
                  <a:srgbClr val="3232CC"/>
                </a:solidFill>
                <a:latin typeface="Arial"/>
                <a:cs typeface="Arial"/>
              </a:rPr>
              <a:t>a</a:t>
            </a:r>
            <a:r>
              <a:rPr sz="3200" b="1" i="1" dirty="0">
                <a:solidFill>
                  <a:srgbClr val="3232CC"/>
                </a:solidFill>
                <a:latin typeface="Arial"/>
                <a:cs typeface="Arial"/>
              </a:rPr>
              <a:t>r</a:t>
            </a:r>
            <a:endParaRPr sz="3200" dirty="0">
              <a:latin typeface="Arial"/>
              <a:cs typeface="Arial"/>
            </a:endParaRPr>
          </a:p>
        </p:txBody>
      </p:sp>
      <p:sp>
        <p:nvSpPr>
          <p:cNvPr id="50" name="object 50"/>
          <p:cNvSpPr/>
          <p:nvPr/>
        </p:nvSpPr>
        <p:spPr>
          <a:xfrm>
            <a:off x="4960102" y="1508241"/>
            <a:ext cx="2372995" cy="1039494"/>
          </a:xfrm>
          <a:custGeom>
            <a:avLst/>
            <a:gdLst/>
            <a:ahLst/>
            <a:cxnLst/>
            <a:rect l="l" t="t" r="r" b="b"/>
            <a:pathLst>
              <a:path w="2372995" h="1039494">
                <a:moveTo>
                  <a:pt x="1186433" y="0"/>
                </a:moveTo>
                <a:lnTo>
                  <a:pt x="1089139" y="1722"/>
                </a:lnTo>
                <a:lnTo>
                  <a:pt x="994008" y="6802"/>
                </a:lnTo>
                <a:lnTo>
                  <a:pt x="901346" y="15104"/>
                </a:lnTo>
                <a:lnTo>
                  <a:pt x="811460" y="26495"/>
                </a:lnTo>
                <a:lnTo>
                  <a:pt x="724654" y="40841"/>
                </a:lnTo>
                <a:lnTo>
                  <a:pt x="641235" y="58008"/>
                </a:lnTo>
                <a:lnTo>
                  <a:pt x="561507" y="77863"/>
                </a:lnTo>
                <a:lnTo>
                  <a:pt x="485776" y="100272"/>
                </a:lnTo>
                <a:lnTo>
                  <a:pt x="414348" y="125101"/>
                </a:lnTo>
                <a:lnTo>
                  <a:pt x="347529" y="152217"/>
                </a:lnTo>
                <a:lnTo>
                  <a:pt x="285623" y="181484"/>
                </a:lnTo>
                <a:lnTo>
                  <a:pt x="228936" y="212771"/>
                </a:lnTo>
                <a:lnTo>
                  <a:pt x="177774" y="245942"/>
                </a:lnTo>
                <a:lnTo>
                  <a:pt x="132443" y="280865"/>
                </a:lnTo>
                <a:lnTo>
                  <a:pt x="93247" y="317405"/>
                </a:lnTo>
                <a:lnTo>
                  <a:pt x="60493" y="355428"/>
                </a:lnTo>
                <a:lnTo>
                  <a:pt x="34485" y="394802"/>
                </a:lnTo>
                <a:lnTo>
                  <a:pt x="15530" y="435391"/>
                </a:lnTo>
                <a:lnTo>
                  <a:pt x="3933" y="477063"/>
                </a:lnTo>
                <a:lnTo>
                  <a:pt x="0" y="519683"/>
                </a:lnTo>
                <a:lnTo>
                  <a:pt x="3933" y="562308"/>
                </a:lnTo>
                <a:lnTo>
                  <a:pt x="15530" y="603983"/>
                </a:lnTo>
                <a:lnTo>
                  <a:pt x="34485" y="644575"/>
                </a:lnTo>
                <a:lnTo>
                  <a:pt x="60493" y="683950"/>
                </a:lnTo>
                <a:lnTo>
                  <a:pt x="93247" y="721975"/>
                </a:lnTo>
                <a:lnTo>
                  <a:pt x="132443" y="758516"/>
                </a:lnTo>
                <a:lnTo>
                  <a:pt x="177774" y="793438"/>
                </a:lnTo>
                <a:lnTo>
                  <a:pt x="228936" y="826609"/>
                </a:lnTo>
                <a:lnTo>
                  <a:pt x="285623" y="857895"/>
                </a:lnTo>
                <a:lnTo>
                  <a:pt x="347529" y="887162"/>
                </a:lnTo>
                <a:lnTo>
                  <a:pt x="414348" y="914276"/>
                </a:lnTo>
                <a:lnTo>
                  <a:pt x="485776" y="939103"/>
                </a:lnTo>
                <a:lnTo>
                  <a:pt x="561507" y="961511"/>
                </a:lnTo>
                <a:lnTo>
                  <a:pt x="641235" y="981364"/>
                </a:lnTo>
                <a:lnTo>
                  <a:pt x="724654" y="998530"/>
                </a:lnTo>
                <a:lnTo>
                  <a:pt x="811460" y="1012875"/>
                </a:lnTo>
                <a:lnTo>
                  <a:pt x="901346" y="1024265"/>
                </a:lnTo>
                <a:lnTo>
                  <a:pt x="994008" y="1032566"/>
                </a:lnTo>
                <a:lnTo>
                  <a:pt x="1089139" y="1037645"/>
                </a:lnTo>
                <a:lnTo>
                  <a:pt x="1186433" y="1039367"/>
                </a:lnTo>
                <a:lnTo>
                  <a:pt x="1283733" y="1037645"/>
                </a:lnTo>
                <a:lnTo>
                  <a:pt x="1378867" y="1032566"/>
                </a:lnTo>
                <a:lnTo>
                  <a:pt x="1471531" y="1024265"/>
                </a:lnTo>
                <a:lnTo>
                  <a:pt x="1561419" y="1012875"/>
                </a:lnTo>
                <a:lnTo>
                  <a:pt x="1648225" y="998530"/>
                </a:lnTo>
                <a:lnTo>
                  <a:pt x="1731646" y="981364"/>
                </a:lnTo>
                <a:lnTo>
                  <a:pt x="1811373" y="961511"/>
                </a:lnTo>
                <a:lnTo>
                  <a:pt x="1887104" y="939103"/>
                </a:lnTo>
                <a:lnTo>
                  <a:pt x="1958531" y="914276"/>
                </a:lnTo>
                <a:lnTo>
                  <a:pt x="2025350" y="887162"/>
                </a:lnTo>
                <a:lnTo>
                  <a:pt x="2087254" y="857895"/>
                </a:lnTo>
                <a:lnTo>
                  <a:pt x="2143940" y="826609"/>
                </a:lnTo>
                <a:lnTo>
                  <a:pt x="2195100" y="793438"/>
                </a:lnTo>
                <a:lnTo>
                  <a:pt x="2240430" y="758516"/>
                </a:lnTo>
                <a:lnTo>
                  <a:pt x="2279624" y="721975"/>
                </a:lnTo>
                <a:lnTo>
                  <a:pt x="2312377" y="683950"/>
                </a:lnTo>
                <a:lnTo>
                  <a:pt x="2338384" y="644575"/>
                </a:lnTo>
                <a:lnTo>
                  <a:pt x="2357338" y="603983"/>
                </a:lnTo>
                <a:lnTo>
                  <a:pt x="2368934" y="562308"/>
                </a:lnTo>
                <a:lnTo>
                  <a:pt x="2372867" y="519683"/>
                </a:lnTo>
                <a:lnTo>
                  <a:pt x="2368934" y="477063"/>
                </a:lnTo>
                <a:lnTo>
                  <a:pt x="2357338" y="435391"/>
                </a:lnTo>
                <a:lnTo>
                  <a:pt x="2338384" y="394802"/>
                </a:lnTo>
                <a:lnTo>
                  <a:pt x="2312377" y="355428"/>
                </a:lnTo>
                <a:lnTo>
                  <a:pt x="2279624" y="317405"/>
                </a:lnTo>
                <a:lnTo>
                  <a:pt x="2240430" y="280865"/>
                </a:lnTo>
                <a:lnTo>
                  <a:pt x="2195100" y="245942"/>
                </a:lnTo>
                <a:lnTo>
                  <a:pt x="2143940" y="212771"/>
                </a:lnTo>
                <a:lnTo>
                  <a:pt x="2087254" y="181484"/>
                </a:lnTo>
                <a:lnTo>
                  <a:pt x="2025350" y="152217"/>
                </a:lnTo>
                <a:lnTo>
                  <a:pt x="1958531" y="125101"/>
                </a:lnTo>
                <a:lnTo>
                  <a:pt x="1887104" y="100272"/>
                </a:lnTo>
                <a:lnTo>
                  <a:pt x="1811373" y="77863"/>
                </a:lnTo>
                <a:lnTo>
                  <a:pt x="1731646" y="58008"/>
                </a:lnTo>
                <a:lnTo>
                  <a:pt x="1648225" y="40841"/>
                </a:lnTo>
                <a:lnTo>
                  <a:pt x="1561419" y="26495"/>
                </a:lnTo>
                <a:lnTo>
                  <a:pt x="1471531" y="15104"/>
                </a:lnTo>
                <a:lnTo>
                  <a:pt x="1378867" y="6802"/>
                </a:lnTo>
                <a:lnTo>
                  <a:pt x="1283733" y="1722"/>
                </a:lnTo>
                <a:lnTo>
                  <a:pt x="1186433" y="0"/>
                </a:lnTo>
                <a:close/>
              </a:path>
            </a:pathLst>
          </a:custGeom>
          <a:solidFill>
            <a:srgbClr val="C2E0FF"/>
          </a:solidFill>
        </p:spPr>
        <p:txBody>
          <a:bodyPr wrap="square" lIns="0" tIns="0" rIns="0" bIns="0" rtlCol="0"/>
          <a:lstStyle/>
          <a:p>
            <a:endParaRPr/>
          </a:p>
        </p:txBody>
      </p:sp>
      <p:sp>
        <p:nvSpPr>
          <p:cNvPr id="51" name="object 51"/>
          <p:cNvSpPr/>
          <p:nvPr/>
        </p:nvSpPr>
        <p:spPr>
          <a:xfrm>
            <a:off x="4985523" y="1533662"/>
            <a:ext cx="2372995" cy="1039494"/>
          </a:xfrm>
          <a:custGeom>
            <a:avLst/>
            <a:gdLst/>
            <a:ahLst/>
            <a:cxnLst/>
            <a:rect l="l" t="t" r="r" b="b"/>
            <a:pathLst>
              <a:path w="2372995" h="1039494">
                <a:moveTo>
                  <a:pt x="1186433" y="0"/>
                </a:moveTo>
                <a:lnTo>
                  <a:pt x="1089134" y="1722"/>
                </a:lnTo>
                <a:lnTo>
                  <a:pt x="994000" y="6801"/>
                </a:lnTo>
                <a:lnTo>
                  <a:pt x="901336" y="15102"/>
                </a:lnTo>
                <a:lnTo>
                  <a:pt x="811448" y="26492"/>
                </a:lnTo>
                <a:lnTo>
                  <a:pt x="724641" y="40837"/>
                </a:lnTo>
                <a:lnTo>
                  <a:pt x="641221" y="58003"/>
                </a:lnTo>
                <a:lnTo>
                  <a:pt x="561493" y="77856"/>
                </a:lnTo>
                <a:lnTo>
                  <a:pt x="485763" y="100264"/>
                </a:lnTo>
                <a:lnTo>
                  <a:pt x="414336" y="125091"/>
                </a:lnTo>
                <a:lnTo>
                  <a:pt x="347517" y="152205"/>
                </a:lnTo>
                <a:lnTo>
                  <a:pt x="285612" y="181472"/>
                </a:lnTo>
                <a:lnTo>
                  <a:pt x="228927" y="212758"/>
                </a:lnTo>
                <a:lnTo>
                  <a:pt x="177767" y="245929"/>
                </a:lnTo>
                <a:lnTo>
                  <a:pt x="132437" y="280851"/>
                </a:lnTo>
                <a:lnTo>
                  <a:pt x="93243" y="317392"/>
                </a:lnTo>
                <a:lnTo>
                  <a:pt x="60490" y="355417"/>
                </a:lnTo>
                <a:lnTo>
                  <a:pt x="34483" y="394792"/>
                </a:lnTo>
                <a:lnTo>
                  <a:pt x="15529" y="435384"/>
                </a:lnTo>
                <a:lnTo>
                  <a:pt x="3933" y="477059"/>
                </a:lnTo>
                <a:lnTo>
                  <a:pt x="0" y="519683"/>
                </a:lnTo>
                <a:lnTo>
                  <a:pt x="3933" y="562304"/>
                </a:lnTo>
                <a:lnTo>
                  <a:pt x="15529" y="603976"/>
                </a:lnTo>
                <a:lnTo>
                  <a:pt x="34483" y="644565"/>
                </a:lnTo>
                <a:lnTo>
                  <a:pt x="60490" y="683938"/>
                </a:lnTo>
                <a:lnTo>
                  <a:pt x="93243" y="721962"/>
                </a:lnTo>
                <a:lnTo>
                  <a:pt x="132437" y="758502"/>
                </a:lnTo>
                <a:lnTo>
                  <a:pt x="177767" y="793425"/>
                </a:lnTo>
                <a:lnTo>
                  <a:pt x="228927" y="826596"/>
                </a:lnTo>
                <a:lnTo>
                  <a:pt x="285612" y="857883"/>
                </a:lnTo>
                <a:lnTo>
                  <a:pt x="347517" y="887150"/>
                </a:lnTo>
                <a:lnTo>
                  <a:pt x="414336" y="914266"/>
                </a:lnTo>
                <a:lnTo>
                  <a:pt x="485763" y="939095"/>
                </a:lnTo>
                <a:lnTo>
                  <a:pt x="561493" y="961504"/>
                </a:lnTo>
                <a:lnTo>
                  <a:pt x="641221" y="981359"/>
                </a:lnTo>
                <a:lnTo>
                  <a:pt x="724641" y="998526"/>
                </a:lnTo>
                <a:lnTo>
                  <a:pt x="811448" y="1012872"/>
                </a:lnTo>
                <a:lnTo>
                  <a:pt x="901336" y="1024263"/>
                </a:lnTo>
                <a:lnTo>
                  <a:pt x="994000" y="1032565"/>
                </a:lnTo>
                <a:lnTo>
                  <a:pt x="1089134" y="1037645"/>
                </a:lnTo>
                <a:lnTo>
                  <a:pt x="1186433" y="1039367"/>
                </a:lnTo>
                <a:lnTo>
                  <a:pt x="1283733" y="1037645"/>
                </a:lnTo>
                <a:lnTo>
                  <a:pt x="1378867" y="1032565"/>
                </a:lnTo>
                <a:lnTo>
                  <a:pt x="1471531" y="1024263"/>
                </a:lnTo>
                <a:lnTo>
                  <a:pt x="1561419" y="1012872"/>
                </a:lnTo>
                <a:lnTo>
                  <a:pt x="1648225" y="998526"/>
                </a:lnTo>
                <a:lnTo>
                  <a:pt x="1731646" y="981359"/>
                </a:lnTo>
                <a:lnTo>
                  <a:pt x="1811373" y="961504"/>
                </a:lnTo>
                <a:lnTo>
                  <a:pt x="1887104" y="939095"/>
                </a:lnTo>
                <a:lnTo>
                  <a:pt x="1958531" y="914266"/>
                </a:lnTo>
                <a:lnTo>
                  <a:pt x="2025350" y="887150"/>
                </a:lnTo>
                <a:lnTo>
                  <a:pt x="2087254" y="857883"/>
                </a:lnTo>
                <a:lnTo>
                  <a:pt x="2143940" y="826596"/>
                </a:lnTo>
                <a:lnTo>
                  <a:pt x="2195100" y="793425"/>
                </a:lnTo>
                <a:lnTo>
                  <a:pt x="2240430" y="758502"/>
                </a:lnTo>
                <a:lnTo>
                  <a:pt x="2279624" y="721962"/>
                </a:lnTo>
                <a:lnTo>
                  <a:pt x="2312377" y="683938"/>
                </a:lnTo>
                <a:lnTo>
                  <a:pt x="2338384" y="644565"/>
                </a:lnTo>
                <a:lnTo>
                  <a:pt x="2357338" y="603976"/>
                </a:lnTo>
                <a:lnTo>
                  <a:pt x="2368934" y="562304"/>
                </a:lnTo>
                <a:lnTo>
                  <a:pt x="2372867" y="519683"/>
                </a:lnTo>
                <a:lnTo>
                  <a:pt x="2368934" y="477059"/>
                </a:lnTo>
                <a:lnTo>
                  <a:pt x="2357338" y="435384"/>
                </a:lnTo>
                <a:lnTo>
                  <a:pt x="2338384" y="394792"/>
                </a:lnTo>
                <a:lnTo>
                  <a:pt x="2312377" y="355417"/>
                </a:lnTo>
                <a:lnTo>
                  <a:pt x="2279624" y="317392"/>
                </a:lnTo>
                <a:lnTo>
                  <a:pt x="2240430" y="280851"/>
                </a:lnTo>
                <a:lnTo>
                  <a:pt x="2195100" y="245929"/>
                </a:lnTo>
                <a:lnTo>
                  <a:pt x="2143940" y="212758"/>
                </a:lnTo>
                <a:lnTo>
                  <a:pt x="2087254" y="181472"/>
                </a:lnTo>
                <a:lnTo>
                  <a:pt x="2025350" y="152205"/>
                </a:lnTo>
                <a:lnTo>
                  <a:pt x="1958531" y="125091"/>
                </a:lnTo>
                <a:lnTo>
                  <a:pt x="1887104" y="100264"/>
                </a:lnTo>
                <a:lnTo>
                  <a:pt x="1811373" y="77856"/>
                </a:lnTo>
                <a:lnTo>
                  <a:pt x="1731646" y="58003"/>
                </a:lnTo>
                <a:lnTo>
                  <a:pt x="1648225" y="40837"/>
                </a:lnTo>
                <a:lnTo>
                  <a:pt x="1561419" y="26492"/>
                </a:lnTo>
                <a:lnTo>
                  <a:pt x="1471531" y="15102"/>
                </a:lnTo>
                <a:lnTo>
                  <a:pt x="1378867" y="6801"/>
                </a:lnTo>
                <a:lnTo>
                  <a:pt x="1283733" y="1722"/>
                </a:lnTo>
                <a:lnTo>
                  <a:pt x="1186433" y="0"/>
                </a:lnTo>
                <a:close/>
              </a:path>
            </a:pathLst>
          </a:custGeom>
          <a:solidFill>
            <a:srgbClr val="5C7998"/>
          </a:solidFill>
        </p:spPr>
        <p:txBody>
          <a:bodyPr wrap="square" lIns="0" tIns="0" rIns="0" bIns="0" rtlCol="0"/>
          <a:lstStyle/>
          <a:p>
            <a:endParaRPr/>
          </a:p>
        </p:txBody>
      </p:sp>
      <p:sp>
        <p:nvSpPr>
          <p:cNvPr id="52" name="object 52"/>
          <p:cNvSpPr/>
          <p:nvPr/>
        </p:nvSpPr>
        <p:spPr>
          <a:xfrm>
            <a:off x="4972812" y="1520952"/>
            <a:ext cx="2372995" cy="1039494"/>
          </a:xfrm>
          <a:custGeom>
            <a:avLst/>
            <a:gdLst/>
            <a:ahLst/>
            <a:cxnLst/>
            <a:rect l="l" t="t" r="r" b="b"/>
            <a:pathLst>
              <a:path w="2372995" h="1039494">
                <a:moveTo>
                  <a:pt x="1186433" y="0"/>
                </a:moveTo>
                <a:lnTo>
                  <a:pt x="1089134" y="1722"/>
                </a:lnTo>
                <a:lnTo>
                  <a:pt x="994000" y="6801"/>
                </a:lnTo>
                <a:lnTo>
                  <a:pt x="901336" y="15102"/>
                </a:lnTo>
                <a:lnTo>
                  <a:pt x="811448" y="26492"/>
                </a:lnTo>
                <a:lnTo>
                  <a:pt x="724641" y="40837"/>
                </a:lnTo>
                <a:lnTo>
                  <a:pt x="641221" y="58003"/>
                </a:lnTo>
                <a:lnTo>
                  <a:pt x="561493" y="77856"/>
                </a:lnTo>
                <a:lnTo>
                  <a:pt x="485763" y="100264"/>
                </a:lnTo>
                <a:lnTo>
                  <a:pt x="414336" y="125091"/>
                </a:lnTo>
                <a:lnTo>
                  <a:pt x="347517" y="152205"/>
                </a:lnTo>
                <a:lnTo>
                  <a:pt x="285612" y="181472"/>
                </a:lnTo>
                <a:lnTo>
                  <a:pt x="228927" y="212758"/>
                </a:lnTo>
                <a:lnTo>
                  <a:pt x="177767" y="245929"/>
                </a:lnTo>
                <a:lnTo>
                  <a:pt x="132437" y="280851"/>
                </a:lnTo>
                <a:lnTo>
                  <a:pt x="93243" y="317392"/>
                </a:lnTo>
                <a:lnTo>
                  <a:pt x="60490" y="355417"/>
                </a:lnTo>
                <a:lnTo>
                  <a:pt x="34483" y="394792"/>
                </a:lnTo>
                <a:lnTo>
                  <a:pt x="15529" y="435384"/>
                </a:lnTo>
                <a:lnTo>
                  <a:pt x="3933" y="477059"/>
                </a:lnTo>
                <a:lnTo>
                  <a:pt x="0" y="519683"/>
                </a:lnTo>
                <a:lnTo>
                  <a:pt x="3933" y="562308"/>
                </a:lnTo>
                <a:lnTo>
                  <a:pt x="15529" y="603983"/>
                </a:lnTo>
                <a:lnTo>
                  <a:pt x="34483" y="644575"/>
                </a:lnTo>
                <a:lnTo>
                  <a:pt x="60490" y="683950"/>
                </a:lnTo>
                <a:lnTo>
                  <a:pt x="93243" y="721975"/>
                </a:lnTo>
                <a:lnTo>
                  <a:pt x="132437" y="758516"/>
                </a:lnTo>
                <a:lnTo>
                  <a:pt x="177767" y="793438"/>
                </a:lnTo>
                <a:lnTo>
                  <a:pt x="228927" y="826609"/>
                </a:lnTo>
                <a:lnTo>
                  <a:pt x="285612" y="857895"/>
                </a:lnTo>
                <a:lnTo>
                  <a:pt x="347517" y="887162"/>
                </a:lnTo>
                <a:lnTo>
                  <a:pt x="414336" y="914276"/>
                </a:lnTo>
                <a:lnTo>
                  <a:pt x="485763" y="939103"/>
                </a:lnTo>
                <a:lnTo>
                  <a:pt x="561493" y="961511"/>
                </a:lnTo>
                <a:lnTo>
                  <a:pt x="641221" y="981364"/>
                </a:lnTo>
                <a:lnTo>
                  <a:pt x="724641" y="998530"/>
                </a:lnTo>
                <a:lnTo>
                  <a:pt x="811448" y="1012875"/>
                </a:lnTo>
                <a:lnTo>
                  <a:pt x="901336" y="1024265"/>
                </a:lnTo>
                <a:lnTo>
                  <a:pt x="994000" y="1032566"/>
                </a:lnTo>
                <a:lnTo>
                  <a:pt x="1089134" y="1037645"/>
                </a:lnTo>
                <a:lnTo>
                  <a:pt x="1186433" y="1039367"/>
                </a:lnTo>
                <a:lnTo>
                  <a:pt x="1283733" y="1037645"/>
                </a:lnTo>
                <a:lnTo>
                  <a:pt x="1378867" y="1032566"/>
                </a:lnTo>
                <a:lnTo>
                  <a:pt x="1471531" y="1024265"/>
                </a:lnTo>
                <a:lnTo>
                  <a:pt x="1561419" y="1012875"/>
                </a:lnTo>
                <a:lnTo>
                  <a:pt x="1648225" y="998530"/>
                </a:lnTo>
                <a:lnTo>
                  <a:pt x="1731646" y="981364"/>
                </a:lnTo>
                <a:lnTo>
                  <a:pt x="1811373" y="961511"/>
                </a:lnTo>
                <a:lnTo>
                  <a:pt x="1887104" y="939103"/>
                </a:lnTo>
                <a:lnTo>
                  <a:pt x="1958531" y="914276"/>
                </a:lnTo>
                <a:lnTo>
                  <a:pt x="2025350" y="887162"/>
                </a:lnTo>
                <a:lnTo>
                  <a:pt x="2087254" y="857895"/>
                </a:lnTo>
                <a:lnTo>
                  <a:pt x="2143940" y="826609"/>
                </a:lnTo>
                <a:lnTo>
                  <a:pt x="2195100" y="793438"/>
                </a:lnTo>
                <a:lnTo>
                  <a:pt x="2240430" y="758516"/>
                </a:lnTo>
                <a:lnTo>
                  <a:pt x="2279624" y="721975"/>
                </a:lnTo>
                <a:lnTo>
                  <a:pt x="2312377" y="683950"/>
                </a:lnTo>
                <a:lnTo>
                  <a:pt x="2338384" y="644575"/>
                </a:lnTo>
                <a:lnTo>
                  <a:pt x="2357338" y="603983"/>
                </a:lnTo>
                <a:lnTo>
                  <a:pt x="2368934" y="562308"/>
                </a:lnTo>
                <a:lnTo>
                  <a:pt x="2372867" y="519683"/>
                </a:lnTo>
                <a:lnTo>
                  <a:pt x="2368934" y="477059"/>
                </a:lnTo>
                <a:lnTo>
                  <a:pt x="2357338" y="435384"/>
                </a:lnTo>
                <a:lnTo>
                  <a:pt x="2338384" y="394792"/>
                </a:lnTo>
                <a:lnTo>
                  <a:pt x="2312377" y="355417"/>
                </a:lnTo>
                <a:lnTo>
                  <a:pt x="2279624" y="317392"/>
                </a:lnTo>
                <a:lnTo>
                  <a:pt x="2240430" y="280851"/>
                </a:lnTo>
                <a:lnTo>
                  <a:pt x="2195100" y="245929"/>
                </a:lnTo>
                <a:lnTo>
                  <a:pt x="2143940" y="212758"/>
                </a:lnTo>
                <a:lnTo>
                  <a:pt x="2087254" y="181472"/>
                </a:lnTo>
                <a:lnTo>
                  <a:pt x="2025350" y="152205"/>
                </a:lnTo>
                <a:lnTo>
                  <a:pt x="1958531" y="125091"/>
                </a:lnTo>
                <a:lnTo>
                  <a:pt x="1887104" y="100264"/>
                </a:lnTo>
                <a:lnTo>
                  <a:pt x="1811373" y="77856"/>
                </a:lnTo>
                <a:lnTo>
                  <a:pt x="1731646" y="58003"/>
                </a:lnTo>
                <a:lnTo>
                  <a:pt x="1648225" y="40837"/>
                </a:lnTo>
                <a:lnTo>
                  <a:pt x="1561419" y="26492"/>
                </a:lnTo>
                <a:lnTo>
                  <a:pt x="1471531" y="15102"/>
                </a:lnTo>
                <a:lnTo>
                  <a:pt x="1378867" y="6801"/>
                </a:lnTo>
                <a:lnTo>
                  <a:pt x="1283733" y="1722"/>
                </a:lnTo>
                <a:lnTo>
                  <a:pt x="1186433" y="0"/>
                </a:lnTo>
                <a:close/>
              </a:path>
            </a:pathLst>
          </a:custGeom>
          <a:solidFill>
            <a:srgbClr val="98CCFF"/>
          </a:solidFill>
        </p:spPr>
        <p:txBody>
          <a:bodyPr wrap="square" lIns="0" tIns="0" rIns="0" bIns="0" rtlCol="0"/>
          <a:lstStyle/>
          <a:p>
            <a:endParaRPr/>
          </a:p>
        </p:txBody>
      </p:sp>
      <p:sp>
        <p:nvSpPr>
          <p:cNvPr id="53" name="object 53"/>
          <p:cNvSpPr txBox="1"/>
          <p:nvPr/>
        </p:nvSpPr>
        <p:spPr>
          <a:xfrm>
            <a:off x="5204591" y="1666593"/>
            <a:ext cx="1969135" cy="984885"/>
          </a:xfrm>
          <a:prstGeom prst="rect">
            <a:avLst/>
          </a:prstGeom>
        </p:spPr>
        <p:txBody>
          <a:bodyPr vert="horz" wrap="square" lIns="0" tIns="0" rIns="0" bIns="0" rtlCol="0">
            <a:spAutoFit/>
          </a:bodyPr>
          <a:lstStyle/>
          <a:p>
            <a:pPr marL="35560"/>
            <a:r>
              <a:rPr sz="3200" b="1" dirty="0">
                <a:solidFill>
                  <a:srgbClr val="3232CC"/>
                </a:solidFill>
                <a:latin typeface="Arial"/>
                <a:cs typeface="Arial"/>
              </a:rPr>
              <a:t>One</a:t>
            </a:r>
            <a:r>
              <a:rPr sz="3200" b="1" spc="65" dirty="0">
                <a:solidFill>
                  <a:srgbClr val="3232CC"/>
                </a:solidFill>
                <a:latin typeface="Times New Roman"/>
                <a:cs typeface="Times New Roman"/>
              </a:rPr>
              <a:t> </a:t>
            </a:r>
            <a:r>
              <a:rPr sz="3200" b="1" dirty="0">
                <a:solidFill>
                  <a:srgbClr val="3232CC"/>
                </a:solidFill>
                <a:latin typeface="Arial"/>
                <a:cs typeface="Arial"/>
              </a:rPr>
              <a:t>term</a:t>
            </a:r>
            <a:endParaRPr sz="3200">
              <a:latin typeface="Arial"/>
              <a:cs typeface="Arial"/>
            </a:endParaRPr>
          </a:p>
          <a:p>
            <a:pPr marL="12700"/>
            <a:r>
              <a:rPr sz="3200" b="1" spc="-5" dirty="0">
                <a:solidFill>
                  <a:srgbClr val="3232CC"/>
                </a:solidFill>
                <a:latin typeface="Arial"/>
                <a:cs typeface="Arial"/>
              </a:rPr>
              <a:t>rewardi</a:t>
            </a:r>
            <a:r>
              <a:rPr sz="3200" b="1" spc="-10" dirty="0">
                <a:solidFill>
                  <a:srgbClr val="3232CC"/>
                </a:solidFill>
                <a:latin typeface="Arial"/>
                <a:cs typeface="Arial"/>
              </a:rPr>
              <a:t>n</a:t>
            </a:r>
            <a:r>
              <a:rPr sz="3200" b="1" dirty="0">
                <a:solidFill>
                  <a:srgbClr val="3232CC"/>
                </a:solidFill>
                <a:latin typeface="Arial"/>
                <a:cs typeface="Arial"/>
              </a:rPr>
              <a:t>g</a:t>
            </a:r>
            <a:endParaRPr sz="3200">
              <a:latin typeface="Arial"/>
              <a:cs typeface="Arial"/>
            </a:endParaRPr>
          </a:p>
        </p:txBody>
      </p:sp>
      <p:sp>
        <p:nvSpPr>
          <p:cNvPr id="54" name="object 54"/>
          <p:cNvSpPr txBox="1"/>
          <p:nvPr/>
        </p:nvSpPr>
        <p:spPr>
          <a:xfrm>
            <a:off x="4523362" y="1959067"/>
            <a:ext cx="263525" cy="492443"/>
          </a:xfrm>
          <a:prstGeom prst="rect">
            <a:avLst/>
          </a:prstGeom>
        </p:spPr>
        <p:txBody>
          <a:bodyPr vert="horz" wrap="square" lIns="0" tIns="0" rIns="0" bIns="0" rtlCol="0">
            <a:spAutoFit/>
          </a:bodyPr>
          <a:lstStyle/>
          <a:p>
            <a:pPr marL="12700"/>
            <a:r>
              <a:rPr sz="3200" b="1" dirty="0">
                <a:solidFill>
                  <a:srgbClr val="3232CC"/>
                </a:solidFill>
                <a:latin typeface="Arial"/>
                <a:cs typeface="Arial"/>
              </a:rPr>
              <a:t>+</a:t>
            </a:r>
            <a:endParaRPr sz="3200">
              <a:latin typeface="Arial"/>
              <a:cs typeface="Arial"/>
            </a:endParaRPr>
          </a:p>
        </p:txBody>
      </p:sp>
      <p:sp>
        <p:nvSpPr>
          <p:cNvPr id="55" name="object 55"/>
          <p:cNvSpPr/>
          <p:nvPr/>
        </p:nvSpPr>
        <p:spPr>
          <a:xfrm>
            <a:off x="7895326" y="1508241"/>
            <a:ext cx="2372995" cy="1039494"/>
          </a:xfrm>
          <a:custGeom>
            <a:avLst/>
            <a:gdLst/>
            <a:ahLst/>
            <a:cxnLst/>
            <a:rect l="l" t="t" r="r" b="b"/>
            <a:pathLst>
              <a:path w="2372995" h="1039494">
                <a:moveTo>
                  <a:pt x="1186433" y="0"/>
                </a:moveTo>
                <a:lnTo>
                  <a:pt x="1089139" y="1722"/>
                </a:lnTo>
                <a:lnTo>
                  <a:pt x="994008" y="6802"/>
                </a:lnTo>
                <a:lnTo>
                  <a:pt x="901346" y="15104"/>
                </a:lnTo>
                <a:lnTo>
                  <a:pt x="811460" y="26495"/>
                </a:lnTo>
                <a:lnTo>
                  <a:pt x="724654" y="40841"/>
                </a:lnTo>
                <a:lnTo>
                  <a:pt x="641235" y="58008"/>
                </a:lnTo>
                <a:lnTo>
                  <a:pt x="561507" y="77863"/>
                </a:lnTo>
                <a:lnTo>
                  <a:pt x="485776" y="100272"/>
                </a:lnTo>
                <a:lnTo>
                  <a:pt x="414348" y="125101"/>
                </a:lnTo>
                <a:lnTo>
                  <a:pt x="347529" y="152217"/>
                </a:lnTo>
                <a:lnTo>
                  <a:pt x="285623" y="181484"/>
                </a:lnTo>
                <a:lnTo>
                  <a:pt x="228936" y="212771"/>
                </a:lnTo>
                <a:lnTo>
                  <a:pt x="177774" y="245942"/>
                </a:lnTo>
                <a:lnTo>
                  <a:pt x="132443" y="280865"/>
                </a:lnTo>
                <a:lnTo>
                  <a:pt x="93247" y="317405"/>
                </a:lnTo>
                <a:lnTo>
                  <a:pt x="60493" y="355428"/>
                </a:lnTo>
                <a:lnTo>
                  <a:pt x="34485" y="394802"/>
                </a:lnTo>
                <a:lnTo>
                  <a:pt x="15530" y="435391"/>
                </a:lnTo>
                <a:lnTo>
                  <a:pt x="3933" y="477063"/>
                </a:lnTo>
                <a:lnTo>
                  <a:pt x="0" y="519683"/>
                </a:lnTo>
                <a:lnTo>
                  <a:pt x="3933" y="562308"/>
                </a:lnTo>
                <a:lnTo>
                  <a:pt x="15530" y="603983"/>
                </a:lnTo>
                <a:lnTo>
                  <a:pt x="34485" y="644575"/>
                </a:lnTo>
                <a:lnTo>
                  <a:pt x="60493" y="683950"/>
                </a:lnTo>
                <a:lnTo>
                  <a:pt x="93247" y="721975"/>
                </a:lnTo>
                <a:lnTo>
                  <a:pt x="132443" y="758516"/>
                </a:lnTo>
                <a:lnTo>
                  <a:pt x="177774" y="793438"/>
                </a:lnTo>
                <a:lnTo>
                  <a:pt x="228936" y="826609"/>
                </a:lnTo>
                <a:lnTo>
                  <a:pt x="285623" y="857895"/>
                </a:lnTo>
                <a:lnTo>
                  <a:pt x="347529" y="887162"/>
                </a:lnTo>
                <a:lnTo>
                  <a:pt x="414348" y="914276"/>
                </a:lnTo>
                <a:lnTo>
                  <a:pt x="485776" y="939103"/>
                </a:lnTo>
                <a:lnTo>
                  <a:pt x="561507" y="961511"/>
                </a:lnTo>
                <a:lnTo>
                  <a:pt x="641235" y="981364"/>
                </a:lnTo>
                <a:lnTo>
                  <a:pt x="724654" y="998530"/>
                </a:lnTo>
                <a:lnTo>
                  <a:pt x="811460" y="1012875"/>
                </a:lnTo>
                <a:lnTo>
                  <a:pt x="901346" y="1024265"/>
                </a:lnTo>
                <a:lnTo>
                  <a:pt x="994008" y="1032566"/>
                </a:lnTo>
                <a:lnTo>
                  <a:pt x="1089139" y="1037645"/>
                </a:lnTo>
                <a:lnTo>
                  <a:pt x="1186433" y="1039367"/>
                </a:lnTo>
                <a:lnTo>
                  <a:pt x="1283733" y="1037645"/>
                </a:lnTo>
                <a:lnTo>
                  <a:pt x="1378867" y="1032566"/>
                </a:lnTo>
                <a:lnTo>
                  <a:pt x="1471531" y="1024265"/>
                </a:lnTo>
                <a:lnTo>
                  <a:pt x="1561419" y="1012875"/>
                </a:lnTo>
                <a:lnTo>
                  <a:pt x="1648225" y="998530"/>
                </a:lnTo>
                <a:lnTo>
                  <a:pt x="1731646" y="981364"/>
                </a:lnTo>
                <a:lnTo>
                  <a:pt x="1811373" y="961511"/>
                </a:lnTo>
                <a:lnTo>
                  <a:pt x="1887104" y="939103"/>
                </a:lnTo>
                <a:lnTo>
                  <a:pt x="1958531" y="914276"/>
                </a:lnTo>
                <a:lnTo>
                  <a:pt x="2025350" y="887162"/>
                </a:lnTo>
                <a:lnTo>
                  <a:pt x="2087254" y="857895"/>
                </a:lnTo>
                <a:lnTo>
                  <a:pt x="2143940" y="826609"/>
                </a:lnTo>
                <a:lnTo>
                  <a:pt x="2195100" y="793438"/>
                </a:lnTo>
                <a:lnTo>
                  <a:pt x="2240430" y="758516"/>
                </a:lnTo>
                <a:lnTo>
                  <a:pt x="2279624" y="721975"/>
                </a:lnTo>
                <a:lnTo>
                  <a:pt x="2312377" y="683950"/>
                </a:lnTo>
                <a:lnTo>
                  <a:pt x="2338384" y="644575"/>
                </a:lnTo>
                <a:lnTo>
                  <a:pt x="2357338" y="603983"/>
                </a:lnTo>
                <a:lnTo>
                  <a:pt x="2368934" y="562308"/>
                </a:lnTo>
                <a:lnTo>
                  <a:pt x="2372867" y="519683"/>
                </a:lnTo>
                <a:lnTo>
                  <a:pt x="2368934" y="477063"/>
                </a:lnTo>
                <a:lnTo>
                  <a:pt x="2357338" y="435391"/>
                </a:lnTo>
                <a:lnTo>
                  <a:pt x="2338384" y="394802"/>
                </a:lnTo>
                <a:lnTo>
                  <a:pt x="2312377" y="355428"/>
                </a:lnTo>
                <a:lnTo>
                  <a:pt x="2279624" y="317405"/>
                </a:lnTo>
                <a:lnTo>
                  <a:pt x="2240430" y="280865"/>
                </a:lnTo>
                <a:lnTo>
                  <a:pt x="2195100" y="245942"/>
                </a:lnTo>
                <a:lnTo>
                  <a:pt x="2143940" y="212771"/>
                </a:lnTo>
                <a:lnTo>
                  <a:pt x="2087254" y="181484"/>
                </a:lnTo>
                <a:lnTo>
                  <a:pt x="2025350" y="152217"/>
                </a:lnTo>
                <a:lnTo>
                  <a:pt x="1958531" y="125101"/>
                </a:lnTo>
                <a:lnTo>
                  <a:pt x="1887104" y="100272"/>
                </a:lnTo>
                <a:lnTo>
                  <a:pt x="1811373" y="77863"/>
                </a:lnTo>
                <a:lnTo>
                  <a:pt x="1731646" y="58008"/>
                </a:lnTo>
                <a:lnTo>
                  <a:pt x="1648225" y="40841"/>
                </a:lnTo>
                <a:lnTo>
                  <a:pt x="1561419" y="26495"/>
                </a:lnTo>
                <a:lnTo>
                  <a:pt x="1471531" y="15104"/>
                </a:lnTo>
                <a:lnTo>
                  <a:pt x="1378867" y="6802"/>
                </a:lnTo>
                <a:lnTo>
                  <a:pt x="1283733" y="1722"/>
                </a:lnTo>
                <a:lnTo>
                  <a:pt x="1186433" y="0"/>
                </a:lnTo>
                <a:close/>
              </a:path>
            </a:pathLst>
          </a:custGeom>
          <a:solidFill>
            <a:srgbClr val="D6ECEE"/>
          </a:solidFill>
        </p:spPr>
        <p:txBody>
          <a:bodyPr wrap="square" lIns="0" tIns="0" rIns="0" bIns="0" rtlCol="0"/>
          <a:lstStyle/>
          <a:p>
            <a:endParaRPr/>
          </a:p>
        </p:txBody>
      </p:sp>
      <p:sp>
        <p:nvSpPr>
          <p:cNvPr id="56" name="object 56"/>
          <p:cNvSpPr/>
          <p:nvPr/>
        </p:nvSpPr>
        <p:spPr>
          <a:xfrm>
            <a:off x="7920746" y="1533662"/>
            <a:ext cx="2372995" cy="1039494"/>
          </a:xfrm>
          <a:custGeom>
            <a:avLst/>
            <a:gdLst/>
            <a:ahLst/>
            <a:cxnLst/>
            <a:rect l="l" t="t" r="r" b="b"/>
            <a:pathLst>
              <a:path w="2372995" h="1039494">
                <a:moveTo>
                  <a:pt x="1186433" y="0"/>
                </a:moveTo>
                <a:lnTo>
                  <a:pt x="1089134" y="1722"/>
                </a:lnTo>
                <a:lnTo>
                  <a:pt x="994000" y="6801"/>
                </a:lnTo>
                <a:lnTo>
                  <a:pt x="901336" y="15102"/>
                </a:lnTo>
                <a:lnTo>
                  <a:pt x="811448" y="26492"/>
                </a:lnTo>
                <a:lnTo>
                  <a:pt x="724641" y="40837"/>
                </a:lnTo>
                <a:lnTo>
                  <a:pt x="641221" y="58003"/>
                </a:lnTo>
                <a:lnTo>
                  <a:pt x="561493" y="77856"/>
                </a:lnTo>
                <a:lnTo>
                  <a:pt x="485763" y="100264"/>
                </a:lnTo>
                <a:lnTo>
                  <a:pt x="414336" y="125091"/>
                </a:lnTo>
                <a:lnTo>
                  <a:pt x="347517" y="152205"/>
                </a:lnTo>
                <a:lnTo>
                  <a:pt x="285612" y="181472"/>
                </a:lnTo>
                <a:lnTo>
                  <a:pt x="228927" y="212758"/>
                </a:lnTo>
                <a:lnTo>
                  <a:pt x="177767" y="245929"/>
                </a:lnTo>
                <a:lnTo>
                  <a:pt x="132437" y="280851"/>
                </a:lnTo>
                <a:lnTo>
                  <a:pt x="93243" y="317392"/>
                </a:lnTo>
                <a:lnTo>
                  <a:pt x="60490" y="355417"/>
                </a:lnTo>
                <a:lnTo>
                  <a:pt x="34483" y="394792"/>
                </a:lnTo>
                <a:lnTo>
                  <a:pt x="15529" y="435384"/>
                </a:lnTo>
                <a:lnTo>
                  <a:pt x="3933" y="477059"/>
                </a:lnTo>
                <a:lnTo>
                  <a:pt x="0" y="519683"/>
                </a:lnTo>
                <a:lnTo>
                  <a:pt x="3933" y="562304"/>
                </a:lnTo>
                <a:lnTo>
                  <a:pt x="15529" y="603976"/>
                </a:lnTo>
                <a:lnTo>
                  <a:pt x="34483" y="644565"/>
                </a:lnTo>
                <a:lnTo>
                  <a:pt x="60490" y="683938"/>
                </a:lnTo>
                <a:lnTo>
                  <a:pt x="93243" y="721962"/>
                </a:lnTo>
                <a:lnTo>
                  <a:pt x="132437" y="758502"/>
                </a:lnTo>
                <a:lnTo>
                  <a:pt x="177767" y="793425"/>
                </a:lnTo>
                <a:lnTo>
                  <a:pt x="228927" y="826596"/>
                </a:lnTo>
                <a:lnTo>
                  <a:pt x="285612" y="857883"/>
                </a:lnTo>
                <a:lnTo>
                  <a:pt x="347517" y="887150"/>
                </a:lnTo>
                <a:lnTo>
                  <a:pt x="414336" y="914266"/>
                </a:lnTo>
                <a:lnTo>
                  <a:pt x="485763" y="939095"/>
                </a:lnTo>
                <a:lnTo>
                  <a:pt x="561493" y="961504"/>
                </a:lnTo>
                <a:lnTo>
                  <a:pt x="641221" y="981359"/>
                </a:lnTo>
                <a:lnTo>
                  <a:pt x="724641" y="998526"/>
                </a:lnTo>
                <a:lnTo>
                  <a:pt x="811448" y="1012872"/>
                </a:lnTo>
                <a:lnTo>
                  <a:pt x="901336" y="1024263"/>
                </a:lnTo>
                <a:lnTo>
                  <a:pt x="994000" y="1032565"/>
                </a:lnTo>
                <a:lnTo>
                  <a:pt x="1089134" y="1037645"/>
                </a:lnTo>
                <a:lnTo>
                  <a:pt x="1186433" y="1039367"/>
                </a:lnTo>
                <a:lnTo>
                  <a:pt x="1283733" y="1037645"/>
                </a:lnTo>
                <a:lnTo>
                  <a:pt x="1378867" y="1032565"/>
                </a:lnTo>
                <a:lnTo>
                  <a:pt x="1471531" y="1024263"/>
                </a:lnTo>
                <a:lnTo>
                  <a:pt x="1561419" y="1012872"/>
                </a:lnTo>
                <a:lnTo>
                  <a:pt x="1648225" y="998526"/>
                </a:lnTo>
                <a:lnTo>
                  <a:pt x="1731646" y="981359"/>
                </a:lnTo>
                <a:lnTo>
                  <a:pt x="1811373" y="961504"/>
                </a:lnTo>
                <a:lnTo>
                  <a:pt x="1887104" y="939095"/>
                </a:lnTo>
                <a:lnTo>
                  <a:pt x="1958531" y="914266"/>
                </a:lnTo>
                <a:lnTo>
                  <a:pt x="2025350" y="887150"/>
                </a:lnTo>
                <a:lnTo>
                  <a:pt x="2087254" y="857883"/>
                </a:lnTo>
                <a:lnTo>
                  <a:pt x="2143940" y="826596"/>
                </a:lnTo>
                <a:lnTo>
                  <a:pt x="2195100" y="793425"/>
                </a:lnTo>
                <a:lnTo>
                  <a:pt x="2240430" y="758502"/>
                </a:lnTo>
                <a:lnTo>
                  <a:pt x="2279624" y="721962"/>
                </a:lnTo>
                <a:lnTo>
                  <a:pt x="2312377" y="683938"/>
                </a:lnTo>
                <a:lnTo>
                  <a:pt x="2338384" y="644565"/>
                </a:lnTo>
                <a:lnTo>
                  <a:pt x="2357338" y="603976"/>
                </a:lnTo>
                <a:lnTo>
                  <a:pt x="2368934" y="562304"/>
                </a:lnTo>
                <a:lnTo>
                  <a:pt x="2372867" y="519683"/>
                </a:lnTo>
                <a:lnTo>
                  <a:pt x="2368934" y="477059"/>
                </a:lnTo>
                <a:lnTo>
                  <a:pt x="2357338" y="435384"/>
                </a:lnTo>
                <a:lnTo>
                  <a:pt x="2338384" y="394792"/>
                </a:lnTo>
                <a:lnTo>
                  <a:pt x="2312377" y="355417"/>
                </a:lnTo>
                <a:lnTo>
                  <a:pt x="2279624" y="317392"/>
                </a:lnTo>
                <a:lnTo>
                  <a:pt x="2240430" y="280851"/>
                </a:lnTo>
                <a:lnTo>
                  <a:pt x="2195100" y="245929"/>
                </a:lnTo>
                <a:lnTo>
                  <a:pt x="2143940" y="212758"/>
                </a:lnTo>
                <a:lnTo>
                  <a:pt x="2087254" y="181472"/>
                </a:lnTo>
                <a:lnTo>
                  <a:pt x="2025350" y="152205"/>
                </a:lnTo>
                <a:lnTo>
                  <a:pt x="1958531" y="125091"/>
                </a:lnTo>
                <a:lnTo>
                  <a:pt x="1887104" y="100264"/>
                </a:lnTo>
                <a:lnTo>
                  <a:pt x="1811373" y="77856"/>
                </a:lnTo>
                <a:lnTo>
                  <a:pt x="1731646" y="58003"/>
                </a:lnTo>
                <a:lnTo>
                  <a:pt x="1648225" y="40837"/>
                </a:lnTo>
                <a:lnTo>
                  <a:pt x="1561419" y="26492"/>
                </a:lnTo>
                <a:lnTo>
                  <a:pt x="1471531" y="15102"/>
                </a:lnTo>
                <a:lnTo>
                  <a:pt x="1378867" y="6801"/>
                </a:lnTo>
                <a:lnTo>
                  <a:pt x="1283733" y="1722"/>
                </a:lnTo>
                <a:lnTo>
                  <a:pt x="1186433" y="0"/>
                </a:lnTo>
                <a:close/>
              </a:path>
            </a:pathLst>
          </a:custGeom>
          <a:solidFill>
            <a:srgbClr val="6F8587"/>
          </a:solidFill>
        </p:spPr>
        <p:txBody>
          <a:bodyPr wrap="square" lIns="0" tIns="0" rIns="0" bIns="0" rtlCol="0"/>
          <a:lstStyle/>
          <a:p>
            <a:endParaRPr/>
          </a:p>
        </p:txBody>
      </p:sp>
      <p:sp>
        <p:nvSpPr>
          <p:cNvPr id="57" name="object 57"/>
          <p:cNvSpPr/>
          <p:nvPr/>
        </p:nvSpPr>
        <p:spPr>
          <a:xfrm>
            <a:off x="7908036" y="1520952"/>
            <a:ext cx="2372995" cy="1039494"/>
          </a:xfrm>
          <a:custGeom>
            <a:avLst/>
            <a:gdLst/>
            <a:ahLst/>
            <a:cxnLst/>
            <a:rect l="l" t="t" r="r" b="b"/>
            <a:pathLst>
              <a:path w="2372995" h="1039494">
                <a:moveTo>
                  <a:pt x="1186433" y="0"/>
                </a:moveTo>
                <a:lnTo>
                  <a:pt x="1089134" y="1722"/>
                </a:lnTo>
                <a:lnTo>
                  <a:pt x="994000" y="6801"/>
                </a:lnTo>
                <a:lnTo>
                  <a:pt x="901336" y="15102"/>
                </a:lnTo>
                <a:lnTo>
                  <a:pt x="811448" y="26492"/>
                </a:lnTo>
                <a:lnTo>
                  <a:pt x="724641" y="40837"/>
                </a:lnTo>
                <a:lnTo>
                  <a:pt x="641221" y="58003"/>
                </a:lnTo>
                <a:lnTo>
                  <a:pt x="561493" y="77856"/>
                </a:lnTo>
                <a:lnTo>
                  <a:pt x="485763" y="100264"/>
                </a:lnTo>
                <a:lnTo>
                  <a:pt x="414336" y="125091"/>
                </a:lnTo>
                <a:lnTo>
                  <a:pt x="347517" y="152205"/>
                </a:lnTo>
                <a:lnTo>
                  <a:pt x="285612" y="181472"/>
                </a:lnTo>
                <a:lnTo>
                  <a:pt x="228927" y="212758"/>
                </a:lnTo>
                <a:lnTo>
                  <a:pt x="177767" y="245929"/>
                </a:lnTo>
                <a:lnTo>
                  <a:pt x="132437" y="280851"/>
                </a:lnTo>
                <a:lnTo>
                  <a:pt x="93243" y="317392"/>
                </a:lnTo>
                <a:lnTo>
                  <a:pt x="60490" y="355417"/>
                </a:lnTo>
                <a:lnTo>
                  <a:pt x="34483" y="394792"/>
                </a:lnTo>
                <a:lnTo>
                  <a:pt x="15529" y="435384"/>
                </a:lnTo>
                <a:lnTo>
                  <a:pt x="3933" y="477059"/>
                </a:lnTo>
                <a:lnTo>
                  <a:pt x="0" y="519683"/>
                </a:lnTo>
                <a:lnTo>
                  <a:pt x="3933" y="562308"/>
                </a:lnTo>
                <a:lnTo>
                  <a:pt x="15529" y="603983"/>
                </a:lnTo>
                <a:lnTo>
                  <a:pt x="34483" y="644575"/>
                </a:lnTo>
                <a:lnTo>
                  <a:pt x="60490" y="683950"/>
                </a:lnTo>
                <a:lnTo>
                  <a:pt x="93243" y="721975"/>
                </a:lnTo>
                <a:lnTo>
                  <a:pt x="132437" y="758516"/>
                </a:lnTo>
                <a:lnTo>
                  <a:pt x="177767" y="793438"/>
                </a:lnTo>
                <a:lnTo>
                  <a:pt x="228927" y="826609"/>
                </a:lnTo>
                <a:lnTo>
                  <a:pt x="285612" y="857895"/>
                </a:lnTo>
                <a:lnTo>
                  <a:pt x="347517" y="887162"/>
                </a:lnTo>
                <a:lnTo>
                  <a:pt x="414336" y="914276"/>
                </a:lnTo>
                <a:lnTo>
                  <a:pt x="485763" y="939103"/>
                </a:lnTo>
                <a:lnTo>
                  <a:pt x="561493" y="961511"/>
                </a:lnTo>
                <a:lnTo>
                  <a:pt x="641221" y="981364"/>
                </a:lnTo>
                <a:lnTo>
                  <a:pt x="724641" y="998530"/>
                </a:lnTo>
                <a:lnTo>
                  <a:pt x="811448" y="1012875"/>
                </a:lnTo>
                <a:lnTo>
                  <a:pt x="901336" y="1024265"/>
                </a:lnTo>
                <a:lnTo>
                  <a:pt x="994000" y="1032566"/>
                </a:lnTo>
                <a:lnTo>
                  <a:pt x="1089134" y="1037645"/>
                </a:lnTo>
                <a:lnTo>
                  <a:pt x="1186433" y="1039367"/>
                </a:lnTo>
                <a:lnTo>
                  <a:pt x="1283733" y="1037645"/>
                </a:lnTo>
                <a:lnTo>
                  <a:pt x="1378867" y="1032566"/>
                </a:lnTo>
                <a:lnTo>
                  <a:pt x="1471531" y="1024265"/>
                </a:lnTo>
                <a:lnTo>
                  <a:pt x="1561419" y="1012875"/>
                </a:lnTo>
                <a:lnTo>
                  <a:pt x="1648225" y="998530"/>
                </a:lnTo>
                <a:lnTo>
                  <a:pt x="1731646" y="981364"/>
                </a:lnTo>
                <a:lnTo>
                  <a:pt x="1811373" y="961511"/>
                </a:lnTo>
                <a:lnTo>
                  <a:pt x="1887104" y="939103"/>
                </a:lnTo>
                <a:lnTo>
                  <a:pt x="1958531" y="914276"/>
                </a:lnTo>
                <a:lnTo>
                  <a:pt x="2025350" y="887162"/>
                </a:lnTo>
                <a:lnTo>
                  <a:pt x="2087254" y="857895"/>
                </a:lnTo>
                <a:lnTo>
                  <a:pt x="2143940" y="826609"/>
                </a:lnTo>
                <a:lnTo>
                  <a:pt x="2195100" y="793438"/>
                </a:lnTo>
                <a:lnTo>
                  <a:pt x="2240430" y="758516"/>
                </a:lnTo>
                <a:lnTo>
                  <a:pt x="2279624" y="721975"/>
                </a:lnTo>
                <a:lnTo>
                  <a:pt x="2312377" y="683950"/>
                </a:lnTo>
                <a:lnTo>
                  <a:pt x="2338384" y="644575"/>
                </a:lnTo>
                <a:lnTo>
                  <a:pt x="2357338" y="603983"/>
                </a:lnTo>
                <a:lnTo>
                  <a:pt x="2368934" y="562308"/>
                </a:lnTo>
                <a:lnTo>
                  <a:pt x="2372867" y="519683"/>
                </a:lnTo>
                <a:lnTo>
                  <a:pt x="2368934" y="477059"/>
                </a:lnTo>
                <a:lnTo>
                  <a:pt x="2357338" y="435384"/>
                </a:lnTo>
                <a:lnTo>
                  <a:pt x="2338384" y="394792"/>
                </a:lnTo>
                <a:lnTo>
                  <a:pt x="2312377" y="355417"/>
                </a:lnTo>
                <a:lnTo>
                  <a:pt x="2279624" y="317392"/>
                </a:lnTo>
                <a:lnTo>
                  <a:pt x="2240430" y="280851"/>
                </a:lnTo>
                <a:lnTo>
                  <a:pt x="2195100" y="245929"/>
                </a:lnTo>
                <a:lnTo>
                  <a:pt x="2143940" y="212758"/>
                </a:lnTo>
                <a:lnTo>
                  <a:pt x="2087254" y="181472"/>
                </a:lnTo>
                <a:lnTo>
                  <a:pt x="2025350" y="152205"/>
                </a:lnTo>
                <a:lnTo>
                  <a:pt x="1958531" y="125091"/>
                </a:lnTo>
                <a:lnTo>
                  <a:pt x="1887104" y="100264"/>
                </a:lnTo>
                <a:lnTo>
                  <a:pt x="1811373" y="77856"/>
                </a:lnTo>
                <a:lnTo>
                  <a:pt x="1731646" y="58003"/>
                </a:lnTo>
                <a:lnTo>
                  <a:pt x="1648225" y="40837"/>
                </a:lnTo>
                <a:lnTo>
                  <a:pt x="1561419" y="26492"/>
                </a:lnTo>
                <a:lnTo>
                  <a:pt x="1471531" y="15102"/>
                </a:lnTo>
                <a:lnTo>
                  <a:pt x="1378867" y="6801"/>
                </a:lnTo>
                <a:lnTo>
                  <a:pt x="1283733" y="1722"/>
                </a:lnTo>
                <a:lnTo>
                  <a:pt x="1186433" y="0"/>
                </a:lnTo>
                <a:close/>
              </a:path>
            </a:pathLst>
          </a:custGeom>
          <a:solidFill>
            <a:srgbClr val="00CC98"/>
          </a:solidFill>
        </p:spPr>
        <p:txBody>
          <a:bodyPr wrap="square" lIns="0" tIns="0" rIns="0" bIns="0" rtlCol="0"/>
          <a:lstStyle/>
          <a:p>
            <a:endParaRPr/>
          </a:p>
        </p:txBody>
      </p:sp>
      <p:sp>
        <p:nvSpPr>
          <p:cNvPr id="58" name="object 58"/>
          <p:cNvSpPr txBox="1"/>
          <p:nvPr/>
        </p:nvSpPr>
        <p:spPr>
          <a:xfrm>
            <a:off x="8313807" y="1539967"/>
            <a:ext cx="1584325" cy="984885"/>
          </a:xfrm>
          <a:prstGeom prst="rect">
            <a:avLst/>
          </a:prstGeom>
        </p:spPr>
        <p:txBody>
          <a:bodyPr vert="horz" wrap="square" lIns="0" tIns="0" rIns="0" bIns="0" rtlCol="0">
            <a:spAutoFit/>
          </a:bodyPr>
          <a:lstStyle/>
          <a:p>
            <a:pPr marL="12700" marR="5080" indent="158115"/>
            <a:r>
              <a:rPr sz="3200" b="1" dirty="0">
                <a:solidFill>
                  <a:srgbClr val="006565"/>
                </a:solidFill>
                <a:latin typeface="Arial"/>
                <a:cs typeface="Arial"/>
              </a:rPr>
              <a:t>Fringe</a:t>
            </a:r>
            <a:r>
              <a:rPr sz="3200" b="1" dirty="0">
                <a:solidFill>
                  <a:srgbClr val="006565"/>
                </a:solidFill>
                <a:latin typeface="Times New Roman"/>
                <a:cs typeface="Times New Roman"/>
              </a:rPr>
              <a:t> </a:t>
            </a:r>
            <a:r>
              <a:rPr sz="3200" b="1" dirty="0">
                <a:solidFill>
                  <a:srgbClr val="006565"/>
                </a:solidFill>
                <a:latin typeface="Arial"/>
                <a:cs typeface="Arial"/>
              </a:rPr>
              <a:t>ben</a:t>
            </a:r>
            <a:r>
              <a:rPr sz="3200" b="1" spc="-15" dirty="0">
                <a:solidFill>
                  <a:srgbClr val="006565"/>
                </a:solidFill>
                <a:latin typeface="Arial"/>
                <a:cs typeface="Arial"/>
              </a:rPr>
              <a:t>e</a:t>
            </a:r>
            <a:r>
              <a:rPr sz="3200" b="1" dirty="0">
                <a:solidFill>
                  <a:srgbClr val="006565"/>
                </a:solidFill>
                <a:latin typeface="Arial"/>
                <a:cs typeface="Arial"/>
              </a:rPr>
              <a:t>fits</a:t>
            </a:r>
            <a:endParaRPr sz="3200">
              <a:latin typeface="Arial"/>
              <a:cs typeface="Arial"/>
            </a:endParaRPr>
          </a:p>
        </p:txBody>
      </p:sp>
      <p:sp>
        <p:nvSpPr>
          <p:cNvPr id="60" name="object 60"/>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
        <p:nvSpPr>
          <p:cNvPr id="59" name="object 59"/>
          <p:cNvSpPr txBox="1"/>
          <p:nvPr/>
        </p:nvSpPr>
        <p:spPr>
          <a:xfrm>
            <a:off x="7517644" y="1981419"/>
            <a:ext cx="263525" cy="492443"/>
          </a:xfrm>
          <a:prstGeom prst="rect">
            <a:avLst/>
          </a:prstGeom>
        </p:spPr>
        <p:txBody>
          <a:bodyPr vert="horz" wrap="square" lIns="0" tIns="0" rIns="0" bIns="0" rtlCol="0">
            <a:spAutoFit/>
          </a:bodyPr>
          <a:lstStyle/>
          <a:p>
            <a:pPr marL="12700"/>
            <a:r>
              <a:rPr sz="3200" b="1" dirty="0">
                <a:solidFill>
                  <a:srgbClr val="3232CC"/>
                </a:solidFill>
                <a:latin typeface="Arial"/>
                <a:cs typeface="Arial"/>
              </a:rPr>
              <a:t>+</a:t>
            </a:r>
            <a:endParaRPr sz="3200">
              <a:latin typeface="Arial"/>
              <a:cs typeface="Aria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9879" y="376411"/>
            <a:ext cx="10515600" cy="757072"/>
          </a:xfrm>
          <a:prstGeom prst="rect">
            <a:avLst/>
          </a:prstGeom>
        </p:spPr>
        <p:txBody>
          <a:bodyPr vert="horz" wrap="square" lIns="0" tIns="201110" rIns="0" bIns="0" rtlCol="0" anchor="ctr">
            <a:spAutoFit/>
          </a:bodyPr>
          <a:lstStyle/>
          <a:p>
            <a:pPr marL="1805305">
              <a:lnSpc>
                <a:spcPct val="100000"/>
              </a:lnSpc>
            </a:pPr>
            <a:r>
              <a:rPr sz="3600" spc="-20" dirty="0">
                <a:latin typeface="Arial"/>
                <a:cs typeface="Arial"/>
              </a:rPr>
              <a:t>Im</a:t>
            </a:r>
            <a:r>
              <a:rPr sz="3600" spc="-15" dirty="0">
                <a:latin typeface="Arial"/>
                <a:cs typeface="Arial"/>
              </a:rPr>
              <a:t>ple</a:t>
            </a:r>
            <a:r>
              <a:rPr sz="3600" spc="-25" dirty="0">
                <a:latin typeface="Arial"/>
                <a:cs typeface="Arial"/>
              </a:rPr>
              <a:t>m</a:t>
            </a:r>
            <a:r>
              <a:rPr sz="3600" spc="-15" dirty="0">
                <a:latin typeface="Arial"/>
                <a:cs typeface="Arial"/>
              </a:rPr>
              <a:t>e</a:t>
            </a:r>
            <a:r>
              <a:rPr sz="3600" spc="-25" dirty="0">
                <a:latin typeface="Arial"/>
                <a:cs typeface="Arial"/>
              </a:rPr>
              <a:t>n</a:t>
            </a:r>
            <a:r>
              <a:rPr sz="3600" spc="-5" dirty="0">
                <a:latin typeface="Arial"/>
                <a:cs typeface="Arial"/>
              </a:rPr>
              <a:t>t</a:t>
            </a:r>
            <a:r>
              <a:rPr sz="3600" spc="-25" dirty="0">
                <a:latin typeface="Arial"/>
                <a:cs typeface="Arial"/>
              </a:rPr>
              <a:t>a</a:t>
            </a:r>
            <a:r>
              <a:rPr sz="3600" spc="-5" dirty="0">
                <a:latin typeface="Arial"/>
                <a:cs typeface="Arial"/>
              </a:rPr>
              <a:t>t</a:t>
            </a:r>
            <a:r>
              <a:rPr sz="3600" spc="-15" dirty="0">
                <a:latin typeface="Arial"/>
                <a:cs typeface="Arial"/>
              </a:rPr>
              <a:t>io</a:t>
            </a:r>
            <a:r>
              <a:rPr sz="3600" spc="-25" dirty="0">
                <a:latin typeface="Arial"/>
                <a:cs typeface="Arial"/>
              </a:rPr>
              <a:t>n</a:t>
            </a:r>
            <a:r>
              <a:rPr sz="3600" spc="-10" dirty="0">
                <a:latin typeface="Arial"/>
                <a:cs typeface="Arial"/>
              </a:rPr>
              <a:t>:</a:t>
            </a:r>
            <a:r>
              <a:rPr sz="3600" spc="95" dirty="0">
                <a:latin typeface="Times New Roman"/>
                <a:cs typeface="Times New Roman"/>
              </a:rPr>
              <a:t> </a:t>
            </a:r>
            <a:r>
              <a:rPr sz="3600" spc="-25" dirty="0">
                <a:latin typeface="Arial"/>
                <a:cs typeface="Arial"/>
              </a:rPr>
              <a:t>Re</a:t>
            </a:r>
            <a:r>
              <a:rPr sz="3600" spc="-10" dirty="0">
                <a:latin typeface="Arial"/>
                <a:cs typeface="Arial"/>
              </a:rPr>
              <a:t>q</a:t>
            </a:r>
            <a:r>
              <a:rPr sz="3600" spc="-25" dirty="0">
                <a:latin typeface="Arial"/>
                <a:cs typeface="Arial"/>
              </a:rPr>
              <a:t>u</a:t>
            </a:r>
            <a:r>
              <a:rPr sz="3600" spc="-5" dirty="0">
                <a:latin typeface="Arial"/>
                <a:cs typeface="Arial"/>
              </a:rPr>
              <a:t>i</a:t>
            </a:r>
            <a:r>
              <a:rPr sz="3600" spc="-10" dirty="0">
                <a:latin typeface="Arial"/>
                <a:cs typeface="Arial"/>
              </a:rPr>
              <a:t>re</a:t>
            </a:r>
            <a:r>
              <a:rPr sz="3600" spc="-25" dirty="0">
                <a:latin typeface="Arial"/>
                <a:cs typeface="Arial"/>
              </a:rPr>
              <a:t>m</a:t>
            </a:r>
            <a:r>
              <a:rPr sz="3600" spc="-15" dirty="0">
                <a:latin typeface="Arial"/>
                <a:cs typeface="Arial"/>
              </a:rPr>
              <a:t>e</a:t>
            </a:r>
            <a:r>
              <a:rPr sz="3600" spc="-25" dirty="0">
                <a:latin typeface="Arial"/>
                <a:cs typeface="Arial"/>
              </a:rPr>
              <a:t>n</a:t>
            </a:r>
            <a:r>
              <a:rPr sz="3600" spc="-5" dirty="0">
                <a:latin typeface="Arial"/>
                <a:cs typeface="Arial"/>
              </a:rPr>
              <a:t>t</a:t>
            </a:r>
            <a:r>
              <a:rPr sz="3600" spc="-15" dirty="0">
                <a:latin typeface="Arial"/>
                <a:cs typeface="Arial"/>
              </a:rPr>
              <a:t>s</a:t>
            </a:r>
          </a:p>
        </p:txBody>
      </p:sp>
      <p:sp>
        <p:nvSpPr>
          <p:cNvPr id="4" name="object 4"/>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
        <p:nvSpPr>
          <p:cNvPr id="3" name="object 3"/>
          <p:cNvSpPr txBox="1"/>
          <p:nvPr/>
        </p:nvSpPr>
        <p:spPr>
          <a:xfrm>
            <a:off x="2460118" y="1385683"/>
            <a:ext cx="6610350" cy="4351020"/>
          </a:xfrm>
          <a:prstGeom prst="rect">
            <a:avLst/>
          </a:prstGeom>
        </p:spPr>
        <p:txBody>
          <a:bodyPr vert="horz" wrap="square" lIns="0" tIns="0" rIns="0" bIns="0" rtlCol="0">
            <a:spAutoFit/>
          </a:bodyPr>
          <a:lstStyle/>
          <a:p>
            <a:pPr marL="355600" indent="-342900">
              <a:buFont typeface="Tahoma"/>
              <a:buChar char="•"/>
              <a:tabLst>
                <a:tab pos="355600" algn="l"/>
              </a:tabLst>
            </a:pPr>
            <a:r>
              <a:rPr sz="2000" dirty="0">
                <a:latin typeface="Tahoma"/>
                <a:cs typeface="Tahoma"/>
              </a:rPr>
              <a:t>Req</a:t>
            </a:r>
            <a:r>
              <a:rPr sz="2000" spc="-10" dirty="0">
                <a:latin typeface="Tahoma"/>
                <a:cs typeface="Tahoma"/>
              </a:rPr>
              <a:t>u</a:t>
            </a:r>
            <a:r>
              <a:rPr sz="2000" dirty="0">
                <a:latin typeface="Tahoma"/>
                <a:cs typeface="Tahoma"/>
              </a:rPr>
              <a:t>ires</a:t>
            </a:r>
            <a:r>
              <a:rPr sz="2000" spc="80" dirty="0">
                <a:latin typeface="Times New Roman"/>
                <a:cs typeface="Times New Roman"/>
              </a:rPr>
              <a:t> </a:t>
            </a:r>
            <a:r>
              <a:rPr sz="2000" spc="-5" dirty="0">
                <a:latin typeface="Tahoma"/>
                <a:cs typeface="Tahoma"/>
              </a:rPr>
              <a:t>trus</a:t>
            </a:r>
            <a:r>
              <a:rPr sz="2000" dirty="0">
                <a:latin typeface="Tahoma"/>
                <a:cs typeface="Tahoma"/>
              </a:rPr>
              <a:t>t</a:t>
            </a:r>
            <a:r>
              <a:rPr sz="2000" spc="130" dirty="0">
                <a:latin typeface="Times New Roman"/>
                <a:cs typeface="Times New Roman"/>
              </a:rPr>
              <a:t> </a:t>
            </a:r>
            <a:r>
              <a:rPr sz="2000" dirty="0">
                <a:latin typeface="Tahoma"/>
                <a:cs typeface="Tahoma"/>
              </a:rPr>
              <a:t>and</a:t>
            </a:r>
            <a:r>
              <a:rPr sz="2000" spc="105" dirty="0">
                <a:latin typeface="Times New Roman"/>
                <a:cs typeface="Times New Roman"/>
              </a:rPr>
              <a:t> </a:t>
            </a:r>
            <a:r>
              <a:rPr sz="2000" spc="-5" dirty="0">
                <a:latin typeface="Tahoma"/>
                <a:cs typeface="Tahoma"/>
              </a:rPr>
              <a:t>transparency</a:t>
            </a:r>
            <a:endParaRPr sz="2000">
              <a:latin typeface="Tahoma"/>
              <a:cs typeface="Tahoma"/>
            </a:endParaRPr>
          </a:p>
          <a:p>
            <a:pPr marL="355600" indent="-342900">
              <a:spcBef>
                <a:spcPts val="1320"/>
              </a:spcBef>
              <a:buFont typeface="Tahoma"/>
              <a:buChar char="•"/>
              <a:tabLst>
                <a:tab pos="355600" algn="l"/>
              </a:tabLst>
            </a:pPr>
            <a:r>
              <a:rPr sz="2000" dirty="0">
                <a:latin typeface="Tahoma"/>
                <a:cs typeface="Tahoma"/>
              </a:rPr>
              <a:t>T</a:t>
            </a:r>
            <a:r>
              <a:rPr sz="2000" spc="5" dirty="0">
                <a:latin typeface="Tahoma"/>
                <a:cs typeface="Tahoma"/>
              </a:rPr>
              <a:t>o</a:t>
            </a:r>
            <a:r>
              <a:rPr sz="2000" dirty="0">
                <a:latin typeface="Tahoma"/>
                <a:cs typeface="Tahoma"/>
              </a:rPr>
              <a:t>p</a:t>
            </a:r>
            <a:r>
              <a:rPr sz="2000" spc="95" dirty="0">
                <a:latin typeface="Times New Roman"/>
                <a:cs typeface="Times New Roman"/>
              </a:rPr>
              <a:t> </a:t>
            </a:r>
            <a:r>
              <a:rPr sz="2000" spc="-5" dirty="0">
                <a:latin typeface="Tahoma"/>
                <a:cs typeface="Tahoma"/>
              </a:rPr>
              <a:t>ex</a:t>
            </a:r>
            <a:r>
              <a:rPr sz="2000" spc="5" dirty="0">
                <a:latin typeface="Tahoma"/>
                <a:cs typeface="Tahoma"/>
              </a:rPr>
              <a:t>e</a:t>
            </a:r>
            <a:r>
              <a:rPr sz="2000" spc="-5" dirty="0">
                <a:latin typeface="Tahoma"/>
                <a:cs typeface="Tahoma"/>
              </a:rPr>
              <a:t>cutiv</a:t>
            </a:r>
            <a:r>
              <a:rPr sz="2000" dirty="0">
                <a:latin typeface="Tahoma"/>
                <a:cs typeface="Tahoma"/>
              </a:rPr>
              <a:t>e</a:t>
            </a:r>
            <a:r>
              <a:rPr sz="2000" spc="114" dirty="0">
                <a:latin typeface="Times New Roman"/>
                <a:cs typeface="Times New Roman"/>
              </a:rPr>
              <a:t> </a:t>
            </a:r>
            <a:r>
              <a:rPr sz="2000" spc="-5" dirty="0">
                <a:latin typeface="Tahoma"/>
                <a:cs typeface="Tahoma"/>
              </a:rPr>
              <a:t>te</a:t>
            </a:r>
            <a:r>
              <a:rPr sz="2000" spc="5" dirty="0">
                <a:latin typeface="Tahoma"/>
                <a:cs typeface="Tahoma"/>
              </a:rPr>
              <a:t>a</a:t>
            </a:r>
            <a:r>
              <a:rPr sz="2000" dirty="0">
                <a:latin typeface="Tahoma"/>
                <a:cs typeface="Tahoma"/>
              </a:rPr>
              <a:t>m</a:t>
            </a:r>
            <a:r>
              <a:rPr sz="2000" spc="105" dirty="0">
                <a:latin typeface="Times New Roman"/>
                <a:cs typeface="Times New Roman"/>
              </a:rPr>
              <a:t> </a:t>
            </a:r>
            <a:r>
              <a:rPr sz="2000" dirty="0">
                <a:latin typeface="Tahoma"/>
                <a:cs typeface="Tahoma"/>
              </a:rPr>
              <a:t>must</a:t>
            </a:r>
            <a:r>
              <a:rPr sz="2000" spc="110" dirty="0">
                <a:latin typeface="Times New Roman"/>
                <a:cs typeface="Times New Roman"/>
              </a:rPr>
              <a:t> </a:t>
            </a:r>
            <a:r>
              <a:rPr sz="2000" dirty="0">
                <a:latin typeface="Tahoma"/>
                <a:cs typeface="Tahoma"/>
              </a:rPr>
              <a:t>s</a:t>
            </a:r>
            <a:r>
              <a:rPr sz="2000" spc="-5" dirty="0">
                <a:latin typeface="Tahoma"/>
                <a:cs typeface="Tahoma"/>
              </a:rPr>
              <a:t>e</a:t>
            </a:r>
            <a:r>
              <a:rPr sz="2000" dirty="0">
                <a:latin typeface="Tahoma"/>
                <a:cs typeface="Tahoma"/>
              </a:rPr>
              <a:t>t</a:t>
            </a:r>
            <a:r>
              <a:rPr sz="2000" spc="105" dirty="0">
                <a:latin typeface="Times New Roman"/>
                <a:cs typeface="Times New Roman"/>
              </a:rPr>
              <a:t> </a:t>
            </a:r>
            <a:r>
              <a:rPr sz="2000" spc="-5" dirty="0">
                <a:latin typeface="Tahoma"/>
                <a:cs typeface="Tahoma"/>
              </a:rPr>
              <a:t>ex</a:t>
            </a:r>
            <a:r>
              <a:rPr sz="2000" spc="5" dirty="0">
                <a:latin typeface="Tahoma"/>
                <a:cs typeface="Tahoma"/>
              </a:rPr>
              <a:t>a</a:t>
            </a:r>
            <a:r>
              <a:rPr sz="2000" dirty="0">
                <a:latin typeface="Tahoma"/>
                <a:cs typeface="Tahoma"/>
              </a:rPr>
              <a:t>m</a:t>
            </a:r>
            <a:r>
              <a:rPr sz="2000" spc="-10" dirty="0">
                <a:latin typeface="Tahoma"/>
                <a:cs typeface="Tahoma"/>
              </a:rPr>
              <a:t>p</a:t>
            </a:r>
            <a:r>
              <a:rPr sz="2000" dirty="0">
                <a:latin typeface="Tahoma"/>
                <a:cs typeface="Tahoma"/>
              </a:rPr>
              <a:t>le</a:t>
            </a:r>
            <a:endParaRPr sz="2000">
              <a:latin typeface="Tahoma"/>
              <a:cs typeface="Tahoma"/>
            </a:endParaRPr>
          </a:p>
          <a:p>
            <a:pPr marL="355600" indent="-342900">
              <a:spcBef>
                <a:spcPts val="1320"/>
              </a:spcBef>
              <a:buFont typeface="Tahoma"/>
              <a:buChar char="•"/>
              <a:tabLst>
                <a:tab pos="355600" algn="l"/>
              </a:tabLst>
            </a:pPr>
            <a:r>
              <a:rPr sz="2000" dirty="0">
                <a:latin typeface="Tahoma"/>
                <a:cs typeface="Tahoma"/>
              </a:rPr>
              <a:t>E</a:t>
            </a:r>
            <a:r>
              <a:rPr sz="2000" spc="5" dirty="0">
                <a:latin typeface="Tahoma"/>
                <a:cs typeface="Tahoma"/>
              </a:rPr>
              <a:t>x</a:t>
            </a:r>
            <a:r>
              <a:rPr sz="2000" dirty="0">
                <a:latin typeface="Tahoma"/>
                <a:cs typeface="Tahoma"/>
              </a:rPr>
              <a:t>amp</a:t>
            </a:r>
            <a:r>
              <a:rPr sz="2000" spc="-5" dirty="0">
                <a:latin typeface="Tahoma"/>
                <a:cs typeface="Tahoma"/>
              </a:rPr>
              <a:t>l</a:t>
            </a:r>
            <a:r>
              <a:rPr sz="2000" dirty="0">
                <a:latin typeface="Tahoma"/>
                <a:cs typeface="Tahoma"/>
              </a:rPr>
              <a:t>e</a:t>
            </a:r>
            <a:r>
              <a:rPr sz="2000" spc="100" dirty="0">
                <a:latin typeface="Times New Roman"/>
                <a:cs typeface="Times New Roman"/>
              </a:rPr>
              <a:t> </a:t>
            </a:r>
            <a:r>
              <a:rPr sz="2000" dirty="0">
                <a:latin typeface="Tahoma"/>
                <a:cs typeface="Tahoma"/>
              </a:rPr>
              <a:t>is</a:t>
            </a:r>
            <a:r>
              <a:rPr sz="2000" spc="110" dirty="0">
                <a:latin typeface="Times New Roman"/>
                <a:cs typeface="Times New Roman"/>
              </a:rPr>
              <a:t> </a:t>
            </a:r>
            <a:r>
              <a:rPr sz="2000" spc="-5" dirty="0">
                <a:latin typeface="Tahoma"/>
                <a:cs typeface="Tahoma"/>
              </a:rPr>
              <a:t>th</a:t>
            </a:r>
            <a:r>
              <a:rPr sz="2000" dirty="0">
                <a:latin typeface="Tahoma"/>
                <a:cs typeface="Tahoma"/>
              </a:rPr>
              <a:t>e</a:t>
            </a:r>
            <a:r>
              <a:rPr sz="2000" spc="130" dirty="0">
                <a:latin typeface="Times New Roman"/>
                <a:cs typeface="Times New Roman"/>
              </a:rPr>
              <a:t> </a:t>
            </a:r>
            <a:r>
              <a:rPr sz="2000" dirty="0">
                <a:latin typeface="Tahoma"/>
                <a:cs typeface="Tahoma"/>
              </a:rPr>
              <a:t>most</a:t>
            </a:r>
            <a:r>
              <a:rPr sz="2000" spc="114" dirty="0">
                <a:latin typeface="Times New Roman"/>
                <a:cs typeface="Times New Roman"/>
              </a:rPr>
              <a:t> </a:t>
            </a:r>
            <a:r>
              <a:rPr sz="2000" dirty="0">
                <a:latin typeface="Tahoma"/>
                <a:cs typeface="Tahoma"/>
              </a:rPr>
              <a:t>powerful</a:t>
            </a:r>
            <a:r>
              <a:rPr sz="2000" spc="95" dirty="0">
                <a:latin typeface="Times New Roman"/>
                <a:cs typeface="Times New Roman"/>
              </a:rPr>
              <a:t> </a:t>
            </a:r>
            <a:r>
              <a:rPr sz="2000" dirty="0">
                <a:latin typeface="Tahoma"/>
                <a:cs typeface="Tahoma"/>
              </a:rPr>
              <a:t>leadership</a:t>
            </a:r>
            <a:r>
              <a:rPr sz="2000" spc="75" dirty="0">
                <a:latin typeface="Times New Roman"/>
                <a:cs typeface="Times New Roman"/>
              </a:rPr>
              <a:t> </a:t>
            </a:r>
            <a:r>
              <a:rPr sz="2000" dirty="0">
                <a:latin typeface="Tahoma"/>
                <a:cs typeface="Tahoma"/>
              </a:rPr>
              <a:t>mes</a:t>
            </a:r>
            <a:r>
              <a:rPr sz="2000" spc="5" dirty="0">
                <a:latin typeface="Tahoma"/>
                <a:cs typeface="Tahoma"/>
              </a:rPr>
              <a:t>s</a:t>
            </a:r>
            <a:r>
              <a:rPr sz="2000" dirty="0">
                <a:latin typeface="Tahoma"/>
                <a:cs typeface="Tahoma"/>
              </a:rPr>
              <a:t>a</a:t>
            </a:r>
            <a:r>
              <a:rPr sz="2000" spc="-15" dirty="0">
                <a:latin typeface="Tahoma"/>
                <a:cs typeface="Tahoma"/>
              </a:rPr>
              <a:t>g</a:t>
            </a:r>
            <a:r>
              <a:rPr sz="2000" dirty="0">
                <a:latin typeface="Tahoma"/>
                <a:cs typeface="Tahoma"/>
              </a:rPr>
              <a:t>e</a:t>
            </a:r>
            <a:endParaRPr sz="2000">
              <a:latin typeface="Tahoma"/>
              <a:cs typeface="Tahoma"/>
            </a:endParaRPr>
          </a:p>
          <a:p>
            <a:pPr marL="355600" indent="-342900">
              <a:spcBef>
                <a:spcPts val="1320"/>
              </a:spcBef>
              <a:buFont typeface="Tahoma"/>
              <a:buChar char="•"/>
              <a:tabLst>
                <a:tab pos="355600" algn="l"/>
              </a:tabLst>
            </a:pPr>
            <a:r>
              <a:rPr sz="2000" dirty="0">
                <a:latin typeface="Tahoma"/>
                <a:cs typeface="Tahoma"/>
              </a:rPr>
              <a:t>Transpare</a:t>
            </a:r>
            <a:r>
              <a:rPr sz="2000" spc="-25" dirty="0">
                <a:latin typeface="Tahoma"/>
                <a:cs typeface="Tahoma"/>
              </a:rPr>
              <a:t>n</a:t>
            </a:r>
            <a:r>
              <a:rPr sz="2000" dirty="0">
                <a:latin typeface="Tahoma"/>
                <a:cs typeface="Tahoma"/>
              </a:rPr>
              <a:t>t</a:t>
            </a:r>
            <a:r>
              <a:rPr sz="2000" spc="100" dirty="0">
                <a:latin typeface="Times New Roman"/>
                <a:cs typeface="Times New Roman"/>
              </a:rPr>
              <a:t> </a:t>
            </a:r>
            <a:r>
              <a:rPr sz="2000" dirty="0">
                <a:latin typeface="Tahoma"/>
                <a:cs typeface="Tahoma"/>
              </a:rPr>
              <a:t>ma</a:t>
            </a:r>
            <a:r>
              <a:rPr sz="2000" spc="-10" dirty="0">
                <a:latin typeface="Tahoma"/>
                <a:cs typeface="Tahoma"/>
              </a:rPr>
              <a:t>n</a:t>
            </a:r>
            <a:r>
              <a:rPr sz="2000" dirty="0">
                <a:latin typeface="Tahoma"/>
                <a:cs typeface="Tahoma"/>
              </a:rPr>
              <a:t>ager</a:t>
            </a:r>
            <a:r>
              <a:rPr sz="2000" spc="-10" dirty="0">
                <a:latin typeface="Tahoma"/>
                <a:cs typeface="Tahoma"/>
              </a:rPr>
              <a:t>i</a:t>
            </a:r>
            <a:r>
              <a:rPr sz="2000" dirty="0">
                <a:latin typeface="Tahoma"/>
                <a:cs typeface="Tahoma"/>
              </a:rPr>
              <a:t>al</a:t>
            </a:r>
            <a:r>
              <a:rPr sz="2000" spc="100" dirty="0">
                <a:latin typeface="Times New Roman"/>
                <a:cs typeface="Times New Roman"/>
              </a:rPr>
              <a:t> </a:t>
            </a:r>
            <a:r>
              <a:rPr sz="2000" dirty="0">
                <a:latin typeface="Tahoma"/>
                <a:cs typeface="Tahoma"/>
              </a:rPr>
              <a:t>accounti</a:t>
            </a:r>
            <a:r>
              <a:rPr sz="2000" spc="-15" dirty="0">
                <a:latin typeface="Tahoma"/>
                <a:cs typeface="Tahoma"/>
              </a:rPr>
              <a:t>n</a:t>
            </a:r>
            <a:r>
              <a:rPr sz="2000" dirty="0">
                <a:latin typeface="Tahoma"/>
                <a:cs typeface="Tahoma"/>
              </a:rPr>
              <a:t>g</a:t>
            </a:r>
            <a:r>
              <a:rPr sz="2000" spc="105" dirty="0">
                <a:latin typeface="Times New Roman"/>
                <a:cs typeface="Times New Roman"/>
              </a:rPr>
              <a:t> </a:t>
            </a:r>
            <a:r>
              <a:rPr sz="2000" dirty="0">
                <a:latin typeface="Tahoma"/>
                <a:cs typeface="Tahoma"/>
              </a:rPr>
              <a:t>p</a:t>
            </a:r>
            <a:r>
              <a:rPr sz="2000" spc="-10" dirty="0">
                <a:latin typeface="Tahoma"/>
                <a:cs typeface="Tahoma"/>
              </a:rPr>
              <a:t>r</a:t>
            </a:r>
            <a:r>
              <a:rPr sz="2000" dirty="0">
                <a:latin typeface="Tahoma"/>
                <a:cs typeface="Tahoma"/>
              </a:rPr>
              <a:t>oced</a:t>
            </a:r>
            <a:r>
              <a:rPr sz="2000" spc="-10" dirty="0">
                <a:latin typeface="Tahoma"/>
                <a:cs typeface="Tahoma"/>
              </a:rPr>
              <a:t>u</a:t>
            </a:r>
            <a:r>
              <a:rPr sz="2000" spc="-5" dirty="0">
                <a:latin typeface="Tahoma"/>
                <a:cs typeface="Tahoma"/>
              </a:rPr>
              <a:t>res</a:t>
            </a:r>
            <a:endParaRPr sz="2000">
              <a:latin typeface="Tahoma"/>
              <a:cs typeface="Tahoma"/>
            </a:endParaRPr>
          </a:p>
          <a:p>
            <a:pPr marL="355600" indent="-342900">
              <a:spcBef>
                <a:spcPts val="1320"/>
              </a:spcBef>
              <a:buFont typeface="Tahoma"/>
              <a:buChar char="•"/>
              <a:tabLst>
                <a:tab pos="355600" algn="l"/>
              </a:tabLst>
            </a:pPr>
            <a:r>
              <a:rPr sz="2000" dirty="0">
                <a:latin typeface="Tahoma"/>
                <a:cs typeface="Tahoma"/>
              </a:rPr>
              <a:t>“C</a:t>
            </a:r>
            <a:r>
              <a:rPr sz="2000" spc="-10" dirty="0">
                <a:latin typeface="Tahoma"/>
                <a:cs typeface="Tahoma"/>
              </a:rPr>
              <a:t>l</a:t>
            </a:r>
            <a:r>
              <a:rPr sz="2000" dirty="0">
                <a:latin typeface="Tahoma"/>
                <a:cs typeface="Tahoma"/>
              </a:rPr>
              <a:t>ean”</a:t>
            </a:r>
            <a:r>
              <a:rPr sz="2000" spc="-15" dirty="0">
                <a:latin typeface="Tahoma"/>
                <a:cs typeface="Tahoma"/>
              </a:rPr>
              <a:t> </a:t>
            </a:r>
            <a:r>
              <a:rPr sz="2000" dirty="0">
                <a:latin typeface="Tahoma"/>
                <a:cs typeface="Tahoma"/>
              </a:rPr>
              <a:t>structure</a:t>
            </a:r>
            <a:endParaRPr sz="2000">
              <a:latin typeface="Tahoma"/>
              <a:cs typeface="Tahoma"/>
            </a:endParaRPr>
          </a:p>
          <a:p>
            <a:pPr marL="355600" indent="-342900">
              <a:spcBef>
                <a:spcPts val="1320"/>
              </a:spcBef>
              <a:buFont typeface="Tahoma"/>
              <a:buChar char="•"/>
              <a:tabLst>
                <a:tab pos="355600" algn="l"/>
              </a:tabLst>
            </a:pPr>
            <a:r>
              <a:rPr sz="2000" dirty="0">
                <a:latin typeface="Tahoma"/>
                <a:cs typeface="Tahoma"/>
              </a:rPr>
              <a:t>C</a:t>
            </a:r>
            <a:r>
              <a:rPr sz="2000" spc="-10" dirty="0">
                <a:latin typeface="Tahoma"/>
                <a:cs typeface="Tahoma"/>
              </a:rPr>
              <a:t>l</a:t>
            </a:r>
            <a:r>
              <a:rPr sz="2000" spc="-5" dirty="0">
                <a:latin typeface="Tahoma"/>
                <a:cs typeface="Tahoma"/>
              </a:rPr>
              <a:t>ea</a:t>
            </a:r>
            <a:r>
              <a:rPr sz="2000" dirty="0">
                <a:latin typeface="Tahoma"/>
                <a:cs typeface="Tahoma"/>
              </a:rPr>
              <a:t>r</a:t>
            </a:r>
            <a:r>
              <a:rPr sz="2000" spc="125" dirty="0">
                <a:latin typeface="Times New Roman"/>
                <a:cs typeface="Times New Roman"/>
              </a:rPr>
              <a:t> </a:t>
            </a:r>
            <a:r>
              <a:rPr sz="2000" spc="-5" dirty="0">
                <a:latin typeface="Tahoma"/>
                <a:cs typeface="Tahoma"/>
              </a:rPr>
              <a:t>Goal</a:t>
            </a:r>
            <a:r>
              <a:rPr sz="2000" dirty="0">
                <a:latin typeface="Tahoma"/>
                <a:cs typeface="Tahoma"/>
              </a:rPr>
              <a:t>s</a:t>
            </a:r>
            <a:r>
              <a:rPr sz="2000" spc="120" dirty="0">
                <a:latin typeface="Times New Roman"/>
                <a:cs typeface="Times New Roman"/>
              </a:rPr>
              <a:t> </a:t>
            </a:r>
            <a:r>
              <a:rPr sz="2000" dirty="0">
                <a:latin typeface="Tahoma"/>
                <a:cs typeface="Tahoma"/>
              </a:rPr>
              <a:t>and</a:t>
            </a:r>
            <a:r>
              <a:rPr sz="2000" spc="105" dirty="0">
                <a:latin typeface="Times New Roman"/>
                <a:cs typeface="Times New Roman"/>
              </a:rPr>
              <a:t> </a:t>
            </a:r>
            <a:r>
              <a:rPr sz="2000" dirty="0">
                <a:latin typeface="Tahoma"/>
                <a:cs typeface="Tahoma"/>
              </a:rPr>
              <a:t>objectives</a:t>
            </a:r>
            <a:endParaRPr sz="2000">
              <a:latin typeface="Tahoma"/>
              <a:cs typeface="Tahoma"/>
            </a:endParaRPr>
          </a:p>
          <a:p>
            <a:pPr marL="355600" indent="-342900">
              <a:spcBef>
                <a:spcPts val="1320"/>
              </a:spcBef>
              <a:buFont typeface="Tahoma"/>
              <a:buChar char="•"/>
              <a:tabLst>
                <a:tab pos="355600" algn="l"/>
              </a:tabLst>
            </a:pPr>
            <a:r>
              <a:rPr sz="2000" spc="-5" dirty="0">
                <a:latin typeface="Tahoma"/>
                <a:cs typeface="Tahoma"/>
              </a:rPr>
              <a:t>Financ</a:t>
            </a:r>
            <a:r>
              <a:rPr sz="2000" dirty="0">
                <a:latin typeface="Tahoma"/>
                <a:cs typeface="Tahoma"/>
              </a:rPr>
              <a:t>ial</a:t>
            </a:r>
            <a:r>
              <a:rPr sz="2000" spc="125" dirty="0">
                <a:latin typeface="Times New Roman"/>
                <a:cs typeface="Times New Roman"/>
              </a:rPr>
              <a:t> </a:t>
            </a:r>
            <a:r>
              <a:rPr sz="2000" spc="-5" dirty="0">
                <a:latin typeface="Tahoma"/>
                <a:cs typeface="Tahoma"/>
              </a:rPr>
              <a:t>re</a:t>
            </a:r>
            <a:r>
              <a:rPr sz="2000" spc="-10" dirty="0">
                <a:latin typeface="Tahoma"/>
                <a:cs typeface="Tahoma"/>
              </a:rPr>
              <a:t>p</a:t>
            </a:r>
            <a:r>
              <a:rPr sz="2000" dirty="0">
                <a:latin typeface="Tahoma"/>
                <a:cs typeface="Tahoma"/>
              </a:rPr>
              <a:t>orts</a:t>
            </a:r>
            <a:r>
              <a:rPr sz="2000" spc="114" dirty="0">
                <a:latin typeface="Times New Roman"/>
                <a:cs typeface="Times New Roman"/>
              </a:rPr>
              <a:t> </a:t>
            </a:r>
            <a:r>
              <a:rPr sz="2000" spc="-5" dirty="0">
                <a:latin typeface="Tahoma"/>
                <a:cs typeface="Tahoma"/>
              </a:rPr>
              <a:t>reflectin</a:t>
            </a:r>
            <a:r>
              <a:rPr sz="2000" dirty="0">
                <a:latin typeface="Tahoma"/>
                <a:cs typeface="Tahoma"/>
              </a:rPr>
              <a:t>g</a:t>
            </a:r>
            <a:r>
              <a:rPr sz="2000" spc="120" dirty="0">
                <a:latin typeface="Times New Roman"/>
                <a:cs typeface="Times New Roman"/>
              </a:rPr>
              <a:t> </a:t>
            </a:r>
            <a:r>
              <a:rPr sz="2000" spc="-5" dirty="0">
                <a:latin typeface="Tahoma"/>
                <a:cs typeface="Tahoma"/>
              </a:rPr>
              <a:t>structur</a:t>
            </a:r>
            <a:r>
              <a:rPr sz="2000" dirty="0">
                <a:latin typeface="Tahoma"/>
                <a:cs typeface="Tahoma"/>
              </a:rPr>
              <a:t>e</a:t>
            </a:r>
            <a:r>
              <a:rPr sz="2000" spc="120" dirty="0">
                <a:latin typeface="Times New Roman"/>
                <a:cs typeface="Times New Roman"/>
              </a:rPr>
              <a:t> </a:t>
            </a:r>
            <a:r>
              <a:rPr sz="2000" dirty="0">
                <a:latin typeface="Tahoma"/>
                <a:cs typeface="Tahoma"/>
              </a:rPr>
              <a:t>(b</a:t>
            </a:r>
            <a:r>
              <a:rPr sz="2000" spc="-5" dirty="0">
                <a:latin typeface="Tahoma"/>
                <a:cs typeface="Tahoma"/>
              </a:rPr>
              <a:t>l</a:t>
            </a:r>
            <a:r>
              <a:rPr sz="2000" dirty="0">
                <a:latin typeface="Tahoma"/>
                <a:cs typeface="Tahoma"/>
              </a:rPr>
              <a:t>ue</a:t>
            </a:r>
            <a:r>
              <a:rPr sz="2000" spc="105" dirty="0">
                <a:latin typeface="Times New Roman"/>
                <a:cs typeface="Times New Roman"/>
              </a:rPr>
              <a:t> </a:t>
            </a:r>
            <a:r>
              <a:rPr sz="2000" dirty="0">
                <a:latin typeface="Tahoma"/>
                <a:cs typeface="Tahoma"/>
              </a:rPr>
              <a:t>+</a:t>
            </a:r>
            <a:r>
              <a:rPr sz="2000" spc="120" dirty="0">
                <a:latin typeface="Times New Roman"/>
                <a:cs typeface="Times New Roman"/>
              </a:rPr>
              <a:t> </a:t>
            </a:r>
            <a:r>
              <a:rPr sz="2000" spc="-5" dirty="0">
                <a:latin typeface="Tahoma"/>
                <a:cs typeface="Tahoma"/>
              </a:rPr>
              <a:t>re</a:t>
            </a:r>
            <a:r>
              <a:rPr sz="2000" dirty="0">
                <a:latin typeface="Tahoma"/>
                <a:cs typeface="Tahoma"/>
              </a:rPr>
              <a:t>d</a:t>
            </a:r>
            <a:r>
              <a:rPr sz="2000" spc="120" dirty="0">
                <a:latin typeface="Times New Roman"/>
                <a:cs typeface="Times New Roman"/>
              </a:rPr>
              <a:t> </a:t>
            </a:r>
            <a:r>
              <a:rPr sz="2000" spc="-10" dirty="0">
                <a:latin typeface="Tahoma"/>
                <a:cs typeface="Tahoma"/>
              </a:rPr>
              <a:t>b</a:t>
            </a:r>
            <a:r>
              <a:rPr sz="2000" dirty="0">
                <a:latin typeface="Tahoma"/>
                <a:cs typeface="Tahoma"/>
              </a:rPr>
              <a:t>o</a:t>
            </a:r>
            <a:r>
              <a:rPr sz="2000" spc="5" dirty="0">
                <a:latin typeface="Tahoma"/>
                <a:cs typeface="Tahoma"/>
              </a:rPr>
              <a:t>o</a:t>
            </a:r>
            <a:r>
              <a:rPr sz="2000" dirty="0">
                <a:latin typeface="Tahoma"/>
                <a:cs typeface="Tahoma"/>
              </a:rPr>
              <a:t>ks)</a:t>
            </a:r>
            <a:endParaRPr sz="2000">
              <a:latin typeface="Tahoma"/>
              <a:cs typeface="Tahoma"/>
            </a:endParaRPr>
          </a:p>
          <a:p>
            <a:pPr marL="355600" indent="-342900">
              <a:spcBef>
                <a:spcPts val="1320"/>
              </a:spcBef>
              <a:buFont typeface="Tahoma"/>
              <a:buChar char="•"/>
              <a:tabLst>
                <a:tab pos="355600" algn="l"/>
              </a:tabLst>
            </a:pPr>
            <a:r>
              <a:rPr sz="2000" spc="-5" dirty="0">
                <a:latin typeface="Tahoma"/>
                <a:cs typeface="Tahoma"/>
              </a:rPr>
              <a:t>Stre</a:t>
            </a:r>
            <a:r>
              <a:rPr sz="2000" dirty="0">
                <a:latin typeface="Tahoma"/>
                <a:cs typeface="Tahoma"/>
              </a:rPr>
              <a:t>am</a:t>
            </a:r>
            <a:r>
              <a:rPr sz="2000" spc="-5" dirty="0">
                <a:latin typeface="Tahoma"/>
                <a:cs typeface="Tahoma"/>
              </a:rPr>
              <a:t>l</a:t>
            </a:r>
            <a:r>
              <a:rPr sz="2000" dirty="0">
                <a:latin typeface="Tahoma"/>
                <a:cs typeface="Tahoma"/>
              </a:rPr>
              <a:t>ined</a:t>
            </a:r>
            <a:r>
              <a:rPr sz="2000" spc="100" dirty="0">
                <a:latin typeface="Times New Roman"/>
                <a:cs typeface="Times New Roman"/>
              </a:rPr>
              <a:t> </a:t>
            </a:r>
            <a:r>
              <a:rPr sz="2000" dirty="0">
                <a:latin typeface="Tahoma"/>
                <a:cs typeface="Tahoma"/>
              </a:rPr>
              <a:t>salaries</a:t>
            </a:r>
            <a:r>
              <a:rPr sz="2000" spc="100" dirty="0">
                <a:latin typeface="Times New Roman"/>
                <a:cs typeface="Times New Roman"/>
              </a:rPr>
              <a:t> </a:t>
            </a:r>
            <a:r>
              <a:rPr sz="2000" dirty="0">
                <a:latin typeface="Tahoma"/>
                <a:cs typeface="Tahoma"/>
              </a:rPr>
              <a:t>and</a:t>
            </a:r>
            <a:r>
              <a:rPr sz="2000" spc="105" dirty="0">
                <a:latin typeface="Times New Roman"/>
                <a:cs typeface="Times New Roman"/>
              </a:rPr>
              <a:t> </a:t>
            </a:r>
            <a:r>
              <a:rPr sz="2000" spc="-5" dirty="0">
                <a:latin typeface="Tahoma"/>
                <a:cs typeface="Tahoma"/>
              </a:rPr>
              <a:t>fri</a:t>
            </a:r>
            <a:r>
              <a:rPr sz="2000" spc="-10" dirty="0">
                <a:latin typeface="Tahoma"/>
                <a:cs typeface="Tahoma"/>
              </a:rPr>
              <a:t>n</a:t>
            </a:r>
            <a:r>
              <a:rPr sz="2000" dirty="0">
                <a:latin typeface="Tahoma"/>
                <a:cs typeface="Tahoma"/>
              </a:rPr>
              <a:t>ge</a:t>
            </a:r>
            <a:r>
              <a:rPr sz="2000" spc="125" dirty="0">
                <a:latin typeface="Times New Roman"/>
                <a:cs typeface="Times New Roman"/>
              </a:rPr>
              <a:t> </a:t>
            </a:r>
            <a:r>
              <a:rPr sz="2000" spc="-10" dirty="0">
                <a:latin typeface="Tahoma"/>
                <a:cs typeface="Tahoma"/>
              </a:rPr>
              <a:t>b</a:t>
            </a:r>
            <a:r>
              <a:rPr sz="2000" spc="-5" dirty="0">
                <a:latin typeface="Tahoma"/>
                <a:cs typeface="Tahoma"/>
              </a:rPr>
              <a:t>enefits</a:t>
            </a:r>
            <a:endParaRPr sz="2000">
              <a:latin typeface="Tahoma"/>
              <a:cs typeface="Tahoma"/>
            </a:endParaRPr>
          </a:p>
          <a:p>
            <a:pPr marL="765810" lvl="1" indent="-410209">
              <a:lnSpc>
                <a:spcPts val="2340"/>
              </a:lnSpc>
              <a:spcBef>
                <a:spcPts val="1320"/>
              </a:spcBef>
              <a:buFont typeface="Tahoma"/>
              <a:buChar char="-"/>
              <a:tabLst>
                <a:tab pos="766445" algn="l"/>
              </a:tabLst>
            </a:pPr>
            <a:r>
              <a:rPr sz="2000" spc="-10" dirty="0">
                <a:latin typeface="Tahoma"/>
                <a:cs typeface="Tahoma"/>
              </a:rPr>
              <a:t>N</a:t>
            </a:r>
            <a:r>
              <a:rPr sz="2000" dirty="0">
                <a:latin typeface="Tahoma"/>
                <a:cs typeface="Tahoma"/>
              </a:rPr>
              <a:t>o</a:t>
            </a:r>
            <a:r>
              <a:rPr sz="2000" spc="125" dirty="0">
                <a:latin typeface="Times New Roman"/>
                <a:cs typeface="Times New Roman"/>
              </a:rPr>
              <a:t> </a:t>
            </a:r>
            <a:r>
              <a:rPr sz="2000" spc="-10" dirty="0">
                <a:latin typeface="Tahoma"/>
                <a:cs typeface="Tahoma"/>
              </a:rPr>
              <a:t>d</a:t>
            </a:r>
            <a:r>
              <a:rPr sz="2000" dirty="0">
                <a:latin typeface="Tahoma"/>
                <a:cs typeface="Tahoma"/>
              </a:rPr>
              <a:t>isto</a:t>
            </a:r>
            <a:r>
              <a:rPr sz="2000" spc="-5" dirty="0">
                <a:latin typeface="Tahoma"/>
                <a:cs typeface="Tahoma"/>
              </a:rPr>
              <a:t>rtions</a:t>
            </a:r>
            <a:endParaRPr sz="2000">
              <a:latin typeface="Tahoma"/>
              <a:cs typeface="Tahoma"/>
            </a:endParaRPr>
          </a:p>
          <a:p>
            <a:pPr marL="765810" lvl="1" indent="-410209">
              <a:lnSpc>
                <a:spcPts val="2340"/>
              </a:lnSpc>
              <a:buFont typeface="Tahoma"/>
              <a:buChar char="-"/>
              <a:tabLst>
                <a:tab pos="766445" algn="l"/>
              </a:tabLst>
            </a:pPr>
            <a:r>
              <a:rPr sz="2000" spc="-5" dirty="0">
                <a:latin typeface="Tahoma"/>
                <a:cs typeface="Tahoma"/>
              </a:rPr>
              <a:t>N</a:t>
            </a:r>
            <a:r>
              <a:rPr sz="2000" dirty="0">
                <a:latin typeface="Tahoma"/>
                <a:cs typeface="Tahoma"/>
              </a:rPr>
              <a:t>o</a:t>
            </a:r>
            <a:r>
              <a:rPr sz="2000" spc="125" dirty="0">
                <a:latin typeface="Times New Roman"/>
                <a:cs typeface="Times New Roman"/>
              </a:rPr>
              <a:t> </a:t>
            </a:r>
            <a:r>
              <a:rPr sz="2000" spc="-10" dirty="0">
                <a:latin typeface="Tahoma"/>
                <a:cs typeface="Tahoma"/>
              </a:rPr>
              <a:t>i</a:t>
            </a:r>
            <a:r>
              <a:rPr sz="2000" dirty="0">
                <a:latin typeface="Tahoma"/>
                <a:cs typeface="Tahoma"/>
              </a:rPr>
              <a:t>nconsis</a:t>
            </a:r>
            <a:r>
              <a:rPr sz="2000" spc="-5" dirty="0">
                <a:latin typeface="Tahoma"/>
                <a:cs typeface="Tahoma"/>
              </a:rPr>
              <a:t>tencies</a:t>
            </a:r>
            <a:endParaRPr sz="2000">
              <a:latin typeface="Tahoma"/>
              <a:cs typeface="Tahoma"/>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587815"/>
            <a:ext cx="10515600" cy="880182"/>
          </a:xfrm>
          <a:prstGeom prst="rect">
            <a:avLst/>
          </a:prstGeom>
        </p:spPr>
        <p:txBody>
          <a:bodyPr vert="horz" wrap="square" lIns="0" tIns="201110" rIns="0" bIns="0" rtlCol="0" anchor="ctr">
            <a:spAutoFit/>
          </a:bodyPr>
          <a:lstStyle/>
          <a:p>
            <a:pPr marL="2151380">
              <a:lnSpc>
                <a:spcPct val="100000"/>
              </a:lnSpc>
            </a:pPr>
            <a:r>
              <a:rPr spc="-20" dirty="0">
                <a:latin typeface="Arial"/>
                <a:cs typeface="Arial"/>
              </a:rPr>
              <a:t>Imp</a:t>
            </a:r>
            <a:r>
              <a:rPr spc="-5" dirty="0">
                <a:latin typeface="Arial"/>
                <a:cs typeface="Arial"/>
              </a:rPr>
              <a:t>l</a:t>
            </a:r>
            <a:r>
              <a:rPr spc="-25" dirty="0">
                <a:latin typeface="Arial"/>
                <a:cs typeface="Arial"/>
              </a:rPr>
              <a:t>em</a:t>
            </a:r>
            <a:r>
              <a:rPr spc="-15" dirty="0">
                <a:latin typeface="Arial"/>
                <a:cs typeface="Arial"/>
              </a:rPr>
              <a:t>e</a:t>
            </a:r>
            <a:r>
              <a:rPr spc="-20" dirty="0">
                <a:latin typeface="Arial"/>
                <a:cs typeface="Arial"/>
              </a:rPr>
              <a:t>nt</a:t>
            </a:r>
            <a:r>
              <a:rPr spc="-10" dirty="0">
                <a:latin typeface="Arial"/>
                <a:cs typeface="Arial"/>
              </a:rPr>
              <a:t>ati</a:t>
            </a:r>
            <a:r>
              <a:rPr spc="-15" dirty="0">
                <a:latin typeface="Arial"/>
                <a:cs typeface="Arial"/>
              </a:rPr>
              <a:t>o</a:t>
            </a:r>
            <a:r>
              <a:rPr spc="-25" dirty="0">
                <a:latin typeface="Arial"/>
                <a:cs typeface="Arial"/>
              </a:rPr>
              <a:t>n</a:t>
            </a:r>
            <a:r>
              <a:rPr spc="-10" dirty="0">
                <a:latin typeface="Arial"/>
                <a:cs typeface="Arial"/>
              </a:rPr>
              <a:t>:</a:t>
            </a:r>
            <a:r>
              <a:rPr spc="95" dirty="0">
                <a:latin typeface="Times New Roman"/>
                <a:cs typeface="Times New Roman"/>
              </a:rPr>
              <a:t> </a:t>
            </a:r>
            <a:r>
              <a:rPr spc="-20" dirty="0">
                <a:latin typeface="Arial"/>
                <a:cs typeface="Arial"/>
              </a:rPr>
              <a:t>App</a:t>
            </a:r>
            <a:r>
              <a:rPr spc="-5" dirty="0">
                <a:latin typeface="Arial"/>
                <a:cs typeface="Arial"/>
              </a:rPr>
              <a:t>r</a:t>
            </a:r>
            <a:r>
              <a:rPr spc="-25" dirty="0">
                <a:latin typeface="Arial"/>
                <a:cs typeface="Arial"/>
              </a:rPr>
              <a:t>o</a:t>
            </a:r>
            <a:r>
              <a:rPr spc="-15" dirty="0">
                <a:latin typeface="Arial"/>
                <a:cs typeface="Arial"/>
              </a:rPr>
              <a:t>ach</a:t>
            </a:r>
          </a:p>
        </p:txBody>
      </p:sp>
      <p:sp>
        <p:nvSpPr>
          <p:cNvPr id="4" name="object 4"/>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
        <p:nvSpPr>
          <p:cNvPr id="3" name="object 3"/>
          <p:cNvSpPr txBox="1"/>
          <p:nvPr/>
        </p:nvSpPr>
        <p:spPr>
          <a:xfrm>
            <a:off x="1882229" y="2333698"/>
            <a:ext cx="7734300" cy="2462213"/>
          </a:xfrm>
          <a:prstGeom prst="rect">
            <a:avLst/>
          </a:prstGeom>
        </p:spPr>
        <p:txBody>
          <a:bodyPr vert="horz" wrap="square" lIns="0" tIns="0" rIns="0" bIns="0" rtlCol="0">
            <a:spAutoFit/>
          </a:bodyPr>
          <a:lstStyle/>
          <a:p>
            <a:pPr marL="355600" indent="-342900">
              <a:buFont typeface="Tahoma"/>
              <a:buChar char="•"/>
              <a:tabLst>
                <a:tab pos="355600" algn="l"/>
              </a:tabLst>
            </a:pPr>
            <a:r>
              <a:rPr sz="2400" spc="-5" dirty="0">
                <a:latin typeface="Tahoma"/>
                <a:cs typeface="Tahoma"/>
              </a:rPr>
              <a:t>I</a:t>
            </a:r>
            <a:r>
              <a:rPr sz="2400" dirty="0">
                <a:latin typeface="Tahoma"/>
                <a:cs typeface="Tahoma"/>
              </a:rPr>
              <a:t>t</a:t>
            </a:r>
            <a:r>
              <a:rPr sz="2400" spc="150" dirty="0">
                <a:latin typeface="Times New Roman"/>
                <a:cs typeface="Times New Roman"/>
              </a:rPr>
              <a:t> </a:t>
            </a:r>
            <a:r>
              <a:rPr sz="2400" spc="-10" dirty="0">
                <a:latin typeface="Tahoma"/>
                <a:cs typeface="Tahoma"/>
              </a:rPr>
              <a:t>is</a:t>
            </a:r>
            <a:r>
              <a:rPr sz="2400" spc="140" dirty="0">
                <a:latin typeface="Times New Roman"/>
                <a:cs typeface="Times New Roman"/>
              </a:rPr>
              <a:t> </a:t>
            </a:r>
            <a:r>
              <a:rPr sz="2400" spc="-5" dirty="0">
                <a:latin typeface="Tahoma"/>
                <a:cs typeface="Tahoma"/>
              </a:rPr>
              <a:t>easie</a:t>
            </a:r>
            <a:r>
              <a:rPr sz="2400" dirty="0">
                <a:latin typeface="Tahoma"/>
                <a:cs typeface="Tahoma"/>
              </a:rPr>
              <a:t>r</a:t>
            </a:r>
            <a:r>
              <a:rPr sz="2400" spc="155" dirty="0">
                <a:latin typeface="Times New Roman"/>
                <a:cs typeface="Times New Roman"/>
              </a:rPr>
              <a:t> </a:t>
            </a:r>
            <a:r>
              <a:rPr sz="2400" dirty="0">
                <a:latin typeface="Tahoma"/>
                <a:cs typeface="Tahoma"/>
              </a:rPr>
              <a:t>t</a:t>
            </a:r>
            <a:r>
              <a:rPr sz="2400" spc="-15" dirty="0">
                <a:latin typeface="Tahoma"/>
                <a:cs typeface="Tahoma"/>
              </a:rPr>
              <a:t>o</a:t>
            </a:r>
            <a:r>
              <a:rPr sz="2400" spc="150" dirty="0">
                <a:latin typeface="Times New Roman"/>
                <a:cs typeface="Times New Roman"/>
              </a:rPr>
              <a:t> </a:t>
            </a:r>
            <a:r>
              <a:rPr sz="2400" spc="-15" dirty="0">
                <a:latin typeface="Tahoma"/>
                <a:cs typeface="Tahoma"/>
              </a:rPr>
              <a:t>gran</a:t>
            </a:r>
            <a:r>
              <a:rPr sz="2400" dirty="0">
                <a:latin typeface="Tahoma"/>
                <a:cs typeface="Tahoma"/>
              </a:rPr>
              <a:t>t</a:t>
            </a:r>
            <a:r>
              <a:rPr sz="2400" spc="130" dirty="0">
                <a:latin typeface="Times New Roman"/>
                <a:cs typeface="Times New Roman"/>
              </a:rPr>
              <a:t> </a:t>
            </a:r>
            <a:r>
              <a:rPr sz="2400" spc="-5" dirty="0">
                <a:latin typeface="Tahoma"/>
                <a:cs typeface="Tahoma"/>
              </a:rPr>
              <a:t>re</a:t>
            </a:r>
            <a:r>
              <a:rPr sz="2400" spc="-10" dirty="0">
                <a:latin typeface="Tahoma"/>
                <a:cs typeface="Tahoma"/>
              </a:rPr>
              <a:t>w</a:t>
            </a:r>
            <a:r>
              <a:rPr sz="2400" dirty="0">
                <a:latin typeface="Tahoma"/>
                <a:cs typeface="Tahoma"/>
              </a:rPr>
              <a:t>ards</a:t>
            </a:r>
            <a:r>
              <a:rPr sz="2400" spc="165" dirty="0">
                <a:latin typeface="Times New Roman"/>
                <a:cs typeface="Times New Roman"/>
              </a:rPr>
              <a:t> </a:t>
            </a:r>
            <a:r>
              <a:rPr sz="2400" spc="-20" dirty="0">
                <a:latin typeface="Tahoma"/>
                <a:cs typeface="Tahoma"/>
              </a:rPr>
              <a:t>tha</a:t>
            </a:r>
            <a:r>
              <a:rPr sz="2400" spc="-15" dirty="0">
                <a:latin typeface="Tahoma"/>
                <a:cs typeface="Tahoma"/>
              </a:rPr>
              <a:t>n</a:t>
            </a:r>
            <a:r>
              <a:rPr sz="2400" spc="145" dirty="0">
                <a:latin typeface="Times New Roman"/>
                <a:cs typeface="Times New Roman"/>
              </a:rPr>
              <a:t> </a:t>
            </a:r>
            <a:r>
              <a:rPr sz="2400" spc="-5" dirty="0">
                <a:latin typeface="Tahoma"/>
                <a:cs typeface="Tahoma"/>
              </a:rPr>
              <a:t>t</a:t>
            </a:r>
            <a:r>
              <a:rPr sz="2400" dirty="0">
                <a:latin typeface="Tahoma"/>
                <a:cs typeface="Tahoma"/>
              </a:rPr>
              <a:t>o</a:t>
            </a:r>
            <a:r>
              <a:rPr sz="2400" spc="155" dirty="0">
                <a:latin typeface="Times New Roman"/>
                <a:cs typeface="Times New Roman"/>
              </a:rPr>
              <a:t> </a:t>
            </a:r>
            <a:r>
              <a:rPr sz="2400" spc="-5" dirty="0">
                <a:latin typeface="Tahoma"/>
                <a:cs typeface="Tahoma"/>
              </a:rPr>
              <a:t>tak</a:t>
            </a:r>
            <a:r>
              <a:rPr sz="2400" dirty="0">
                <a:latin typeface="Tahoma"/>
                <a:cs typeface="Tahoma"/>
              </a:rPr>
              <a:t>e</a:t>
            </a:r>
            <a:r>
              <a:rPr sz="2400" spc="145" dirty="0">
                <a:latin typeface="Times New Roman"/>
                <a:cs typeface="Times New Roman"/>
              </a:rPr>
              <a:t> </a:t>
            </a:r>
            <a:r>
              <a:rPr sz="2400" spc="-5" dirty="0">
                <a:latin typeface="Tahoma"/>
                <a:cs typeface="Tahoma"/>
              </a:rPr>
              <a:t>the</a:t>
            </a:r>
            <a:r>
              <a:rPr sz="2400" dirty="0">
                <a:latin typeface="Tahoma"/>
                <a:cs typeface="Tahoma"/>
              </a:rPr>
              <a:t>m</a:t>
            </a:r>
            <a:r>
              <a:rPr sz="2400" spc="155" dirty="0">
                <a:latin typeface="Times New Roman"/>
                <a:cs typeface="Times New Roman"/>
              </a:rPr>
              <a:t> </a:t>
            </a:r>
            <a:r>
              <a:rPr sz="2400" dirty="0">
                <a:latin typeface="Tahoma"/>
                <a:cs typeface="Tahoma"/>
              </a:rPr>
              <a:t>a</a:t>
            </a:r>
            <a:r>
              <a:rPr sz="2400" spc="-10" dirty="0">
                <a:latin typeface="Tahoma"/>
                <a:cs typeface="Tahoma"/>
              </a:rPr>
              <a:t>w</a:t>
            </a:r>
            <a:r>
              <a:rPr sz="2400" spc="-15" dirty="0">
                <a:latin typeface="Tahoma"/>
                <a:cs typeface="Tahoma"/>
              </a:rPr>
              <a:t>ay!</a:t>
            </a:r>
            <a:endParaRPr sz="2400">
              <a:latin typeface="Tahoma"/>
              <a:cs typeface="Tahoma"/>
            </a:endParaRPr>
          </a:p>
          <a:p>
            <a:pPr marL="355600" indent="-342900">
              <a:spcBef>
                <a:spcPts val="575"/>
              </a:spcBef>
              <a:buFont typeface="Tahoma"/>
              <a:buChar char="•"/>
              <a:tabLst>
                <a:tab pos="355600" algn="l"/>
              </a:tabLst>
            </a:pPr>
            <a:r>
              <a:rPr sz="2400" dirty="0">
                <a:latin typeface="Tahoma"/>
                <a:cs typeface="Tahoma"/>
              </a:rPr>
              <a:t>Th</a:t>
            </a:r>
            <a:r>
              <a:rPr sz="2400" spc="5" dirty="0">
                <a:latin typeface="Tahoma"/>
                <a:cs typeface="Tahoma"/>
              </a:rPr>
              <a:t>u</a:t>
            </a:r>
            <a:r>
              <a:rPr sz="2400" spc="-5" dirty="0">
                <a:latin typeface="Tahoma"/>
                <a:cs typeface="Tahoma"/>
              </a:rPr>
              <a:t>s</a:t>
            </a:r>
            <a:r>
              <a:rPr sz="2400" dirty="0">
                <a:latin typeface="Tahoma"/>
                <a:cs typeface="Tahoma"/>
              </a:rPr>
              <a:t>,</a:t>
            </a:r>
            <a:r>
              <a:rPr sz="2400" spc="130" dirty="0">
                <a:latin typeface="Times New Roman"/>
                <a:cs typeface="Times New Roman"/>
              </a:rPr>
              <a:t> </a:t>
            </a:r>
            <a:r>
              <a:rPr sz="2400" spc="-5" dirty="0">
                <a:latin typeface="Tahoma"/>
                <a:cs typeface="Tahoma"/>
              </a:rPr>
              <a:t>slo</a:t>
            </a:r>
            <a:r>
              <a:rPr sz="2400" dirty="0">
                <a:latin typeface="Tahoma"/>
                <a:cs typeface="Tahoma"/>
              </a:rPr>
              <a:t>w</a:t>
            </a:r>
            <a:r>
              <a:rPr sz="2400" spc="155" dirty="0">
                <a:latin typeface="Times New Roman"/>
                <a:cs typeface="Times New Roman"/>
              </a:rPr>
              <a:t> </a:t>
            </a:r>
            <a:r>
              <a:rPr sz="2400" dirty="0">
                <a:latin typeface="Tahoma"/>
                <a:cs typeface="Tahoma"/>
              </a:rPr>
              <a:t>and</a:t>
            </a:r>
            <a:r>
              <a:rPr sz="2400" spc="150" dirty="0">
                <a:latin typeface="Times New Roman"/>
                <a:cs typeface="Times New Roman"/>
              </a:rPr>
              <a:t> </a:t>
            </a:r>
            <a:r>
              <a:rPr sz="2400" spc="-5" dirty="0">
                <a:latin typeface="Tahoma"/>
                <a:cs typeface="Tahoma"/>
              </a:rPr>
              <a:t>c</a:t>
            </a:r>
            <a:r>
              <a:rPr sz="2400" spc="-10" dirty="0">
                <a:latin typeface="Tahoma"/>
                <a:cs typeface="Tahoma"/>
              </a:rPr>
              <a:t>a</a:t>
            </a:r>
            <a:r>
              <a:rPr sz="2400" dirty="0">
                <a:latin typeface="Tahoma"/>
                <a:cs typeface="Tahoma"/>
              </a:rPr>
              <a:t>uti</a:t>
            </a:r>
            <a:r>
              <a:rPr sz="2400" spc="5" dirty="0">
                <a:latin typeface="Tahoma"/>
                <a:cs typeface="Tahoma"/>
              </a:rPr>
              <a:t>o</a:t>
            </a:r>
            <a:r>
              <a:rPr sz="2400" dirty="0">
                <a:latin typeface="Tahoma"/>
                <a:cs typeface="Tahoma"/>
              </a:rPr>
              <a:t>us,</a:t>
            </a:r>
            <a:r>
              <a:rPr sz="2400" spc="130" dirty="0">
                <a:latin typeface="Times New Roman"/>
                <a:cs typeface="Times New Roman"/>
              </a:rPr>
              <a:t> </a:t>
            </a:r>
            <a:r>
              <a:rPr sz="2400" dirty="0">
                <a:latin typeface="Tahoma"/>
                <a:cs typeface="Tahoma"/>
              </a:rPr>
              <a:t>one</a:t>
            </a:r>
            <a:r>
              <a:rPr sz="2400" spc="150" dirty="0">
                <a:latin typeface="Times New Roman"/>
                <a:cs typeface="Times New Roman"/>
              </a:rPr>
              <a:t> </a:t>
            </a:r>
            <a:r>
              <a:rPr sz="2400" spc="-5" dirty="0">
                <a:latin typeface="Tahoma"/>
                <a:cs typeface="Tahoma"/>
              </a:rPr>
              <a:t>typ</a:t>
            </a:r>
            <a:r>
              <a:rPr sz="2400" dirty="0">
                <a:latin typeface="Tahoma"/>
                <a:cs typeface="Tahoma"/>
              </a:rPr>
              <a:t>e</a:t>
            </a:r>
            <a:r>
              <a:rPr sz="2400" spc="135" dirty="0">
                <a:latin typeface="Times New Roman"/>
                <a:cs typeface="Times New Roman"/>
              </a:rPr>
              <a:t> </a:t>
            </a:r>
            <a:r>
              <a:rPr sz="2400" dirty="0">
                <a:latin typeface="Tahoma"/>
                <a:cs typeface="Tahoma"/>
              </a:rPr>
              <a:t>of</a:t>
            </a:r>
            <a:r>
              <a:rPr sz="2400" spc="145" dirty="0">
                <a:latin typeface="Times New Roman"/>
                <a:cs typeface="Times New Roman"/>
              </a:rPr>
              <a:t> </a:t>
            </a:r>
            <a:r>
              <a:rPr sz="2400" dirty="0">
                <a:latin typeface="Tahoma"/>
                <a:cs typeface="Tahoma"/>
              </a:rPr>
              <a:t>R</a:t>
            </a:r>
            <a:r>
              <a:rPr sz="2400" spc="-10" dirty="0">
                <a:latin typeface="Tahoma"/>
                <a:cs typeface="Tahoma"/>
              </a:rPr>
              <a:t>e</a:t>
            </a:r>
            <a:r>
              <a:rPr sz="2400" spc="-5" dirty="0">
                <a:latin typeface="Tahoma"/>
                <a:cs typeface="Tahoma"/>
              </a:rPr>
              <a:t>w</a:t>
            </a:r>
            <a:r>
              <a:rPr sz="2400" spc="-10" dirty="0">
                <a:latin typeface="Tahoma"/>
                <a:cs typeface="Tahoma"/>
              </a:rPr>
              <a:t>a</a:t>
            </a:r>
            <a:r>
              <a:rPr sz="2400" spc="-5" dirty="0">
                <a:latin typeface="Tahoma"/>
                <a:cs typeface="Tahoma"/>
              </a:rPr>
              <a:t>r</a:t>
            </a:r>
            <a:r>
              <a:rPr sz="2400" dirty="0">
                <a:latin typeface="Tahoma"/>
                <a:cs typeface="Tahoma"/>
              </a:rPr>
              <a:t>d</a:t>
            </a:r>
            <a:r>
              <a:rPr sz="2400" spc="150" dirty="0">
                <a:latin typeface="Times New Roman"/>
                <a:cs typeface="Times New Roman"/>
              </a:rPr>
              <a:t> </a:t>
            </a:r>
            <a:r>
              <a:rPr sz="2400" dirty="0">
                <a:latin typeface="Tahoma"/>
                <a:cs typeface="Tahoma"/>
              </a:rPr>
              <a:t>at</a:t>
            </a:r>
            <a:r>
              <a:rPr sz="2400" spc="150" dirty="0">
                <a:latin typeface="Times New Roman"/>
                <a:cs typeface="Times New Roman"/>
              </a:rPr>
              <a:t> </a:t>
            </a:r>
            <a:r>
              <a:rPr sz="2400" dirty="0">
                <a:latin typeface="Tahoma"/>
                <a:cs typeface="Tahoma"/>
              </a:rPr>
              <a:t>a</a:t>
            </a:r>
            <a:r>
              <a:rPr sz="2400" spc="150" dirty="0">
                <a:latin typeface="Times New Roman"/>
                <a:cs typeface="Times New Roman"/>
              </a:rPr>
              <a:t> </a:t>
            </a:r>
            <a:r>
              <a:rPr sz="2400" spc="-5" dirty="0">
                <a:latin typeface="Tahoma"/>
                <a:cs typeface="Tahoma"/>
              </a:rPr>
              <a:t>time</a:t>
            </a:r>
            <a:endParaRPr sz="2400">
              <a:latin typeface="Tahoma"/>
              <a:cs typeface="Tahoma"/>
            </a:endParaRPr>
          </a:p>
          <a:p>
            <a:pPr marL="355600" indent="-342900">
              <a:spcBef>
                <a:spcPts val="1440"/>
              </a:spcBef>
              <a:buFont typeface="Tahoma"/>
              <a:buChar char="•"/>
              <a:tabLst>
                <a:tab pos="355600" algn="l"/>
              </a:tabLst>
            </a:pPr>
            <a:r>
              <a:rPr sz="2400" spc="-20" dirty="0">
                <a:latin typeface="Tahoma"/>
                <a:cs typeface="Tahoma"/>
              </a:rPr>
              <a:t>Gradua</a:t>
            </a:r>
            <a:r>
              <a:rPr sz="2400" spc="-10" dirty="0">
                <a:latin typeface="Tahoma"/>
                <a:cs typeface="Tahoma"/>
              </a:rPr>
              <a:t>l</a:t>
            </a:r>
            <a:r>
              <a:rPr sz="2400" spc="165" dirty="0">
                <a:latin typeface="Times New Roman"/>
                <a:cs typeface="Times New Roman"/>
              </a:rPr>
              <a:t> </a:t>
            </a:r>
            <a:r>
              <a:rPr sz="2400" spc="-20" dirty="0">
                <a:latin typeface="Tahoma"/>
                <a:cs typeface="Tahoma"/>
              </a:rPr>
              <a:t>chan</a:t>
            </a:r>
            <a:r>
              <a:rPr sz="2400" dirty="0">
                <a:latin typeface="Tahoma"/>
                <a:cs typeface="Tahoma"/>
              </a:rPr>
              <a:t>ge</a:t>
            </a:r>
            <a:r>
              <a:rPr sz="2400" spc="140" dirty="0">
                <a:latin typeface="Times New Roman"/>
                <a:cs typeface="Times New Roman"/>
              </a:rPr>
              <a:t> </a:t>
            </a:r>
            <a:r>
              <a:rPr sz="2400" spc="-15" dirty="0">
                <a:latin typeface="Tahoma"/>
                <a:cs typeface="Tahoma"/>
              </a:rPr>
              <a:t>and</a:t>
            </a:r>
            <a:r>
              <a:rPr sz="2400" spc="140" dirty="0">
                <a:latin typeface="Times New Roman"/>
                <a:cs typeface="Times New Roman"/>
              </a:rPr>
              <a:t> </a:t>
            </a:r>
            <a:r>
              <a:rPr sz="2400" spc="-15" dirty="0">
                <a:latin typeface="Tahoma"/>
                <a:cs typeface="Tahoma"/>
              </a:rPr>
              <a:t>imp</a:t>
            </a:r>
            <a:r>
              <a:rPr sz="2400" spc="-5" dirty="0">
                <a:latin typeface="Tahoma"/>
                <a:cs typeface="Tahoma"/>
              </a:rPr>
              <a:t>ro</a:t>
            </a:r>
            <a:r>
              <a:rPr sz="2400" spc="5" dirty="0">
                <a:latin typeface="Tahoma"/>
                <a:cs typeface="Tahoma"/>
              </a:rPr>
              <a:t>v</a:t>
            </a:r>
            <a:r>
              <a:rPr sz="2400" spc="-5" dirty="0">
                <a:latin typeface="Tahoma"/>
                <a:cs typeface="Tahoma"/>
              </a:rPr>
              <a:t>ement</a:t>
            </a:r>
            <a:r>
              <a:rPr sz="2400" dirty="0">
                <a:latin typeface="Tahoma"/>
                <a:cs typeface="Tahoma"/>
              </a:rPr>
              <a:t>s</a:t>
            </a:r>
            <a:r>
              <a:rPr sz="2400" spc="135" dirty="0">
                <a:latin typeface="Times New Roman"/>
                <a:cs typeface="Times New Roman"/>
              </a:rPr>
              <a:t> </a:t>
            </a:r>
            <a:r>
              <a:rPr sz="2400" spc="-15" dirty="0">
                <a:latin typeface="Tahoma"/>
                <a:cs typeface="Tahoma"/>
              </a:rPr>
              <a:t>(3</a:t>
            </a:r>
            <a:r>
              <a:rPr sz="2400" spc="155" dirty="0">
                <a:latin typeface="Times New Roman"/>
                <a:cs typeface="Times New Roman"/>
              </a:rPr>
              <a:t> </a:t>
            </a:r>
            <a:r>
              <a:rPr sz="2400" spc="-5" dirty="0">
                <a:latin typeface="Tahoma"/>
                <a:cs typeface="Tahoma"/>
              </a:rPr>
              <a:t>years)</a:t>
            </a:r>
            <a:endParaRPr sz="2400">
              <a:latin typeface="Tahoma"/>
              <a:cs typeface="Tahoma"/>
            </a:endParaRPr>
          </a:p>
          <a:p>
            <a:pPr marL="355600" indent="-342900">
              <a:spcBef>
                <a:spcPts val="1440"/>
              </a:spcBef>
              <a:buFont typeface="Tahoma"/>
              <a:buChar char="•"/>
              <a:tabLst>
                <a:tab pos="355600" algn="l"/>
              </a:tabLst>
            </a:pPr>
            <a:r>
              <a:rPr sz="2400" spc="-5" dirty="0">
                <a:latin typeface="Tahoma"/>
                <a:cs typeface="Tahoma"/>
              </a:rPr>
              <a:t>Suc</a:t>
            </a:r>
            <a:r>
              <a:rPr sz="2400" spc="-15" dirty="0">
                <a:latin typeface="Tahoma"/>
                <a:cs typeface="Tahoma"/>
              </a:rPr>
              <a:t>c</a:t>
            </a:r>
            <a:r>
              <a:rPr sz="2400" spc="-5" dirty="0">
                <a:latin typeface="Tahoma"/>
                <a:cs typeface="Tahoma"/>
              </a:rPr>
              <a:t>es</a:t>
            </a:r>
            <a:r>
              <a:rPr sz="2400" spc="-10" dirty="0">
                <a:latin typeface="Tahoma"/>
                <a:cs typeface="Tahoma"/>
              </a:rPr>
              <a:t>s</a:t>
            </a:r>
            <a:r>
              <a:rPr sz="2400" dirty="0">
                <a:latin typeface="Tahoma"/>
                <a:cs typeface="Tahoma"/>
              </a:rPr>
              <a:t>ive</a:t>
            </a:r>
            <a:r>
              <a:rPr sz="2400" spc="170" dirty="0">
                <a:latin typeface="Times New Roman"/>
                <a:cs typeface="Times New Roman"/>
              </a:rPr>
              <a:t> </a:t>
            </a:r>
            <a:r>
              <a:rPr sz="2400" dirty="0">
                <a:latin typeface="Tahoma"/>
                <a:cs typeface="Tahoma"/>
              </a:rPr>
              <a:t>appro</a:t>
            </a:r>
            <a:r>
              <a:rPr sz="2400" spc="-5" dirty="0">
                <a:latin typeface="Tahoma"/>
                <a:cs typeface="Tahoma"/>
              </a:rPr>
              <a:t>ximatio</a:t>
            </a:r>
            <a:r>
              <a:rPr sz="2400" spc="5" dirty="0">
                <a:latin typeface="Tahoma"/>
                <a:cs typeface="Tahoma"/>
              </a:rPr>
              <a:t>n</a:t>
            </a:r>
            <a:r>
              <a:rPr sz="2400" dirty="0">
                <a:latin typeface="Tahoma"/>
                <a:cs typeface="Tahoma"/>
              </a:rPr>
              <a:t>s</a:t>
            </a:r>
            <a:endParaRPr sz="2400">
              <a:latin typeface="Tahoma"/>
              <a:cs typeface="Tahoma"/>
            </a:endParaRPr>
          </a:p>
          <a:p>
            <a:pPr marL="355600" indent="-342900">
              <a:spcBef>
                <a:spcPts val="1440"/>
              </a:spcBef>
              <a:buFont typeface="Tahoma"/>
              <a:buChar char="•"/>
              <a:tabLst>
                <a:tab pos="355600" algn="l"/>
              </a:tabLst>
            </a:pPr>
            <a:r>
              <a:rPr sz="2400" spc="-15" dirty="0">
                <a:latin typeface="Tahoma"/>
                <a:cs typeface="Tahoma"/>
              </a:rPr>
              <a:t>Careful</a:t>
            </a:r>
            <a:r>
              <a:rPr sz="2400" spc="125" dirty="0">
                <a:latin typeface="Times New Roman"/>
                <a:cs typeface="Times New Roman"/>
              </a:rPr>
              <a:t> </a:t>
            </a:r>
            <a:r>
              <a:rPr sz="2400" spc="-5" dirty="0">
                <a:latin typeface="Tahoma"/>
                <a:cs typeface="Tahoma"/>
              </a:rPr>
              <a:t>co</a:t>
            </a:r>
            <a:r>
              <a:rPr sz="2400" spc="5" dirty="0">
                <a:latin typeface="Tahoma"/>
                <a:cs typeface="Tahoma"/>
              </a:rPr>
              <a:t>n</a:t>
            </a:r>
            <a:r>
              <a:rPr sz="2400" spc="-5" dirty="0">
                <a:latin typeface="Tahoma"/>
                <a:cs typeface="Tahoma"/>
              </a:rPr>
              <a:t>siderati</a:t>
            </a:r>
            <a:r>
              <a:rPr sz="2400" spc="10" dirty="0">
                <a:latin typeface="Tahoma"/>
                <a:cs typeface="Tahoma"/>
              </a:rPr>
              <a:t>o</a:t>
            </a:r>
            <a:r>
              <a:rPr sz="2400" spc="-15" dirty="0">
                <a:latin typeface="Tahoma"/>
                <a:cs typeface="Tahoma"/>
              </a:rPr>
              <a:t>n</a:t>
            </a:r>
            <a:r>
              <a:rPr sz="2400" spc="135" dirty="0">
                <a:latin typeface="Times New Roman"/>
                <a:cs typeface="Times New Roman"/>
              </a:rPr>
              <a:t> </a:t>
            </a:r>
            <a:r>
              <a:rPr sz="2400" dirty="0">
                <a:latin typeface="Tahoma"/>
                <a:cs typeface="Tahoma"/>
              </a:rPr>
              <a:t>of</a:t>
            </a:r>
            <a:r>
              <a:rPr sz="2400" spc="135" dirty="0">
                <a:latin typeface="Times New Roman"/>
                <a:cs typeface="Times New Roman"/>
              </a:rPr>
              <a:t> </a:t>
            </a:r>
            <a:r>
              <a:rPr sz="2400" spc="-10" dirty="0">
                <a:latin typeface="Tahoma"/>
                <a:cs typeface="Tahoma"/>
              </a:rPr>
              <a:t>legal</a:t>
            </a:r>
            <a:r>
              <a:rPr sz="2400" spc="140" dirty="0">
                <a:latin typeface="Times New Roman"/>
                <a:cs typeface="Times New Roman"/>
              </a:rPr>
              <a:t> </a:t>
            </a:r>
            <a:r>
              <a:rPr sz="2400" spc="-15" dirty="0">
                <a:latin typeface="Tahoma"/>
                <a:cs typeface="Tahoma"/>
              </a:rPr>
              <a:t>and</a:t>
            </a:r>
            <a:r>
              <a:rPr sz="2400" spc="155" dirty="0">
                <a:latin typeface="Times New Roman"/>
                <a:cs typeface="Times New Roman"/>
              </a:rPr>
              <a:t> </a:t>
            </a:r>
            <a:r>
              <a:rPr sz="2400" spc="-15" dirty="0">
                <a:latin typeface="Tahoma"/>
                <a:cs typeface="Tahoma"/>
              </a:rPr>
              <a:t>labor</a:t>
            </a:r>
            <a:r>
              <a:rPr sz="2400" spc="125" dirty="0">
                <a:latin typeface="Times New Roman"/>
                <a:cs typeface="Times New Roman"/>
              </a:rPr>
              <a:t> </a:t>
            </a:r>
            <a:r>
              <a:rPr sz="2400" spc="-5" dirty="0">
                <a:latin typeface="Tahoma"/>
                <a:cs typeface="Tahoma"/>
              </a:rPr>
              <a:t>restrictio</a:t>
            </a:r>
            <a:r>
              <a:rPr sz="2400" spc="10" dirty="0">
                <a:latin typeface="Tahoma"/>
                <a:cs typeface="Tahoma"/>
              </a:rPr>
              <a:t>n</a:t>
            </a:r>
            <a:r>
              <a:rPr sz="2400" dirty="0">
                <a:latin typeface="Tahoma"/>
                <a:cs typeface="Tahoma"/>
              </a:rPr>
              <a:t>s</a:t>
            </a:r>
            <a:endParaRPr sz="2400">
              <a:latin typeface="Tahoma"/>
              <a:cs typeface="Tahoma"/>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587815"/>
            <a:ext cx="10515600" cy="880182"/>
          </a:xfrm>
          <a:prstGeom prst="rect">
            <a:avLst/>
          </a:prstGeom>
        </p:spPr>
        <p:txBody>
          <a:bodyPr vert="horz" wrap="square" lIns="0" tIns="201110" rIns="0" bIns="0" rtlCol="0" anchor="ctr">
            <a:spAutoFit/>
          </a:bodyPr>
          <a:lstStyle/>
          <a:p>
            <a:pPr marL="2151380">
              <a:lnSpc>
                <a:spcPct val="100000"/>
              </a:lnSpc>
            </a:pPr>
            <a:r>
              <a:rPr spc="-20" dirty="0">
                <a:latin typeface="Arial"/>
                <a:cs typeface="Arial"/>
              </a:rPr>
              <a:t>Imp</a:t>
            </a:r>
            <a:r>
              <a:rPr spc="-5" dirty="0">
                <a:latin typeface="Arial"/>
                <a:cs typeface="Arial"/>
              </a:rPr>
              <a:t>l</a:t>
            </a:r>
            <a:r>
              <a:rPr spc="-25" dirty="0">
                <a:latin typeface="Arial"/>
                <a:cs typeface="Arial"/>
              </a:rPr>
              <a:t>em</a:t>
            </a:r>
            <a:r>
              <a:rPr spc="-15" dirty="0">
                <a:latin typeface="Arial"/>
                <a:cs typeface="Arial"/>
              </a:rPr>
              <a:t>e</a:t>
            </a:r>
            <a:r>
              <a:rPr spc="-20" dirty="0">
                <a:latin typeface="Arial"/>
                <a:cs typeface="Arial"/>
              </a:rPr>
              <a:t>nt</a:t>
            </a:r>
            <a:r>
              <a:rPr spc="-10" dirty="0">
                <a:latin typeface="Arial"/>
                <a:cs typeface="Arial"/>
              </a:rPr>
              <a:t>ati</a:t>
            </a:r>
            <a:r>
              <a:rPr spc="-15" dirty="0">
                <a:latin typeface="Arial"/>
                <a:cs typeface="Arial"/>
              </a:rPr>
              <a:t>o</a:t>
            </a:r>
            <a:r>
              <a:rPr spc="-25" dirty="0">
                <a:latin typeface="Arial"/>
                <a:cs typeface="Arial"/>
              </a:rPr>
              <a:t>n</a:t>
            </a:r>
            <a:r>
              <a:rPr spc="-10" dirty="0">
                <a:latin typeface="Arial"/>
                <a:cs typeface="Arial"/>
              </a:rPr>
              <a:t>:</a:t>
            </a:r>
            <a:r>
              <a:rPr spc="95" dirty="0">
                <a:latin typeface="Times New Roman"/>
                <a:cs typeface="Times New Roman"/>
              </a:rPr>
              <a:t> </a:t>
            </a:r>
            <a:r>
              <a:rPr spc="-20" dirty="0">
                <a:latin typeface="Arial"/>
                <a:cs typeface="Arial"/>
              </a:rPr>
              <a:t>App</a:t>
            </a:r>
            <a:r>
              <a:rPr spc="-5" dirty="0">
                <a:latin typeface="Arial"/>
                <a:cs typeface="Arial"/>
              </a:rPr>
              <a:t>r</a:t>
            </a:r>
            <a:r>
              <a:rPr spc="-25" dirty="0">
                <a:latin typeface="Arial"/>
                <a:cs typeface="Arial"/>
              </a:rPr>
              <a:t>o</a:t>
            </a:r>
            <a:r>
              <a:rPr spc="-15" dirty="0">
                <a:latin typeface="Arial"/>
                <a:cs typeface="Arial"/>
              </a:rPr>
              <a:t>ach</a:t>
            </a:r>
          </a:p>
        </p:txBody>
      </p:sp>
      <p:sp>
        <p:nvSpPr>
          <p:cNvPr id="4" name="object 4"/>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
        <p:nvSpPr>
          <p:cNvPr id="3" name="object 3"/>
          <p:cNvSpPr txBox="1"/>
          <p:nvPr/>
        </p:nvSpPr>
        <p:spPr>
          <a:xfrm>
            <a:off x="1799642" y="1855161"/>
            <a:ext cx="8592185" cy="2908489"/>
          </a:xfrm>
          <a:prstGeom prst="rect">
            <a:avLst/>
          </a:prstGeom>
        </p:spPr>
        <p:txBody>
          <a:bodyPr vert="horz" wrap="square" lIns="0" tIns="0" rIns="0" bIns="0" rtlCol="0">
            <a:spAutoFit/>
          </a:bodyPr>
          <a:lstStyle/>
          <a:p>
            <a:pPr marL="355600" indent="-342900">
              <a:lnSpc>
                <a:spcPts val="2735"/>
              </a:lnSpc>
              <a:buFont typeface="Tahoma"/>
              <a:buChar char="•"/>
              <a:tabLst>
                <a:tab pos="355600" algn="l"/>
              </a:tabLst>
            </a:pPr>
            <a:r>
              <a:rPr sz="2400" dirty="0">
                <a:latin typeface="Tahoma"/>
                <a:cs typeface="Tahoma"/>
              </a:rPr>
              <a:t>Assure</a:t>
            </a:r>
            <a:r>
              <a:rPr sz="2400" spc="140" dirty="0">
                <a:latin typeface="Times New Roman"/>
                <a:cs typeface="Times New Roman"/>
              </a:rPr>
              <a:t> </a:t>
            </a:r>
            <a:r>
              <a:rPr sz="2400" spc="-10" dirty="0">
                <a:latin typeface="Tahoma"/>
                <a:cs typeface="Tahoma"/>
              </a:rPr>
              <a:t>p</a:t>
            </a:r>
            <a:r>
              <a:rPr sz="2400" spc="-5" dirty="0">
                <a:latin typeface="Tahoma"/>
                <a:cs typeface="Tahoma"/>
              </a:rPr>
              <a:t>erson</a:t>
            </a:r>
            <a:r>
              <a:rPr sz="2400" spc="10" dirty="0">
                <a:latin typeface="Tahoma"/>
                <a:cs typeface="Tahoma"/>
              </a:rPr>
              <a:t>n</a:t>
            </a:r>
            <a:r>
              <a:rPr sz="2400" spc="-20" dirty="0">
                <a:latin typeface="Tahoma"/>
                <a:cs typeface="Tahoma"/>
              </a:rPr>
              <a:t>e</a:t>
            </a:r>
            <a:r>
              <a:rPr sz="2400" spc="-10" dirty="0">
                <a:latin typeface="Tahoma"/>
                <a:cs typeface="Tahoma"/>
              </a:rPr>
              <a:t>l</a:t>
            </a:r>
            <a:r>
              <a:rPr sz="2400" spc="130" dirty="0">
                <a:latin typeface="Times New Roman"/>
                <a:cs typeface="Times New Roman"/>
              </a:rPr>
              <a:t> </a:t>
            </a:r>
            <a:r>
              <a:rPr sz="2400" spc="-5" dirty="0">
                <a:latin typeface="Tahoma"/>
                <a:cs typeface="Tahoma"/>
              </a:rPr>
              <a:t>tha</a:t>
            </a:r>
            <a:r>
              <a:rPr sz="2400" dirty="0">
                <a:latin typeface="Tahoma"/>
                <a:cs typeface="Tahoma"/>
              </a:rPr>
              <a:t>t</a:t>
            </a:r>
            <a:r>
              <a:rPr sz="2400" spc="140" dirty="0">
                <a:latin typeface="Times New Roman"/>
                <a:cs typeface="Times New Roman"/>
              </a:rPr>
              <a:t> </a:t>
            </a:r>
            <a:r>
              <a:rPr sz="2400" spc="-15" dirty="0">
                <a:latin typeface="Tahoma"/>
                <a:cs typeface="Tahoma"/>
              </a:rPr>
              <a:t>d</a:t>
            </a:r>
            <a:r>
              <a:rPr sz="2400" spc="-10" dirty="0">
                <a:latin typeface="Tahoma"/>
                <a:cs typeface="Tahoma"/>
              </a:rPr>
              <a:t>u</a:t>
            </a:r>
            <a:r>
              <a:rPr sz="2400" spc="-15" dirty="0">
                <a:latin typeface="Tahoma"/>
                <a:cs typeface="Tahoma"/>
              </a:rPr>
              <a:t>ring</a:t>
            </a:r>
            <a:r>
              <a:rPr sz="2400" spc="130" dirty="0">
                <a:latin typeface="Times New Roman"/>
                <a:cs typeface="Times New Roman"/>
              </a:rPr>
              <a:t> </a:t>
            </a:r>
            <a:r>
              <a:rPr sz="2400" spc="-5" dirty="0">
                <a:latin typeface="Tahoma"/>
                <a:cs typeface="Tahoma"/>
              </a:rPr>
              <a:t>th</a:t>
            </a:r>
            <a:r>
              <a:rPr sz="2400" dirty="0">
                <a:latin typeface="Tahoma"/>
                <a:cs typeface="Tahoma"/>
              </a:rPr>
              <a:t>e</a:t>
            </a:r>
            <a:r>
              <a:rPr sz="2400" spc="150" dirty="0">
                <a:latin typeface="Times New Roman"/>
                <a:cs typeface="Times New Roman"/>
              </a:rPr>
              <a:t> </a:t>
            </a:r>
            <a:r>
              <a:rPr sz="2400" spc="-20" dirty="0">
                <a:latin typeface="Tahoma"/>
                <a:cs typeface="Tahoma"/>
              </a:rPr>
              <a:t>chan</a:t>
            </a:r>
            <a:r>
              <a:rPr sz="2400" spc="-5" dirty="0">
                <a:latin typeface="Tahoma"/>
                <a:cs typeface="Tahoma"/>
              </a:rPr>
              <a:t>g</a:t>
            </a:r>
            <a:r>
              <a:rPr sz="2400" dirty="0">
                <a:latin typeface="Tahoma"/>
                <a:cs typeface="Tahoma"/>
              </a:rPr>
              <a:t>e</a:t>
            </a:r>
            <a:r>
              <a:rPr sz="2400" spc="140" dirty="0">
                <a:latin typeface="Times New Roman"/>
                <a:cs typeface="Times New Roman"/>
              </a:rPr>
              <a:t> </a:t>
            </a:r>
            <a:r>
              <a:rPr sz="2400" spc="-15" dirty="0">
                <a:latin typeface="Tahoma"/>
                <a:cs typeface="Tahoma"/>
              </a:rPr>
              <a:t>period</a:t>
            </a:r>
            <a:r>
              <a:rPr sz="2400" spc="135" dirty="0">
                <a:latin typeface="Times New Roman"/>
                <a:cs typeface="Times New Roman"/>
              </a:rPr>
              <a:t> </a:t>
            </a:r>
            <a:r>
              <a:rPr sz="2400" spc="-15" dirty="0">
                <a:latin typeface="Tahoma"/>
                <a:cs typeface="Tahoma"/>
              </a:rPr>
              <a:t>no</a:t>
            </a:r>
            <a:r>
              <a:rPr sz="2400" spc="135" dirty="0">
                <a:latin typeface="Times New Roman"/>
                <a:cs typeface="Times New Roman"/>
              </a:rPr>
              <a:t> </a:t>
            </a:r>
            <a:r>
              <a:rPr sz="2400" spc="-15" dirty="0">
                <a:latin typeface="Tahoma"/>
                <a:cs typeface="Tahoma"/>
              </a:rPr>
              <a:t>o</a:t>
            </a:r>
            <a:r>
              <a:rPr sz="2400" spc="-10" dirty="0">
                <a:latin typeface="Tahoma"/>
                <a:cs typeface="Tahoma"/>
              </a:rPr>
              <a:t>n</a:t>
            </a:r>
            <a:r>
              <a:rPr sz="2400" dirty="0">
                <a:latin typeface="Tahoma"/>
                <a:cs typeface="Tahoma"/>
              </a:rPr>
              <a:t>e</a:t>
            </a:r>
            <a:r>
              <a:rPr sz="2400" spc="140" dirty="0">
                <a:latin typeface="Times New Roman"/>
                <a:cs typeface="Times New Roman"/>
              </a:rPr>
              <a:t> </a:t>
            </a:r>
            <a:r>
              <a:rPr sz="2400" spc="-15" dirty="0">
                <a:latin typeface="Tahoma"/>
                <a:cs typeface="Tahoma"/>
              </a:rPr>
              <a:t>will</a:t>
            </a:r>
            <a:endParaRPr sz="2400">
              <a:latin typeface="Tahoma"/>
              <a:cs typeface="Tahoma"/>
            </a:endParaRPr>
          </a:p>
          <a:p>
            <a:pPr marL="355600">
              <a:lnSpc>
                <a:spcPts val="2735"/>
              </a:lnSpc>
            </a:pPr>
            <a:r>
              <a:rPr sz="2400" dirty="0">
                <a:latin typeface="Tahoma"/>
                <a:cs typeface="Tahoma"/>
              </a:rPr>
              <a:t>“lo</a:t>
            </a:r>
            <a:r>
              <a:rPr sz="2400" spc="5" dirty="0">
                <a:latin typeface="Tahoma"/>
                <a:cs typeface="Tahoma"/>
              </a:rPr>
              <a:t>o</a:t>
            </a:r>
            <a:r>
              <a:rPr sz="2400" dirty="0">
                <a:latin typeface="Tahoma"/>
                <a:cs typeface="Tahoma"/>
              </a:rPr>
              <a:t>se”</a:t>
            </a:r>
            <a:endParaRPr sz="2400">
              <a:latin typeface="Tahoma"/>
              <a:cs typeface="Tahoma"/>
            </a:endParaRPr>
          </a:p>
          <a:p>
            <a:pPr marL="355600" indent="-342900">
              <a:lnSpc>
                <a:spcPts val="2735"/>
              </a:lnSpc>
              <a:spcBef>
                <a:spcPts val="1150"/>
              </a:spcBef>
              <a:buFont typeface="Tahoma"/>
              <a:buChar char="•"/>
              <a:tabLst>
                <a:tab pos="355600" algn="l"/>
              </a:tabLst>
            </a:pPr>
            <a:r>
              <a:rPr sz="2400" dirty="0">
                <a:latin typeface="Tahoma"/>
                <a:cs typeface="Tahoma"/>
              </a:rPr>
              <a:t>Clear</a:t>
            </a:r>
            <a:r>
              <a:rPr sz="2400" spc="130" dirty="0">
                <a:latin typeface="Times New Roman"/>
                <a:cs typeface="Times New Roman"/>
              </a:rPr>
              <a:t> </a:t>
            </a:r>
            <a:r>
              <a:rPr sz="2400" dirty="0">
                <a:latin typeface="Tahoma"/>
                <a:cs typeface="Tahoma"/>
              </a:rPr>
              <a:t>gro</a:t>
            </a:r>
            <a:r>
              <a:rPr sz="2400" spc="5" dirty="0">
                <a:latin typeface="Tahoma"/>
                <a:cs typeface="Tahoma"/>
              </a:rPr>
              <a:t>u</a:t>
            </a:r>
            <a:r>
              <a:rPr sz="2400" dirty="0">
                <a:latin typeface="Tahoma"/>
                <a:cs typeface="Tahoma"/>
              </a:rPr>
              <a:t>p</a:t>
            </a:r>
            <a:r>
              <a:rPr sz="2400" spc="120" dirty="0">
                <a:latin typeface="Times New Roman"/>
                <a:cs typeface="Times New Roman"/>
              </a:rPr>
              <a:t> </a:t>
            </a:r>
            <a:r>
              <a:rPr sz="2400" dirty="0">
                <a:latin typeface="Tahoma"/>
                <a:cs typeface="Tahoma"/>
              </a:rPr>
              <a:t>un</a:t>
            </a:r>
            <a:r>
              <a:rPr sz="2400" spc="5" dirty="0">
                <a:latin typeface="Tahoma"/>
                <a:cs typeface="Tahoma"/>
              </a:rPr>
              <a:t>d</a:t>
            </a:r>
            <a:r>
              <a:rPr sz="2400" spc="-5" dirty="0">
                <a:latin typeface="Tahoma"/>
                <a:cs typeface="Tahoma"/>
              </a:rPr>
              <a:t>er</a:t>
            </a:r>
            <a:r>
              <a:rPr sz="2400" spc="-10" dirty="0">
                <a:latin typeface="Tahoma"/>
                <a:cs typeface="Tahoma"/>
              </a:rPr>
              <a:t>s</a:t>
            </a:r>
            <a:r>
              <a:rPr sz="2400" spc="-5" dirty="0">
                <a:latin typeface="Tahoma"/>
                <a:cs typeface="Tahoma"/>
              </a:rPr>
              <a:t>tan</a:t>
            </a:r>
            <a:r>
              <a:rPr sz="2400" spc="5" dirty="0">
                <a:latin typeface="Tahoma"/>
                <a:cs typeface="Tahoma"/>
              </a:rPr>
              <a:t>d</a:t>
            </a:r>
            <a:r>
              <a:rPr sz="2400" dirty="0">
                <a:latin typeface="Tahoma"/>
                <a:cs typeface="Tahoma"/>
              </a:rPr>
              <a:t>ing</a:t>
            </a:r>
            <a:r>
              <a:rPr sz="2400" spc="114" dirty="0">
                <a:latin typeface="Times New Roman"/>
                <a:cs typeface="Times New Roman"/>
              </a:rPr>
              <a:t> </a:t>
            </a:r>
            <a:r>
              <a:rPr sz="2400" dirty="0">
                <a:latin typeface="Tahoma"/>
                <a:cs typeface="Tahoma"/>
              </a:rPr>
              <a:t>and</a:t>
            </a:r>
            <a:r>
              <a:rPr sz="2400" spc="150" dirty="0">
                <a:latin typeface="Times New Roman"/>
                <a:cs typeface="Times New Roman"/>
              </a:rPr>
              <a:t> </a:t>
            </a:r>
            <a:r>
              <a:rPr sz="2400" dirty="0">
                <a:latin typeface="Tahoma"/>
                <a:cs typeface="Tahoma"/>
              </a:rPr>
              <a:t>agre</a:t>
            </a:r>
            <a:r>
              <a:rPr sz="2400" spc="-10" dirty="0">
                <a:latin typeface="Tahoma"/>
                <a:cs typeface="Tahoma"/>
              </a:rPr>
              <a:t>e</a:t>
            </a:r>
            <a:r>
              <a:rPr sz="2400" dirty="0">
                <a:latin typeface="Tahoma"/>
                <a:cs typeface="Tahoma"/>
              </a:rPr>
              <a:t>ment</a:t>
            </a:r>
            <a:r>
              <a:rPr sz="2400" spc="125" dirty="0">
                <a:latin typeface="Times New Roman"/>
                <a:cs typeface="Times New Roman"/>
              </a:rPr>
              <a:t> </a:t>
            </a:r>
            <a:r>
              <a:rPr sz="2400" spc="-5" dirty="0">
                <a:latin typeface="Tahoma"/>
                <a:cs typeface="Tahoma"/>
              </a:rPr>
              <a:t>tha</a:t>
            </a:r>
            <a:r>
              <a:rPr sz="2400" dirty="0">
                <a:latin typeface="Tahoma"/>
                <a:cs typeface="Tahoma"/>
              </a:rPr>
              <a:t>t</a:t>
            </a:r>
            <a:r>
              <a:rPr sz="2400" spc="155" dirty="0">
                <a:latin typeface="Times New Roman"/>
                <a:cs typeface="Times New Roman"/>
              </a:rPr>
              <a:t> </a:t>
            </a:r>
            <a:r>
              <a:rPr sz="2400" dirty="0">
                <a:latin typeface="Tahoma"/>
                <a:cs typeface="Tahoma"/>
              </a:rPr>
              <a:t>profile</a:t>
            </a:r>
            <a:r>
              <a:rPr sz="2400" spc="114" dirty="0">
                <a:latin typeface="Times New Roman"/>
                <a:cs typeface="Times New Roman"/>
              </a:rPr>
              <a:t> </a:t>
            </a:r>
            <a:r>
              <a:rPr sz="2400" spc="-5" dirty="0">
                <a:latin typeface="Tahoma"/>
                <a:cs typeface="Tahoma"/>
              </a:rPr>
              <a:t>will</a:t>
            </a:r>
            <a:endParaRPr sz="2400">
              <a:latin typeface="Tahoma"/>
              <a:cs typeface="Tahoma"/>
            </a:endParaRPr>
          </a:p>
          <a:p>
            <a:pPr marL="355600">
              <a:lnSpc>
                <a:spcPts val="2735"/>
              </a:lnSpc>
            </a:pPr>
            <a:r>
              <a:rPr sz="2400" spc="-20" dirty="0">
                <a:latin typeface="Tahoma"/>
                <a:cs typeface="Tahoma"/>
              </a:rPr>
              <a:t>cha</a:t>
            </a:r>
            <a:r>
              <a:rPr sz="2400" spc="-10" dirty="0">
                <a:latin typeface="Tahoma"/>
                <a:cs typeface="Tahoma"/>
              </a:rPr>
              <a:t>n</a:t>
            </a:r>
            <a:r>
              <a:rPr sz="2400" dirty="0">
                <a:latin typeface="Tahoma"/>
                <a:cs typeface="Tahoma"/>
              </a:rPr>
              <a:t>ge</a:t>
            </a:r>
            <a:r>
              <a:rPr sz="2400" spc="145" dirty="0">
                <a:latin typeface="Times New Roman"/>
                <a:cs typeface="Times New Roman"/>
              </a:rPr>
              <a:t> </a:t>
            </a:r>
            <a:r>
              <a:rPr sz="2400" spc="-10" dirty="0">
                <a:latin typeface="Tahoma"/>
                <a:cs typeface="Tahoma"/>
              </a:rPr>
              <a:t>periodically,</a:t>
            </a:r>
            <a:r>
              <a:rPr sz="2400" spc="125" dirty="0">
                <a:latin typeface="Times New Roman"/>
                <a:cs typeface="Times New Roman"/>
              </a:rPr>
              <a:t> </a:t>
            </a:r>
            <a:r>
              <a:rPr sz="2400" spc="-5" dirty="0">
                <a:latin typeface="Tahoma"/>
                <a:cs typeface="Tahoma"/>
              </a:rPr>
              <a:t>t</a:t>
            </a:r>
            <a:r>
              <a:rPr sz="2400" dirty="0">
                <a:latin typeface="Tahoma"/>
                <a:cs typeface="Tahoma"/>
              </a:rPr>
              <a:t>o</a:t>
            </a:r>
            <a:r>
              <a:rPr sz="2400" spc="155" dirty="0">
                <a:latin typeface="Times New Roman"/>
                <a:cs typeface="Times New Roman"/>
              </a:rPr>
              <a:t> </a:t>
            </a:r>
            <a:r>
              <a:rPr sz="2400" spc="-5" dirty="0">
                <a:latin typeface="Tahoma"/>
                <a:cs typeface="Tahoma"/>
              </a:rPr>
              <a:t>fi</a:t>
            </a:r>
            <a:r>
              <a:rPr sz="2400" dirty="0">
                <a:latin typeface="Tahoma"/>
                <a:cs typeface="Tahoma"/>
              </a:rPr>
              <a:t>t</a:t>
            </a:r>
            <a:r>
              <a:rPr sz="2400" spc="135" dirty="0">
                <a:latin typeface="Times New Roman"/>
                <a:cs typeface="Times New Roman"/>
              </a:rPr>
              <a:t> </a:t>
            </a:r>
            <a:r>
              <a:rPr sz="2400" spc="-5" dirty="0">
                <a:latin typeface="Tahoma"/>
                <a:cs typeface="Tahoma"/>
              </a:rPr>
              <a:t>equa</a:t>
            </a:r>
            <a:r>
              <a:rPr sz="2400" spc="10" dirty="0">
                <a:latin typeface="Tahoma"/>
                <a:cs typeface="Tahoma"/>
              </a:rPr>
              <a:t>t</a:t>
            </a:r>
            <a:r>
              <a:rPr sz="2400" spc="-15" dirty="0">
                <a:latin typeface="Tahoma"/>
                <a:cs typeface="Tahoma"/>
              </a:rPr>
              <a:t>ion</a:t>
            </a:r>
            <a:endParaRPr sz="2400">
              <a:latin typeface="Tahoma"/>
              <a:cs typeface="Tahoma"/>
            </a:endParaRPr>
          </a:p>
          <a:p>
            <a:pPr marL="355600" indent="-342900">
              <a:lnSpc>
                <a:spcPts val="2735"/>
              </a:lnSpc>
              <a:spcBef>
                <a:spcPts val="1150"/>
              </a:spcBef>
              <a:buFont typeface="Tahoma"/>
              <a:buChar char="•"/>
              <a:tabLst>
                <a:tab pos="355600" algn="l"/>
              </a:tabLst>
            </a:pPr>
            <a:r>
              <a:rPr sz="2400" dirty="0">
                <a:latin typeface="Tahoma"/>
                <a:cs typeface="Tahoma"/>
              </a:rPr>
              <a:t>Agreement</a:t>
            </a:r>
            <a:r>
              <a:rPr sz="2400" spc="120" dirty="0">
                <a:latin typeface="Times New Roman"/>
                <a:cs typeface="Times New Roman"/>
              </a:rPr>
              <a:t> </a:t>
            </a:r>
            <a:r>
              <a:rPr sz="2400" spc="-5" dirty="0">
                <a:latin typeface="Tahoma"/>
                <a:cs typeface="Tahoma"/>
              </a:rPr>
              <a:t>tha</a:t>
            </a:r>
            <a:r>
              <a:rPr sz="2400" dirty="0">
                <a:latin typeface="Tahoma"/>
                <a:cs typeface="Tahoma"/>
              </a:rPr>
              <a:t>t</a:t>
            </a:r>
            <a:r>
              <a:rPr sz="2400" spc="160" dirty="0">
                <a:latin typeface="Times New Roman"/>
                <a:cs typeface="Times New Roman"/>
              </a:rPr>
              <a:t> </a:t>
            </a:r>
            <a:r>
              <a:rPr sz="2400" spc="-15" dirty="0">
                <a:latin typeface="Tahoma"/>
                <a:cs typeface="Tahoma"/>
              </a:rPr>
              <a:t>any</a:t>
            </a:r>
            <a:r>
              <a:rPr sz="2400" spc="150" dirty="0">
                <a:latin typeface="Times New Roman"/>
                <a:cs typeface="Times New Roman"/>
              </a:rPr>
              <a:t> </a:t>
            </a:r>
            <a:r>
              <a:rPr sz="2400" spc="-15" dirty="0">
                <a:latin typeface="Tahoma"/>
                <a:cs typeface="Tahoma"/>
              </a:rPr>
              <a:t>no</a:t>
            </a:r>
            <a:r>
              <a:rPr sz="2400" dirty="0">
                <a:latin typeface="Tahoma"/>
                <a:cs typeface="Tahoma"/>
              </a:rPr>
              <a:t>n-</a:t>
            </a:r>
            <a:r>
              <a:rPr sz="2400" spc="-5" dirty="0">
                <a:latin typeface="Tahoma"/>
                <a:cs typeface="Tahoma"/>
              </a:rPr>
              <a:t>sens</a:t>
            </a:r>
            <a:r>
              <a:rPr sz="2400" dirty="0">
                <a:latin typeface="Tahoma"/>
                <a:cs typeface="Tahoma"/>
              </a:rPr>
              <a:t>e</a:t>
            </a:r>
            <a:r>
              <a:rPr sz="2400" spc="130" dirty="0">
                <a:latin typeface="Times New Roman"/>
                <a:cs typeface="Times New Roman"/>
              </a:rPr>
              <a:t> </a:t>
            </a:r>
            <a:r>
              <a:rPr sz="2400" spc="-5" dirty="0">
                <a:latin typeface="Tahoma"/>
                <a:cs typeface="Tahoma"/>
              </a:rPr>
              <a:t>resul</a:t>
            </a:r>
            <a:r>
              <a:rPr sz="2400" dirty="0">
                <a:latin typeface="Tahoma"/>
                <a:cs typeface="Tahoma"/>
              </a:rPr>
              <a:t>t</a:t>
            </a:r>
            <a:r>
              <a:rPr sz="2400" spc="165" dirty="0">
                <a:latin typeface="Times New Roman"/>
                <a:cs typeface="Times New Roman"/>
              </a:rPr>
              <a:t> </a:t>
            </a:r>
            <a:r>
              <a:rPr sz="2400" spc="-15" dirty="0">
                <a:latin typeface="Tahoma"/>
                <a:cs typeface="Tahoma"/>
              </a:rPr>
              <a:t>wil</a:t>
            </a:r>
            <a:r>
              <a:rPr sz="2400" spc="-10" dirty="0">
                <a:latin typeface="Tahoma"/>
                <a:cs typeface="Tahoma"/>
              </a:rPr>
              <a:t>l</a:t>
            </a:r>
            <a:r>
              <a:rPr sz="2400" spc="160" dirty="0">
                <a:latin typeface="Times New Roman"/>
                <a:cs typeface="Times New Roman"/>
              </a:rPr>
              <a:t> </a:t>
            </a:r>
            <a:r>
              <a:rPr sz="2400" dirty="0">
                <a:latin typeface="Tahoma"/>
                <a:cs typeface="Tahoma"/>
              </a:rPr>
              <a:t>be</a:t>
            </a:r>
            <a:r>
              <a:rPr sz="2400" spc="145" dirty="0">
                <a:latin typeface="Times New Roman"/>
                <a:cs typeface="Times New Roman"/>
              </a:rPr>
              <a:t> </a:t>
            </a:r>
            <a:r>
              <a:rPr sz="2400" spc="-10" dirty="0">
                <a:latin typeface="Tahoma"/>
                <a:cs typeface="Tahoma"/>
              </a:rPr>
              <a:t>c</a:t>
            </a:r>
            <a:r>
              <a:rPr sz="2400" dirty="0">
                <a:latin typeface="Tahoma"/>
                <a:cs typeface="Tahoma"/>
              </a:rPr>
              <a:t>orrected</a:t>
            </a:r>
            <a:r>
              <a:rPr sz="2400" spc="145" dirty="0">
                <a:latin typeface="Times New Roman"/>
                <a:cs typeface="Times New Roman"/>
              </a:rPr>
              <a:t> </a:t>
            </a:r>
            <a:r>
              <a:rPr sz="2400" spc="-15" dirty="0">
                <a:latin typeface="Tahoma"/>
                <a:cs typeface="Tahoma"/>
              </a:rPr>
              <a:t>(up</a:t>
            </a:r>
            <a:r>
              <a:rPr sz="2400" spc="160" dirty="0">
                <a:latin typeface="Times New Roman"/>
                <a:cs typeface="Times New Roman"/>
              </a:rPr>
              <a:t> </a:t>
            </a:r>
            <a:r>
              <a:rPr sz="2400" dirty="0">
                <a:latin typeface="Tahoma"/>
                <a:cs typeface="Tahoma"/>
              </a:rPr>
              <a:t>or</a:t>
            </a:r>
            <a:endParaRPr sz="2400">
              <a:latin typeface="Tahoma"/>
              <a:cs typeface="Tahoma"/>
            </a:endParaRPr>
          </a:p>
          <a:p>
            <a:pPr marL="355600">
              <a:lnSpc>
                <a:spcPts val="2735"/>
              </a:lnSpc>
            </a:pPr>
            <a:r>
              <a:rPr sz="2400" dirty="0">
                <a:latin typeface="Tahoma"/>
                <a:cs typeface="Tahoma"/>
              </a:rPr>
              <a:t>down)</a:t>
            </a:r>
            <a:endParaRPr sz="2400">
              <a:latin typeface="Tahoma"/>
              <a:cs typeface="Tahoma"/>
            </a:endParaRPr>
          </a:p>
          <a:p>
            <a:pPr marL="355600" indent="-342900">
              <a:spcBef>
                <a:spcPts val="1155"/>
              </a:spcBef>
              <a:buFont typeface="Tahoma"/>
              <a:buChar char="•"/>
              <a:tabLst>
                <a:tab pos="355600" algn="l"/>
              </a:tabLst>
            </a:pPr>
            <a:r>
              <a:rPr sz="2400" dirty="0">
                <a:latin typeface="Tahoma"/>
                <a:cs typeface="Tahoma"/>
              </a:rPr>
              <a:t>Agreement</a:t>
            </a:r>
            <a:r>
              <a:rPr sz="2400" spc="120" dirty="0">
                <a:latin typeface="Times New Roman"/>
                <a:cs typeface="Times New Roman"/>
              </a:rPr>
              <a:t> </a:t>
            </a:r>
            <a:r>
              <a:rPr sz="2400" spc="-15" dirty="0">
                <a:latin typeface="Tahoma"/>
                <a:cs typeface="Tahoma"/>
              </a:rPr>
              <a:t>on</a:t>
            </a:r>
            <a:r>
              <a:rPr sz="2400" spc="140" dirty="0">
                <a:latin typeface="Times New Roman"/>
                <a:cs typeface="Times New Roman"/>
              </a:rPr>
              <a:t> </a:t>
            </a:r>
            <a:r>
              <a:rPr sz="2400" spc="-15" dirty="0">
                <a:latin typeface="Tahoma"/>
                <a:cs typeface="Tahoma"/>
              </a:rPr>
              <a:t>h</a:t>
            </a:r>
            <a:r>
              <a:rPr sz="2400" spc="-10" dirty="0">
                <a:latin typeface="Tahoma"/>
                <a:cs typeface="Tahoma"/>
              </a:rPr>
              <a:t>o</a:t>
            </a:r>
            <a:r>
              <a:rPr sz="2400" dirty="0">
                <a:latin typeface="Tahoma"/>
                <a:cs typeface="Tahoma"/>
              </a:rPr>
              <a:t>w</a:t>
            </a:r>
            <a:r>
              <a:rPr sz="2400" spc="150" dirty="0">
                <a:latin typeface="Times New Roman"/>
                <a:cs typeface="Times New Roman"/>
              </a:rPr>
              <a:t> </a:t>
            </a:r>
            <a:r>
              <a:rPr sz="2400" spc="-5" dirty="0">
                <a:latin typeface="Tahoma"/>
                <a:cs typeface="Tahoma"/>
              </a:rPr>
              <a:t>t</a:t>
            </a:r>
            <a:r>
              <a:rPr sz="2400" dirty="0">
                <a:latin typeface="Tahoma"/>
                <a:cs typeface="Tahoma"/>
              </a:rPr>
              <a:t>o</a:t>
            </a:r>
            <a:r>
              <a:rPr sz="2400" spc="135" dirty="0">
                <a:latin typeface="Times New Roman"/>
                <a:cs typeface="Times New Roman"/>
              </a:rPr>
              <a:t> </a:t>
            </a:r>
            <a:r>
              <a:rPr sz="2400" spc="-15" dirty="0">
                <a:latin typeface="Tahoma"/>
                <a:cs typeface="Tahoma"/>
              </a:rPr>
              <a:t>deal</a:t>
            </a:r>
            <a:r>
              <a:rPr sz="2400" spc="145" dirty="0">
                <a:latin typeface="Times New Roman"/>
                <a:cs typeface="Times New Roman"/>
              </a:rPr>
              <a:t> </a:t>
            </a:r>
            <a:r>
              <a:rPr sz="2400" spc="-10" dirty="0">
                <a:latin typeface="Tahoma"/>
                <a:cs typeface="Tahoma"/>
              </a:rPr>
              <a:t>with</a:t>
            </a:r>
            <a:r>
              <a:rPr sz="2400" spc="155" dirty="0">
                <a:latin typeface="Times New Roman"/>
                <a:cs typeface="Times New Roman"/>
              </a:rPr>
              <a:t> </a:t>
            </a:r>
            <a:r>
              <a:rPr sz="2400" spc="-10" dirty="0">
                <a:latin typeface="Tahoma"/>
                <a:cs typeface="Tahoma"/>
              </a:rPr>
              <a:t>u</a:t>
            </a:r>
            <a:r>
              <a:rPr sz="2400" spc="-15" dirty="0">
                <a:latin typeface="Tahoma"/>
                <a:cs typeface="Tahoma"/>
              </a:rPr>
              <a:t>n</a:t>
            </a:r>
            <a:r>
              <a:rPr sz="2400" spc="-10" dirty="0">
                <a:latin typeface="Tahoma"/>
                <a:cs typeface="Tahoma"/>
              </a:rPr>
              <a:t>u</a:t>
            </a:r>
            <a:r>
              <a:rPr sz="2400" spc="-20" dirty="0">
                <a:latin typeface="Tahoma"/>
                <a:cs typeface="Tahoma"/>
              </a:rPr>
              <a:t>sua</a:t>
            </a:r>
            <a:r>
              <a:rPr sz="2400" spc="-10" dirty="0">
                <a:latin typeface="Tahoma"/>
                <a:cs typeface="Tahoma"/>
              </a:rPr>
              <a:t>l</a:t>
            </a:r>
            <a:r>
              <a:rPr sz="2400" spc="140" dirty="0">
                <a:latin typeface="Times New Roman"/>
                <a:cs typeface="Times New Roman"/>
              </a:rPr>
              <a:t> </a:t>
            </a:r>
            <a:r>
              <a:rPr sz="2400" spc="-5" dirty="0">
                <a:latin typeface="Tahoma"/>
                <a:cs typeface="Tahoma"/>
              </a:rPr>
              <a:t>even</a:t>
            </a:r>
            <a:r>
              <a:rPr sz="2400" spc="5" dirty="0">
                <a:latin typeface="Tahoma"/>
                <a:cs typeface="Tahoma"/>
              </a:rPr>
              <a:t>t</a:t>
            </a:r>
            <a:r>
              <a:rPr sz="2400" dirty="0">
                <a:latin typeface="Tahoma"/>
                <a:cs typeface="Tahoma"/>
              </a:rPr>
              <a:t>s</a:t>
            </a:r>
            <a:r>
              <a:rPr sz="2400" spc="140" dirty="0">
                <a:latin typeface="Times New Roman"/>
                <a:cs typeface="Times New Roman"/>
              </a:rPr>
              <a:t> </a:t>
            </a:r>
            <a:r>
              <a:rPr sz="2400" dirty="0">
                <a:latin typeface="Tahoma"/>
                <a:cs typeface="Tahoma"/>
              </a:rPr>
              <a:t>or</a:t>
            </a:r>
            <a:r>
              <a:rPr sz="2400" spc="150" dirty="0">
                <a:latin typeface="Times New Roman"/>
                <a:cs typeface="Times New Roman"/>
              </a:rPr>
              <a:t> </a:t>
            </a:r>
            <a:r>
              <a:rPr sz="2400" spc="-20" dirty="0">
                <a:latin typeface="Tahoma"/>
                <a:cs typeface="Tahoma"/>
              </a:rPr>
              <a:t>con</a:t>
            </a:r>
            <a:r>
              <a:rPr sz="2400" spc="-5" dirty="0">
                <a:latin typeface="Tahoma"/>
                <a:cs typeface="Tahoma"/>
              </a:rPr>
              <a:t>d</a:t>
            </a:r>
            <a:r>
              <a:rPr sz="2400" spc="-10" dirty="0">
                <a:latin typeface="Tahoma"/>
                <a:cs typeface="Tahoma"/>
              </a:rPr>
              <a:t>ition</a:t>
            </a:r>
            <a:r>
              <a:rPr sz="2400" dirty="0">
                <a:latin typeface="Tahoma"/>
                <a:cs typeface="Tahoma"/>
              </a:rPr>
              <a:t>s</a:t>
            </a:r>
            <a:endParaRPr sz="2400">
              <a:latin typeface="Tahoma"/>
              <a:cs typeface="Tahoma"/>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587815"/>
            <a:ext cx="10515600" cy="880182"/>
          </a:xfrm>
          <a:prstGeom prst="rect">
            <a:avLst/>
          </a:prstGeom>
        </p:spPr>
        <p:txBody>
          <a:bodyPr vert="horz" wrap="square" lIns="0" tIns="201110" rIns="0" bIns="0" rtlCol="0" anchor="ctr">
            <a:spAutoFit/>
          </a:bodyPr>
          <a:lstStyle/>
          <a:p>
            <a:pPr marL="2151380">
              <a:lnSpc>
                <a:spcPct val="100000"/>
              </a:lnSpc>
            </a:pPr>
            <a:r>
              <a:rPr spc="-20" dirty="0">
                <a:latin typeface="Arial"/>
                <a:cs typeface="Arial"/>
              </a:rPr>
              <a:t>Imp</a:t>
            </a:r>
            <a:r>
              <a:rPr spc="-5" dirty="0">
                <a:latin typeface="Arial"/>
                <a:cs typeface="Arial"/>
              </a:rPr>
              <a:t>l</a:t>
            </a:r>
            <a:r>
              <a:rPr spc="-25" dirty="0">
                <a:latin typeface="Arial"/>
                <a:cs typeface="Arial"/>
              </a:rPr>
              <a:t>em</a:t>
            </a:r>
            <a:r>
              <a:rPr spc="-15" dirty="0">
                <a:latin typeface="Arial"/>
                <a:cs typeface="Arial"/>
              </a:rPr>
              <a:t>e</a:t>
            </a:r>
            <a:r>
              <a:rPr spc="-20" dirty="0">
                <a:latin typeface="Arial"/>
                <a:cs typeface="Arial"/>
              </a:rPr>
              <a:t>nt</a:t>
            </a:r>
            <a:r>
              <a:rPr spc="-10" dirty="0">
                <a:latin typeface="Arial"/>
                <a:cs typeface="Arial"/>
              </a:rPr>
              <a:t>ati</a:t>
            </a:r>
            <a:r>
              <a:rPr spc="-15" dirty="0">
                <a:latin typeface="Arial"/>
                <a:cs typeface="Arial"/>
              </a:rPr>
              <a:t>o</a:t>
            </a:r>
            <a:r>
              <a:rPr spc="-25" dirty="0">
                <a:latin typeface="Arial"/>
                <a:cs typeface="Arial"/>
              </a:rPr>
              <a:t>n</a:t>
            </a:r>
            <a:r>
              <a:rPr spc="-10" dirty="0">
                <a:latin typeface="Arial"/>
                <a:cs typeface="Arial"/>
              </a:rPr>
              <a:t>:</a:t>
            </a:r>
            <a:r>
              <a:rPr spc="95" dirty="0">
                <a:latin typeface="Times New Roman"/>
                <a:cs typeface="Times New Roman"/>
              </a:rPr>
              <a:t> </a:t>
            </a:r>
            <a:r>
              <a:rPr spc="-20" dirty="0">
                <a:latin typeface="Arial"/>
                <a:cs typeface="Arial"/>
              </a:rPr>
              <a:t>App</a:t>
            </a:r>
            <a:r>
              <a:rPr spc="-5" dirty="0">
                <a:latin typeface="Arial"/>
                <a:cs typeface="Arial"/>
              </a:rPr>
              <a:t>r</a:t>
            </a:r>
            <a:r>
              <a:rPr spc="-25" dirty="0">
                <a:latin typeface="Arial"/>
                <a:cs typeface="Arial"/>
              </a:rPr>
              <a:t>o</a:t>
            </a:r>
            <a:r>
              <a:rPr spc="-15" dirty="0">
                <a:latin typeface="Arial"/>
                <a:cs typeface="Arial"/>
              </a:rPr>
              <a:t>ach</a:t>
            </a:r>
          </a:p>
        </p:txBody>
      </p:sp>
      <p:sp>
        <p:nvSpPr>
          <p:cNvPr id="4" name="object 4"/>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
        <p:nvSpPr>
          <p:cNvPr id="3" name="object 3"/>
          <p:cNvSpPr txBox="1"/>
          <p:nvPr/>
        </p:nvSpPr>
        <p:spPr>
          <a:xfrm>
            <a:off x="1799641" y="2333698"/>
            <a:ext cx="8065134" cy="1723549"/>
          </a:xfrm>
          <a:prstGeom prst="rect">
            <a:avLst/>
          </a:prstGeom>
        </p:spPr>
        <p:txBody>
          <a:bodyPr vert="horz" wrap="square" lIns="0" tIns="0" rIns="0" bIns="0" rtlCol="0">
            <a:spAutoFit/>
          </a:bodyPr>
          <a:lstStyle/>
          <a:p>
            <a:pPr marL="355600" indent="-342900">
              <a:buFont typeface="Tahoma"/>
              <a:buChar char="•"/>
              <a:tabLst>
                <a:tab pos="355600" algn="l"/>
              </a:tabLst>
            </a:pPr>
            <a:r>
              <a:rPr sz="2400" dirty="0">
                <a:latin typeface="Tahoma"/>
                <a:cs typeface="Tahoma"/>
              </a:rPr>
              <a:t>Agreement</a:t>
            </a:r>
            <a:r>
              <a:rPr sz="2400" spc="120" dirty="0">
                <a:latin typeface="Times New Roman"/>
                <a:cs typeface="Times New Roman"/>
              </a:rPr>
              <a:t> </a:t>
            </a:r>
            <a:r>
              <a:rPr sz="2400" spc="-5" dirty="0">
                <a:latin typeface="Tahoma"/>
                <a:cs typeface="Tahoma"/>
              </a:rPr>
              <a:t>tha</a:t>
            </a:r>
            <a:r>
              <a:rPr sz="2400" dirty="0">
                <a:latin typeface="Tahoma"/>
                <a:cs typeface="Tahoma"/>
              </a:rPr>
              <a:t>t</a:t>
            </a:r>
            <a:r>
              <a:rPr sz="2400" spc="160" dirty="0">
                <a:latin typeface="Times New Roman"/>
                <a:cs typeface="Times New Roman"/>
              </a:rPr>
              <a:t> </a:t>
            </a:r>
            <a:r>
              <a:rPr sz="2400" spc="-15" dirty="0">
                <a:latin typeface="Tahoma"/>
                <a:cs typeface="Tahoma"/>
              </a:rPr>
              <a:t>no</a:t>
            </a:r>
            <a:r>
              <a:rPr sz="2400" spc="130" dirty="0">
                <a:latin typeface="Times New Roman"/>
                <a:cs typeface="Times New Roman"/>
              </a:rPr>
              <a:t> </a:t>
            </a:r>
            <a:r>
              <a:rPr sz="2400" spc="-20" dirty="0">
                <a:latin typeface="Tahoma"/>
                <a:cs typeface="Tahoma"/>
              </a:rPr>
              <a:t>var</a:t>
            </a:r>
            <a:r>
              <a:rPr sz="2400" spc="-5" dirty="0">
                <a:latin typeface="Tahoma"/>
                <a:cs typeface="Tahoma"/>
              </a:rPr>
              <a:t>i</a:t>
            </a:r>
            <a:r>
              <a:rPr sz="2400" spc="-15" dirty="0">
                <a:latin typeface="Tahoma"/>
                <a:cs typeface="Tahoma"/>
              </a:rPr>
              <a:t>ab</a:t>
            </a:r>
            <a:r>
              <a:rPr sz="2400" spc="-5" dirty="0">
                <a:latin typeface="Tahoma"/>
                <a:cs typeface="Tahoma"/>
              </a:rPr>
              <a:t>l</a:t>
            </a:r>
            <a:r>
              <a:rPr sz="2400" dirty="0">
                <a:latin typeface="Tahoma"/>
                <a:cs typeface="Tahoma"/>
              </a:rPr>
              <a:t>e</a:t>
            </a:r>
            <a:r>
              <a:rPr sz="2400" spc="140" dirty="0">
                <a:latin typeface="Times New Roman"/>
                <a:cs typeface="Times New Roman"/>
              </a:rPr>
              <a:t> </a:t>
            </a:r>
            <a:r>
              <a:rPr sz="2400" spc="-20" dirty="0">
                <a:latin typeface="Tahoma"/>
                <a:cs typeface="Tahoma"/>
              </a:rPr>
              <a:t>shal</a:t>
            </a:r>
            <a:r>
              <a:rPr sz="2400" spc="-10" dirty="0">
                <a:latin typeface="Tahoma"/>
                <a:cs typeface="Tahoma"/>
              </a:rPr>
              <a:t>l</a:t>
            </a:r>
            <a:r>
              <a:rPr sz="2400" spc="160" dirty="0">
                <a:latin typeface="Times New Roman"/>
                <a:cs typeface="Times New Roman"/>
              </a:rPr>
              <a:t> </a:t>
            </a:r>
            <a:r>
              <a:rPr sz="2400" dirty="0">
                <a:latin typeface="Tahoma"/>
                <a:cs typeface="Tahoma"/>
              </a:rPr>
              <a:t>be</a:t>
            </a:r>
            <a:r>
              <a:rPr sz="2400" spc="135" dirty="0">
                <a:latin typeface="Times New Roman"/>
                <a:cs typeface="Times New Roman"/>
              </a:rPr>
              <a:t> </a:t>
            </a:r>
            <a:r>
              <a:rPr sz="2400" spc="-15" dirty="0">
                <a:latin typeface="Tahoma"/>
                <a:cs typeface="Tahoma"/>
              </a:rPr>
              <a:t>pa</a:t>
            </a:r>
            <a:r>
              <a:rPr sz="2400" spc="-5" dirty="0">
                <a:latin typeface="Tahoma"/>
                <a:cs typeface="Tahoma"/>
              </a:rPr>
              <a:t>i</a:t>
            </a:r>
            <a:r>
              <a:rPr sz="2400" spc="-15" dirty="0">
                <a:latin typeface="Tahoma"/>
                <a:cs typeface="Tahoma"/>
              </a:rPr>
              <a:t>d,</a:t>
            </a:r>
            <a:r>
              <a:rPr sz="2400" spc="135" dirty="0">
                <a:latin typeface="Times New Roman"/>
                <a:cs typeface="Times New Roman"/>
              </a:rPr>
              <a:t> </a:t>
            </a:r>
            <a:r>
              <a:rPr sz="2400" spc="-15" dirty="0">
                <a:latin typeface="Tahoma"/>
                <a:cs typeface="Tahoma"/>
              </a:rPr>
              <a:t>u</a:t>
            </a:r>
            <a:r>
              <a:rPr sz="2400" spc="-10" dirty="0">
                <a:latin typeface="Tahoma"/>
                <a:cs typeface="Tahoma"/>
              </a:rPr>
              <a:t>n</a:t>
            </a:r>
            <a:r>
              <a:rPr sz="2400" dirty="0">
                <a:latin typeface="Tahoma"/>
                <a:cs typeface="Tahoma"/>
              </a:rPr>
              <a:t>less</a:t>
            </a:r>
            <a:r>
              <a:rPr sz="2400" spc="140" dirty="0">
                <a:latin typeface="Times New Roman"/>
                <a:cs typeface="Times New Roman"/>
              </a:rPr>
              <a:t> </a:t>
            </a:r>
            <a:r>
              <a:rPr sz="2400" spc="-5" dirty="0">
                <a:latin typeface="Tahoma"/>
                <a:cs typeface="Tahoma"/>
              </a:rPr>
              <a:t>th</a:t>
            </a:r>
            <a:r>
              <a:rPr sz="2400" dirty="0">
                <a:latin typeface="Tahoma"/>
                <a:cs typeface="Tahoma"/>
              </a:rPr>
              <a:t>e</a:t>
            </a:r>
            <a:r>
              <a:rPr sz="2400" spc="150" dirty="0">
                <a:latin typeface="Times New Roman"/>
                <a:cs typeface="Times New Roman"/>
              </a:rPr>
              <a:t> </a:t>
            </a:r>
            <a:r>
              <a:rPr sz="2400" spc="-15" dirty="0">
                <a:latin typeface="Tahoma"/>
                <a:cs typeface="Tahoma"/>
              </a:rPr>
              <a:t>MIS</a:t>
            </a:r>
            <a:endParaRPr sz="2400" dirty="0">
              <a:latin typeface="Tahoma"/>
              <a:cs typeface="Tahoma"/>
            </a:endParaRPr>
          </a:p>
          <a:p>
            <a:pPr marL="355600"/>
            <a:r>
              <a:rPr sz="2400" spc="-5" dirty="0">
                <a:latin typeface="Tahoma"/>
                <a:cs typeface="Tahoma"/>
              </a:rPr>
              <a:t>report</a:t>
            </a:r>
            <a:r>
              <a:rPr sz="2400" dirty="0">
                <a:latin typeface="Tahoma"/>
                <a:cs typeface="Tahoma"/>
              </a:rPr>
              <a:t>s</a:t>
            </a:r>
            <a:r>
              <a:rPr sz="2400" spc="135" dirty="0">
                <a:latin typeface="Times New Roman"/>
                <a:cs typeface="Times New Roman"/>
              </a:rPr>
              <a:t> </a:t>
            </a:r>
            <a:r>
              <a:rPr sz="2400" dirty="0">
                <a:latin typeface="Tahoma"/>
                <a:cs typeface="Tahoma"/>
              </a:rPr>
              <a:t>are</a:t>
            </a:r>
            <a:r>
              <a:rPr sz="2400" spc="145" dirty="0">
                <a:latin typeface="Times New Roman"/>
                <a:cs typeface="Times New Roman"/>
              </a:rPr>
              <a:t> </a:t>
            </a:r>
            <a:r>
              <a:rPr sz="2400" dirty="0">
                <a:latin typeface="Tahoma"/>
                <a:cs typeface="Tahoma"/>
              </a:rPr>
              <a:t>produced</a:t>
            </a:r>
          </a:p>
          <a:p>
            <a:pPr>
              <a:spcBef>
                <a:spcPts val="6"/>
              </a:spcBef>
            </a:pPr>
            <a:endParaRPr sz="2000" dirty="0">
              <a:latin typeface="Times New Roman"/>
              <a:cs typeface="Times New Roman"/>
            </a:endParaRPr>
          </a:p>
          <a:p>
            <a:pPr marL="355600" indent="-342900">
              <a:buFont typeface="Tahoma"/>
              <a:buChar char="•"/>
              <a:tabLst>
                <a:tab pos="355600" algn="l"/>
              </a:tabLst>
            </a:pPr>
            <a:r>
              <a:rPr sz="2400" dirty="0">
                <a:latin typeface="Tahoma"/>
                <a:cs typeface="Tahoma"/>
              </a:rPr>
              <a:t>No</a:t>
            </a:r>
            <a:r>
              <a:rPr sz="2400" spc="-10" dirty="0">
                <a:latin typeface="Tahoma"/>
                <a:cs typeface="Tahoma"/>
              </a:rPr>
              <a:t> </a:t>
            </a:r>
            <a:r>
              <a:rPr sz="2400" dirty="0">
                <a:latin typeface="Tahoma"/>
                <a:cs typeface="Tahoma"/>
              </a:rPr>
              <a:t>“advances”</a:t>
            </a:r>
            <a:r>
              <a:rPr sz="2400" spc="5" dirty="0">
                <a:latin typeface="Tahoma"/>
                <a:cs typeface="Tahoma"/>
              </a:rPr>
              <a:t> </a:t>
            </a:r>
            <a:r>
              <a:rPr sz="2400" dirty="0">
                <a:latin typeface="Tahoma"/>
                <a:cs typeface="Tahoma"/>
              </a:rPr>
              <a:t>on</a:t>
            </a:r>
            <a:r>
              <a:rPr sz="2400" spc="-15" dirty="0">
                <a:latin typeface="Tahoma"/>
                <a:cs typeface="Tahoma"/>
              </a:rPr>
              <a:t> </a:t>
            </a:r>
            <a:r>
              <a:rPr sz="2400" dirty="0">
                <a:latin typeface="Tahoma"/>
                <a:cs typeface="Tahoma"/>
              </a:rPr>
              <a:t>any</a:t>
            </a:r>
            <a:r>
              <a:rPr sz="2400" spc="5" dirty="0">
                <a:latin typeface="Tahoma"/>
                <a:cs typeface="Tahoma"/>
              </a:rPr>
              <a:t> </a:t>
            </a:r>
            <a:r>
              <a:rPr sz="2400" dirty="0">
                <a:latin typeface="Tahoma"/>
                <a:cs typeface="Tahoma"/>
              </a:rPr>
              <a:t>variable</a:t>
            </a:r>
            <a:r>
              <a:rPr sz="2400" spc="-10" dirty="0">
                <a:latin typeface="Tahoma"/>
                <a:cs typeface="Tahoma"/>
              </a:rPr>
              <a:t> </a:t>
            </a:r>
            <a:r>
              <a:rPr sz="2400" dirty="0">
                <a:latin typeface="Tahoma"/>
                <a:cs typeface="Tahoma"/>
              </a:rPr>
              <a:t>remunerat</a:t>
            </a:r>
            <a:r>
              <a:rPr sz="2400" spc="5" dirty="0">
                <a:latin typeface="Tahoma"/>
                <a:cs typeface="Tahoma"/>
              </a:rPr>
              <a:t>i</a:t>
            </a:r>
            <a:r>
              <a:rPr sz="2400" dirty="0">
                <a:latin typeface="Tahoma"/>
                <a:cs typeface="Tahoma"/>
              </a:rPr>
              <a:t>on</a:t>
            </a:r>
          </a:p>
          <a:p>
            <a:pPr>
              <a:spcBef>
                <a:spcPts val="4"/>
              </a:spcBef>
            </a:pPr>
            <a:endParaRPr sz="2000" dirty="0">
              <a:latin typeface="Times New Roman"/>
              <a:cs typeface="Times New Roman"/>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587815"/>
            <a:ext cx="10515600" cy="880182"/>
          </a:xfrm>
          <a:prstGeom prst="rect">
            <a:avLst/>
          </a:prstGeom>
        </p:spPr>
        <p:txBody>
          <a:bodyPr vert="horz" wrap="square" lIns="0" tIns="201110" rIns="0" bIns="0" rtlCol="0" anchor="ctr">
            <a:spAutoFit/>
          </a:bodyPr>
          <a:lstStyle/>
          <a:p>
            <a:pPr marL="2270125">
              <a:lnSpc>
                <a:spcPct val="100000"/>
              </a:lnSpc>
            </a:pPr>
            <a:r>
              <a:rPr spc="-20" dirty="0">
                <a:latin typeface="Arial"/>
                <a:cs typeface="Arial"/>
              </a:rPr>
              <a:t>Imp</a:t>
            </a:r>
            <a:r>
              <a:rPr spc="-5" dirty="0">
                <a:latin typeface="Arial"/>
                <a:cs typeface="Arial"/>
              </a:rPr>
              <a:t>l</a:t>
            </a:r>
            <a:r>
              <a:rPr spc="-25" dirty="0">
                <a:latin typeface="Arial"/>
                <a:cs typeface="Arial"/>
              </a:rPr>
              <a:t>em</a:t>
            </a:r>
            <a:r>
              <a:rPr spc="-15" dirty="0">
                <a:latin typeface="Arial"/>
                <a:cs typeface="Arial"/>
              </a:rPr>
              <a:t>e</a:t>
            </a:r>
            <a:r>
              <a:rPr spc="-20" dirty="0">
                <a:latin typeface="Arial"/>
                <a:cs typeface="Arial"/>
              </a:rPr>
              <a:t>nt</a:t>
            </a:r>
            <a:r>
              <a:rPr spc="-10" dirty="0">
                <a:latin typeface="Arial"/>
                <a:cs typeface="Arial"/>
              </a:rPr>
              <a:t>ati</a:t>
            </a:r>
            <a:r>
              <a:rPr spc="-15" dirty="0">
                <a:latin typeface="Arial"/>
                <a:cs typeface="Arial"/>
              </a:rPr>
              <a:t>o</a:t>
            </a:r>
            <a:r>
              <a:rPr spc="-25" dirty="0">
                <a:latin typeface="Arial"/>
                <a:cs typeface="Arial"/>
              </a:rPr>
              <a:t>n</a:t>
            </a:r>
            <a:r>
              <a:rPr spc="-10" dirty="0">
                <a:latin typeface="Arial"/>
                <a:cs typeface="Arial"/>
              </a:rPr>
              <a:t>:</a:t>
            </a:r>
            <a:r>
              <a:rPr spc="95" dirty="0">
                <a:latin typeface="Times New Roman"/>
                <a:cs typeface="Times New Roman"/>
              </a:rPr>
              <a:t> </a:t>
            </a:r>
            <a:r>
              <a:rPr spc="-20" dirty="0">
                <a:latin typeface="Arial"/>
                <a:cs typeface="Arial"/>
              </a:rPr>
              <a:t>Ben</a:t>
            </a:r>
            <a:r>
              <a:rPr spc="-15" dirty="0">
                <a:latin typeface="Arial"/>
                <a:cs typeface="Arial"/>
              </a:rPr>
              <a:t>e</a:t>
            </a:r>
            <a:r>
              <a:rPr spc="-10" dirty="0">
                <a:latin typeface="Arial"/>
                <a:cs typeface="Arial"/>
              </a:rPr>
              <a:t>fi</a:t>
            </a:r>
            <a:r>
              <a:rPr spc="-5" dirty="0">
                <a:latin typeface="Arial"/>
                <a:cs typeface="Arial"/>
              </a:rPr>
              <a:t>t</a:t>
            </a:r>
            <a:r>
              <a:rPr spc="-15" dirty="0">
                <a:latin typeface="Arial"/>
                <a:cs typeface="Arial"/>
              </a:rPr>
              <a:t>s</a:t>
            </a:r>
          </a:p>
        </p:txBody>
      </p:sp>
      <p:sp>
        <p:nvSpPr>
          <p:cNvPr id="4" name="object 4"/>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
        <p:nvSpPr>
          <p:cNvPr id="3" name="object 3"/>
          <p:cNvSpPr txBox="1"/>
          <p:nvPr/>
        </p:nvSpPr>
        <p:spPr>
          <a:xfrm>
            <a:off x="1882230" y="1599128"/>
            <a:ext cx="7844155" cy="4171950"/>
          </a:xfrm>
          <a:prstGeom prst="rect">
            <a:avLst/>
          </a:prstGeom>
        </p:spPr>
        <p:txBody>
          <a:bodyPr vert="horz" wrap="square" lIns="0" tIns="0" rIns="0" bIns="0" rtlCol="0">
            <a:spAutoFit/>
          </a:bodyPr>
          <a:lstStyle/>
          <a:p>
            <a:pPr marL="355600" indent="-342900">
              <a:buFont typeface="Tahoma"/>
              <a:buChar char="•"/>
              <a:tabLst>
                <a:tab pos="355600" algn="l"/>
              </a:tabLst>
            </a:pPr>
            <a:r>
              <a:rPr sz="2400" dirty="0">
                <a:latin typeface="Tahoma"/>
                <a:cs typeface="Tahoma"/>
              </a:rPr>
              <a:t>“More</a:t>
            </a:r>
            <a:r>
              <a:rPr sz="2400" spc="-10" dirty="0">
                <a:latin typeface="Tahoma"/>
                <a:cs typeface="Tahoma"/>
              </a:rPr>
              <a:t> </a:t>
            </a:r>
            <a:r>
              <a:rPr sz="2400" dirty="0">
                <a:latin typeface="Tahoma"/>
                <a:cs typeface="Tahoma"/>
              </a:rPr>
              <a:t>people</a:t>
            </a:r>
            <a:r>
              <a:rPr sz="2400" spc="-25" dirty="0">
                <a:latin typeface="Tahoma"/>
                <a:cs typeface="Tahoma"/>
              </a:rPr>
              <a:t> </a:t>
            </a:r>
            <a:r>
              <a:rPr sz="2400" dirty="0">
                <a:latin typeface="Tahoma"/>
                <a:cs typeface="Tahoma"/>
              </a:rPr>
              <a:t>sleep </a:t>
            </a:r>
            <a:r>
              <a:rPr sz="2400" spc="5" dirty="0">
                <a:latin typeface="Tahoma"/>
                <a:cs typeface="Tahoma"/>
              </a:rPr>
              <a:t>b</a:t>
            </a:r>
            <a:r>
              <a:rPr sz="2400" dirty="0">
                <a:latin typeface="Tahoma"/>
                <a:cs typeface="Tahoma"/>
              </a:rPr>
              <a:t>ad at</a:t>
            </a:r>
            <a:r>
              <a:rPr sz="2400" spc="-10" dirty="0">
                <a:latin typeface="Tahoma"/>
                <a:cs typeface="Tahoma"/>
              </a:rPr>
              <a:t> </a:t>
            </a:r>
            <a:r>
              <a:rPr sz="2400" dirty="0">
                <a:latin typeface="Tahoma"/>
                <a:cs typeface="Tahoma"/>
              </a:rPr>
              <a:t>ni</a:t>
            </a:r>
            <a:r>
              <a:rPr sz="2400" spc="5" dirty="0">
                <a:latin typeface="Tahoma"/>
                <a:cs typeface="Tahoma"/>
              </a:rPr>
              <a:t>g</a:t>
            </a:r>
            <a:r>
              <a:rPr sz="2400" dirty="0">
                <a:latin typeface="Tahoma"/>
                <a:cs typeface="Tahoma"/>
              </a:rPr>
              <a:t>ht”</a:t>
            </a:r>
            <a:endParaRPr sz="2400">
              <a:latin typeface="Tahoma"/>
              <a:cs typeface="Tahoma"/>
            </a:endParaRPr>
          </a:p>
          <a:p>
            <a:pPr marL="355600" indent="-342900">
              <a:spcBef>
                <a:spcPts val="1440"/>
              </a:spcBef>
              <a:buFont typeface="Tahoma"/>
              <a:buChar char="•"/>
              <a:tabLst>
                <a:tab pos="355600" algn="l"/>
              </a:tabLst>
            </a:pPr>
            <a:r>
              <a:rPr sz="2400" spc="-10" dirty="0">
                <a:latin typeface="Tahoma"/>
                <a:cs typeface="Tahoma"/>
              </a:rPr>
              <a:t>Alig</a:t>
            </a:r>
            <a:r>
              <a:rPr sz="2400" spc="-15" dirty="0">
                <a:latin typeface="Tahoma"/>
                <a:cs typeface="Tahoma"/>
              </a:rPr>
              <a:t>ns</a:t>
            </a:r>
            <a:r>
              <a:rPr sz="2400" spc="130" dirty="0">
                <a:latin typeface="Times New Roman"/>
                <a:cs typeface="Times New Roman"/>
              </a:rPr>
              <a:t> </a:t>
            </a:r>
            <a:r>
              <a:rPr sz="2400" dirty="0">
                <a:latin typeface="Tahoma"/>
                <a:cs typeface="Tahoma"/>
              </a:rPr>
              <a:t>Re</a:t>
            </a:r>
            <a:r>
              <a:rPr sz="2400" spc="-15" dirty="0">
                <a:latin typeface="Tahoma"/>
                <a:cs typeface="Tahoma"/>
              </a:rPr>
              <a:t>w</a:t>
            </a:r>
            <a:r>
              <a:rPr sz="2400" dirty="0">
                <a:latin typeface="Tahoma"/>
                <a:cs typeface="Tahoma"/>
              </a:rPr>
              <a:t>ards</a:t>
            </a:r>
            <a:r>
              <a:rPr sz="2400" spc="165" dirty="0">
                <a:latin typeface="Times New Roman"/>
                <a:cs typeface="Times New Roman"/>
              </a:rPr>
              <a:t> </a:t>
            </a:r>
            <a:r>
              <a:rPr sz="2400" spc="-20" dirty="0">
                <a:latin typeface="Tahoma"/>
                <a:cs typeface="Tahoma"/>
              </a:rPr>
              <a:t>wit</a:t>
            </a:r>
            <a:r>
              <a:rPr sz="2400" spc="-15" dirty="0">
                <a:latin typeface="Tahoma"/>
                <a:cs typeface="Tahoma"/>
              </a:rPr>
              <a:t>h</a:t>
            </a:r>
            <a:r>
              <a:rPr sz="2400" spc="160" dirty="0">
                <a:latin typeface="Times New Roman"/>
                <a:cs typeface="Times New Roman"/>
              </a:rPr>
              <a:t> </a:t>
            </a:r>
            <a:r>
              <a:rPr sz="2400" spc="-15" dirty="0">
                <a:latin typeface="Tahoma"/>
                <a:cs typeface="Tahoma"/>
              </a:rPr>
              <a:t>Mission,</a:t>
            </a:r>
            <a:r>
              <a:rPr sz="2400" spc="135" dirty="0">
                <a:latin typeface="Times New Roman"/>
                <a:cs typeface="Times New Roman"/>
              </a:rPr>
              <a:t> </a:t>
            </a:r>
            <a:r>
              <a:rPr sz="2400" spc="-5" dirty="0">
                <a:latin typeface="Tahoma"/>
                <a:cs typeface="Tahoma"/>
              </a:rPr>
              <a:t>Structur</a:t>
            </a:r>
            <a:r>
              <a:rPr sz="2400" dirty="0">
                <a:latin typeface="Tahoma"/>
                <a:cs typeface="Tahoma"/>
              </a:rPr>
              <a:t>e</a:t>
            </a:r>
            <a:r>
              <a:rPr sz="2400" spc="150" dirty="0">
                <a:latin typeface="Times New Roman"/>
                <a:cs typeface="Times New Roman"/>
              </a:rPr>
              <a:t> </a:t>
            </a:r>
            <a:r>
              <a:rPr sz="2400" spc="-15" dirty="0">
                <a:latin typeface="Tahoma"/>
                <a:cs typeface="Tahoma"/>
              </a:rPr>
              <a:t>and</a:t>
            </a:r>
            <a:r>
              <a:rPr sz="2400" spc="150" dirty="0">
                <a:latin typeface="Times New Roman"/>
                <a:cs typeface="Times New Roman"/>
              </a:rPr>
              <a:t> </a:t>
            </a:r>
            <a:r>
              <a:rPr sz="2400" spc="-15" dirty="0">
                <a:latin typeface="Tahoma"/>
                <a:cs typeface="Tahoma"/>
              </a:rPr>
              <a:t>I</a:t>
            </a:r>
            <a:r>
              <a:rPr sz="2400" spc="-10" dirty="0">
                <a:latin typeface="Tahoma"/>
                <a:cs typeface="Tahoma"/>
              </a:rPr>
              <a:t>n</a:t>
            </a:r>
            <a:r>
              <a:rPr sz="2400" spc="-5" dirty="0">
                <a:latin typeface="Tahoma"/>
                <a:cs typeface="Tahoma"/>
              </a:rPr>
              <a:t>f</a:t>
            </a:r>
            <a:r>
              <a:rPr sz="2400" spc="5" dirty="0">
                <a:latin typeface="Tahoma"/>
                <a:cs typeface="Tahoma"/>
              </a:rPr>
              <a:t>o</a:t>
            </a:r>
            <a:r>
              <a:rPr sz="2400" spc="-5" dirty="0">
                <a:latin typeface="Tahoma"/>
                <a:cs typeface="Tahoma"/>
              </a:rPr>
              <a:t>rmati</a:t>
            </a:r>
            <a:r>
              <a:rPr sz="2400" spc="10" dirty="0">
                <a:latin typeface="Tahoma"/>
                <a:cs typeface="Tahoma"/>
              </a:rPr>
              <a:t>o</a:t>
            </a:r>
            <a:r>
              <a:rPr sz="2400" spc="-15" dirty="0">
                <a:latin typeface="Tahoma"/>
                <a:cs typeface="Tahoma"/>
              </a:rPr>
              <a:t>n</a:t>
            </a:r>
            <a:endParaRPr sz="2400">
              <a:latin typeface="Tahoma"/>
              <a:cs typeface="Tahoma"/>
            </a:endParaRPr>
          </a:p>
          <a:p>
            <a:pPr marL="355600" indent="-342900">
              <a:spcBef>
                <a:spcPts val="1440"/>
              </a:spcBef>
              <a:buFont typeface="Tahoma"/>
              <a:buChar char="•"/>
              <a:tabLst>
                <a:tab pos="355600" algn="l"/>
              </a:tabLst>
            </a:pPr>
            <a:r>
              <a:rPr sz="2400" dirty="0">
                <a:latin typeface="Tahoma"/>
                <a:cs typeface="Tahoma"/>
              </a:rPr>
              <a:t>Cr</a:t>
            </a:r>
            <a:r>
              <a:rPr sz="2400" spc="-10" dirty="0">
                <a:latin typeface="Tahoma"/>
                <a:cs typeface="Tahoma"/>
              </a:rPr>
              <a:t>e</a:t>
            </a:r>
            <a:r>
              <a:rPr sz="2400" dirty="0">
                <a:latin typeface="Tahoma"/>
                <a:cs typeface="Tahoma"/>
              </a:rPr>
              <a:t>ates</a:t>
            </a:r>
            <a:r>
              <a:rPr sz="2400" spc="145" dirty="0">
                <a:latin typeface="Times New Roman"/>
                <a:cs typeface="Times New Roman"/>
              </a:rPr>
              <a:t> </a:t>
            </a:r>
            <a:r>
              <a:rPr sz="2400" dirty="0">
                <a:latin typeface="Tahoma"/>
                <a:cs typeface="Tahoma"/>
              </a:rPr>
              <a:t>a</a:t>
            </a:r>
            <a:r>
              <a:rPr sz="2400" spc="150" dirty="0">
                <a:latin typeface="Times New Roman"/>
                <a:cs typeface="Times New Roman"/>
              </a:rPr>
              <a:t> </a:t>
            </a:r>
            <a:r>
              <a:rPr sz="2400" dirty="0">
                <a:latin typeface="Tahoma"/>
                <a:cs typeface="Tahoma"/>
              </a:rPr>
              <a:t>posit</a:t>
            </a:r>
            <a:r>
              <a:rPr sz="2400" spc="5" dirty="0">
                <a:latin typeface="Tahoma"/>
                <a:cs typeface="Tahoma"/>
              </a:rPr>
              <a:t>i</a:t>
            </a:r>
            <a:r>
              <a:rPr sz="2400" spc="-5" dirty="0">
                <a:latin typeface="Tahoma"/>
                <a:cs typeface="Tahoma"/>
              </a:rPr>
              <a:t>v</a:t>
            </a:r>
            <a:r>
              <a:rPr sz="2400" dirty="0">
                <a:latin typeface="Tahoma"/>
                <a:cs typeface="Tahoma"/>
              </a:rPr>
              <a:t>e</a:t>
            </a:r>
            <a:r>
              <a:rPr sz="2400" spc="130" dirty="0">
                <a:latin typeface="Times New Roman"/>
                <a:cs typeface="Times New Roman"/>
              </a:rPr>
              <a:t> </a:t>
            </a:r>
            <a:r>
              <a:rPr sz="2400" spc="-5" dirty="0">
                <a:latin typeface="Tahoma"/>
                <a:cs typeface="Tahoma"/>
              </a:rPr>
              <a:t>fee</a:t>
            </a:r>
            <a:r>
              <a:rPr sz="2400" spc="5" dirty="0">
                <a:latin typeface="Tahoma"/>
                <a:cs typeface="Tahoma"/>
              </a:rPr>
              <a:t>d</a:t>
            </a:r>
            <a:r>
              <a:rPr sz="2400" dirty="0">
                <a:latin typeface="Tahoma"/>
                <a:cs typeface="Tahoma"/>
              </a:rPr>
              <a:t>-back</a:t>
            </a:r>
            <a:r>
              <a:rPr sz="2400" spc="145" dirty="0">
                <a:latin typeface="Times New Roman"/>
                <a:cs typeface="Times New Roman"/>
              </a:rPr>
              <a:t> </a:t>
            </a:r>
            <a:r>
              <a:rPr sz="2400" dirty="0">
                <a:latin typeface="Tahoma"/>
                <a:cs typeface="Tahoma"/>
              </a:rPr>
              <a:t>proce</a:t>
            </a:r>
            <a:r>
              <a:rPr sz="2400" spc="-20" dirty="0">
                <a:latin typeface="Tahoma"/>
                <a:cs typeface="Tahoma"/>
              </a:rPr>
              <a:t>s</a:t>
            </a:r>
            <a:r>
              <a:rPr sz="2400" dirty="0">
                <a:latin typeface="Tahoma"/>
                <a:cs typeface="Tahoma"/>
              </a:rPr>
              <a:t>s</a:t>
            </a:r>
            <a:endParaRPr sz="2400">
              <a:latin typeface="Tahoma"/>
              <a:cs typeface="Tahoma"/>
            </a:endParaRPr>
          </a:p>
          <a:p>
            <a:pPr marL="355600" indent="-342900">
              <a:spcBef>
                <a:spcPts val="1440"/>
              </a:spcBef>
              <a:buFont typeface="Tahoma"/>
              <a:buChar char="•"/>
              <a:tabLst>
                <a:tab pos="355600" algn="l"/>
              </a:tabLst>
            </a:pPr>
            <a:r>
              <a:rPr sz="2400" dirty="0">
                <a:latin typeface="Tahoma"/>
                <a:cs typeface="Tahoma"/>
              </a:rPr>
              <a:t>Promotes</a:t>
            </a:r>
            <a:r>
              <a:rPr sz="2400" spc="-10" dirty="0">
                <a:latin typeface="Tahoma"/>
                <a:cs typeface="Tahoma"/>
              </a:rPr>
              <a:t> </a:t>
            </a:r>
            <a:r>
              <a:rPr sz="2400" dirty="0">
                <a:latin typeface="Tahoma"/>
                <a:cs typeface="Tahoma"/>
              </a:rPr>
              <a:t>“Gr</a:t>
            </a:r>
            <a:r>
              <a:rPr sz="2400" spc="-10" dirty="0">
                <a:latin typeface="Tahoma"/>
                <a:cs typeface="Tahoma"/>
              </a:rPr>
              <a:t>e</a:t>
            </a:r>
            <a:r>
              <a:rPr sz="2400" dirty="0">
                <a:latin typeface="Tahoma"/>
                <a:cs typeface="Tahoma"/>
              </a:rPr>
              <a:t>en” </a:t>
            </a:r>
            <a:r>
              <a:rPr sz="2400" spc="5" dirty="0">
                <a:latin typeface="Tahoma"/>
                <a:cs typeface="Tahoma"/>
              </a:rPr>
              <a:t>p</a:t>
            </a:r>
            <a:r>
              <a:rPr sz="2400" dirty="0">
                <a:latin typeface="Tahoma"/>
                <a:cs typeface="Tahoma"/>
              </a:rPr>
              <a:t>ower</a:t>
            </a:r>
            <a:endParaRPr sz="2400">
              <a:latin typeface="Tahoma"/>
              <a:cs typeface="Tahoma"/>
            </a:endParaRPr>
          </a:p>
          <a:p>
            <a:pPr marL="355600" indent="-342900">
              <a:spcBef>
                <a:spcPts val="1440"/>
              </a:spcBef>
              <a:buFont typeface="Tahoma"/>
              <a:buChar char="•"/>
              <a:tabLst>
                <a:tab pos="355600" algn="l"/>
              </a:tabLst>
            </a:pPr>
            <a:r>
              <a:rPr sz="2400" spc="-15" dirty="0">
                <a:latin typeface="Tahoma"/>
                <a:cs typeface="Tahoma"/>
              </a:rPr>
              <a:t>Ad</a:t>
            </a:r>
            <a:r>
              <a:rPr sz="2400" spc="-10" dirty="0">
                <a:latin typeface="Tahoma"/>
                <a:cs typeface="Tahoma"/>
              </a:rPr>
              <a:t>d</a:t>
            </a:r>
            <a:r>
              <a:rPr sz="2400" dirty="0">
                <a:latin typeface="Tahoma"/>
                <a:cs typeface="Tahoma"/>
              </a:rPr>
              <a:t>s</a:t>
            </a:r>
            <a:r>
              <a:rPr sz="2400" spc="140" dirty="0">
                <a:latin typeface="Times New Roman"/>
                <a:cs typeface="Times New Roman"/>
              </a:rPr>
              <a:t> </a:t>
            </a:r>
            <a:r>
              <a:rPr sz="2400" spc="-15" dirty="0">
                <a:latin typeface="Tahoma"/>
                <a:cs typeface="Tahoma"/>
              </a:rPr>
              <a:t>(E)</a:t>
            </a:r>
            <a:r>
              <a:rPr sz="2400" spc="155" dirty="0">
                <a:latin typeface="Times New Roman"/>
                <a:cs typeface="Times New Roman"/>
              </a:rPr>
              <a:t> </a:t>
            </a:r>
            <a:r>
              <a:rPr sz="2400" spc="-5" dirty="0">
                <a:latin typeface="Tahoma"/>
                <a:cs typeface="Tahoma"/>
              </a:rPr>
              <a:t>t</a:t>
            </a:r>
            <a:r>
              <a:rPr sz="2400" dirty="0">
                <a:latin typeface="Tahoma"/>
                <a:cs typeface="Tahoma"/>
              </a:rPr>
              <a:t>o</a:t>
            </a:r>
            <a:r>
              <a:rPr sz="2400" spc="135" dirty="0">
                <a:latin typeface="Times New Roman"/>
                <a:cs typeface="Times New Roman"/>
              </a:rPr>
              <a:t> </a:t>
            </a:r>
            <a:r>
              <a:rPr sz="2400" spc="-15" dirty="0">
                <a:latin typeface="Tahoma"/>
                <a:cs typeface="Tahoma"/>
              </a:rPr>
              <a:t>(A)</a:t>
            </a:r>
            <a:r>
              <a:rPr sz="2400" spc="155" dirty="0">
                <a:latin typeface="Times New Roman"/>
                <a:cs typeface="Times New Roman"/>
              </a:rPr>
              <a:t> </a:t>
            </a:r>
            <a:r>
              <a:rPr sz="2400" spc="5" dirty="0">
                <a:latin typeface="Tahoma"/>
                <a:cs typeface="Tahoma"/>
              </a:rPr>
              <a:t>f</a:t>
            </a:r>
            <a:r>
              <a:rPr sz="2400" spc="-15" dirty="0">
                <a:latin typeface="Tahoma"/>
                <a:cs typeface="Tahoma"/>
              </a:rPr>
              <a:t>u</a:t>
            </a:r>
            <a:r>
              <a:rPr sz="2400" spc="-10" dirty="0">
                <a:latin typeface="Tahoma"/>
                <a:cs typeface="Tahoma"/>
              </a:rPr>
              <a:t>n</a:t>
            </a:r>
            <a:r>
              <a:rPr sz="2400" spc="-5" dirty="0">
                <a:latin typeface="Tahoma"/>
                <a:cs typeface="Tahoma"/>
              </a:rPr>
              <a:t>cti</a:t>
            </a:r>
            <a:r>
              <a:rPr sz="2400" spc="5" dirty="0">
                <a:latin typeface="Tahoma"/>
                <a:cs typeface="Tahoma"/>
              </a:rPr>
              <a:t>o</a:t>
            </a:r>
            <a:r>
              <a:rPr sz="2400" spc="-15" dirty="0">
                <a:latin typeface="Tahoma"/>
                <a:cs typeface="Tahoma"/>
              </a:rPr>
              <a:t>ns</a:t>
            </a:r>
            <a:endParaRPr sz="2400">
              <a:latin typeface="Tahoma"/>
              <a:cs typeface="Tahoma"/>
            </a:endParaRPr>
          </a:p>
          <a:p>
            <a:pPr marL="355600" indent="-342900">
              <a:spcBef>
                <a:spcPts val="1440"/>
              </a:spcBef>
              <a:buFont typeface="Tahoma"/>
              <a:buChar char="•"/>
              <a:tabLst>
                <a:tab pos="355600" algn="l"/>
              </a:tabLst>
            </a:pPr>
            <a:r>
              <a:rPr sz="2400" spc="-20" dirty="0">
                <a:latin typeface="Tahoma"/>
                <a:cs typeface="Tahoma"/>
              </a:rPr>
              <a:t>Emp</a:t>
            </a:r>
            <a:r>
              <a:rPr sz="2400" spc="-10" dirty="0">
                <a:latin typeface="Tahoma"/>
                <a:cs typeface="Tahoma"/>
              </a:rPr>
              <a:t>o</a:t>
            </a:r>
            <a:r>
              <a:rPr sz="2400" spc="-5" dirty="0">
                <a:latin typeface="Tahoma"/>
                <a:cs typeface="Tahoma"/>
              </a:rPr>
              <a:t>w</a:t>
            </a:r>
            <a:r>
              <a:rPr sz="2400" spc="-10" dirty="0">
                <a:latin typeface="Tahoma"/>
                <a:cs typeface="Tahoma"/>
              </a:rPr>
              <a:t>e</a:t>
            </a:r>
            <a:r>
              <a:rPr sz="2400" spc="-5" dirty="0">
                <a:latin typeface="Tahoma"/>
                <a:cs typeface="Tahoma"/>
              </a:rPr>
              <a:t>r</a:t>
            </a:r>
            <a:r>
              <a:rPr sz="2400" dirty="0">
                <a:latin typeface="Tahoma"/>
                <a:cs typeface="Tahoma"/>
              </a:rPr>
              <a:t>s</a:t>
            </a:r>
            <a:r>
              <a:rPr sz="2400" spc="150" dirty="0">
                <a:latin typeface="Times New Roman"/>
                <a:cs typeface="Times New Roman"/>
              </a:rPr>
              <a:t> </a:t>
            </a:r>
            <a:r>
              <a:rPr sz="2400" spc="-10" dirty="0">
                <a:latin typeface="Tahoma"/>
                <a:cs typeface="Tahoma"/>
              </a:rPr>
              <a:t>p</a:t>
            </a:r>
            <a:r>
              <a:rPr sz="2400" spc="-5" dirty="0">
                <a:latin typeface="Tahoma"/>
                <a:cs typeface="Tahoma"/>
              </a:rPr>
              <a:t>eo</a:t>
            </a:r>
            <a:r>
              <a:rPr sz="2400" spc="5" dirty="0">
                <a:latin typeface="Tahoma"/>
                <a:cs typeface="Tahoma"/>
              </a:rPr>
              <a:t>p</a:t>
            </a:r>
            <a:r>
              <a:rPr sz="2400" spc="-10" dirty="0">
                <a:latin typeface="Tahoma"/>
                <a:cs typeface="Tahoma"/>
              </a:rPr>
              <a:t>le</a:t>
            </a:r>
            <a:r>
              <a:rPr sz="2400" spc="130" dirty="0">
                <a:latin typeface="Times New Roman"/>
                <a:cs typeface="Times New Roman"/>
              </a:rPr>
              <a:t> </a:t>
            </a:r>
            <a:r>
              <a:rPr sz="2400" spc="-15" dirty="0">
                <a:latin typeface="Tahoma"/>
                <a:cs typeface="Tahoma"/>
              </a:rPr>
              <a:t>(A)</a:t>
            </a:r>
            <a:endParaRPr sz="2400">
              <a:latin typeface="Tahoma"/>
              <a:cs typeface="Tahoma"/>
            </a:endParaRPr>
          </a:p>
          <a:p>
            <a:pPr marL="355600" indent="-342900">
              <a:spcBef>
                <a:spcPts val="1440"/>
              </a:spcBef>
              <a:buFont typeface="Tahoma"/>
              <a:buChar char="•"/>
              <a:tabLst>
                <a:tab pos="355600" algn="l"/>
              </a:tabLst>
            </a:pPr>
            <a:r>
              <a:rPr sz="2400" spc="-15" dirty="0">
                <a:latin typeface="Tahoma"/>
                <a:cs typeface="Tahoma"/>
              </a:rPr>
              <a:t>Ad</a:t>
            </a:r>
            <a:r>
              <a:rPr sz="2400" spc="-10" dirty="0">
                <a:latin typeface="Tahoma"/>
                <a:cs typeface="Tahoma"/>
              </a:rPr>
              <a:t>d</a:t>
            </a:r>
            <a:r>
              <a:rPr sz="2400" dirty="0">
                <a:latin typeface="Tahoma"/>
                <a:cs typeface="Tahoma"/>
              </a:rPr>
              <a:t>s</a:t>
            </a:r>
            <a:r>
              <a:rPr sz="2400" spc="140" dirty="0">
                <a:latin typeface="Times New Roman"/>
                <a:cs typeface="Times New Roman"/>
              </a:rPr>
              <a:t> </a:t>
            </a:r>
            <a:r>
              <a:rPr sz="2400" spc="-5" dirty="0">
                <a:latin typeface="Tahoma"/>
                <a:cs typeface="Tahoma"/>
              </a:rPr>
              <a:t>tra</a:t>
            </a:r>
            <a:r>
              <a:rPr sz="2400" spc="5" dirty="0">
                <a:latin typeface="Tahoma"/>
                <a:cs typeface="Tahoma"/>
              </a:rPr>
              <a:t>n</a:t>
            </a:r>
            <a:r>
              <a:rPr sz="2400" spc="-5" dirty="0">
                <a:latin typeface="Tahoma"/>
                <a:cs typeface="Tahoma"/>
              </a:rPr>
              <a:t>sparenc</a:t>
            </a:r>
            <a:r>
              <a:rPr sz="2400" dirty="0">
                <a:latin typeface="Tahoma"/>
                <a:cs typeface="Tahoma"/>
              </a:rPr>
              <a:t>y</a:t>
            </a:r>
            <a:r>
              <a:rPr sz="2400" spc="155" dirty="0">
                <a:latin typeface="Times New Roman"/>
                <a:cs typeface="Times New Roman"/>
              </a:rPr>
              <a:t> </a:t>
            </a:r>
            <a:r>
              <a:rPr sz="2400" spc="-10" dirty="0">
                <a:latin typeface="Tahoma"/>
                <a:cs typeface="Tahoma"/>
              </a:rPr>
              <a:t>(I)</a:t>
            </a:r>
            <a:endParaRPr sz="2400">
              <a:latin typeface="Tahoma"/>
              <a:cs typeface="Tahoma"/>
            </a:endParaRPr>
          </a:p>
          <a:p>
            <a:pPr marL="355600" indent="-342900">
              <a:spcBef>
                <a:spcPts val="1440"/>
              </a:spcBef>
              <a:buFont typeface="Tahoma"/>
              <a:buChar char="•"/>
              <a:tabLst>
                <a:tab pos="355600" algn="l"/>
              </a:tabLst>
            </a:pPr>
            <a:r>
              <a:rPr sz="2400" spc="-5" dirty="0">
                <a:latin typeface="Tahoma"/>
                <a:cs typeface="Tahoma"/>
              </a:rPr>
              <a:t>Prom</a:t>
            </a:r>
            <a:r>
              <a:rPr sz="2400" spc="5" dirty="0">
                <a:latin typeface="Tahoma"/>
                <a:cs typeface="Tahoma"/>
              </a:rPr>
              <a:t>o</a:t>
            </a:r>
            <a:r>
              <a:rPr sz="2400" spc="-5" dirty="0">
                <a:latin typeface="Tahoma"/>
                <a:cs typeface="Tahoma"/>
              </a:rPr>
              <a:t>te</a:t>
            </a:r>
            <a:r>
              <a:rPr sz="2400" dirty="0">
                <a:latin typeface="Tahoma"/>
                <a:cs typeface="Tahoma"/>
              </a:rPr>
              <a:t>s</a:t>
            </a:r>
            <a:r>
              <a:rPr sz="2400" spc="140" dirty="0">
                <a:latin typeface="Times New Roman"/>
                <a:cs typeface="Times New Roman"/>
              </a:rPr>
              <a:t> </a:t>
            </a:r>
            <a:r>
              <a:rPr sz="2400" spc="-5" dirty="0">
                <a:latin typeface="Tahoma"/>
                <a:cs typeface="Tahoma"/>
              </a:rPr>
              <a:t>tea</a:t>
            </a:r>
            <a:r>
              <a:rPr sz="2400" dirty="0">
                <a:latin typeface="Tahoma"/>
                <a:cs typeface="Tahoma"/>
              </a:rPr>
              <a:t>m</a:t>
            </a:r>
            <a:r>
              <a:rPr sz="2400" spc="145" dirty="0">
                <a:latin typeface="Times New Roman"/>
                <a:cs typeface="Times New Roman"/>
              </a:rPr>
              <a:t> </a:t>
            </a:r>
            <a:r>
              <a:rPr sz="2400" spc="-15" dirty="0">
                <a:latin typeface="Tahoma"/>
                <a:cs typeface="Tahoma"/>
              </a:rPr>
              <a:t>b</a:t>
            </a:r>
            <a:r>
              <a:rPr sz="2400" spc="-10" dirty="0">
                <a:latin typeface="Tahoma"/>
                <a:cs typeface="Tahoma"/>
              </a:rPr>
              <a:t>uild</a:t>
            </a:r>
            <a:r>
              <a:rPr sz="2400" spc="-15" dirty="0">
                <a:latin typeface="Tahoma"/>
                <a:cs typeface="Tahoma"/>
              </a:rPr>
              <a:t>ing</a:t>
            </a:r>
            <a:r>
              <a:rPr sz="2400" spc="114" dirty="0">
                <a:latin typeface="Times New Roman"/>
                <a:cs typeface="Times New Roman"/>
              </a:rPr>
              <a:t> </a:t>
            </a:r>
            <a:r>
              <a:rPr sz="2400" spc="-10" dirty="0">
                <a:latin typeface="Tahoma"/>
                <a:cs typeface="Tahoma"/>
              </a:rPr>
              <a:t>(</a:t>
            </a:r>
            <a:r>
              <a:rPr sz="2400" spc="-5" dirty="0">
                <a:latin typeface="Tahoma"/>
                <a:cs typeface="Tahoma"/>
              </a:rPr>
              <a:t>I</a:t>
            </a:r>
            <a:r>
              <a:rPr sz="2400" spc="-10" dirty="0">
                <a:latin typeface="Tahoma"/>
                <a:cs typeface="Tahoma"/>
              </a:rPr>
              <a:t>)</a:t>
            </a:r>
            <a:endParaRPr sz="2400">
              <a:latin typeface="Tahoma"/>
              <a:cs typeface="Tahoma"/>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587815"/>
            <a:ext cx="10515600" cy="880182"/>
          </a:xfrm>
          <a:prstGeom prst="rect">
            <a:avLst/>
          </a:prstGeom>
        </p:spPr>
        <p:txBody>
          <a:bodyPr vert="horz" wrap="square" lIns="0" tIns="201110" rIns="0" bIns="0" rtlCol="0" anchor="ctr">
            <a:spAutoFit/>
          </a:bodyPr>
          <a:lstStyle/>
          <a:p>
            <a:pPr marL="2866390">
              <a:lnSpc>
                <a:spcPct val="100000"/>
              </a:lnSpc>
            </a:pPr>
            <a:r>
              <a:rPr spc="-20" dirty="0">
                <a:latin typeface="Arial"/>
                <a:cs typeface="Arial"/>
              </a:rPr>
              <a:t>Pha</a:t>
            </a:r>
            <a:r>
              <a:rPr spc="-10" dirty="0">
                <a:latin typeface="Arial"/>
                <a:cs typeface="Arial"/>
              </a:rPr>
              <a:t>s</a:t>
            </a:r>
            <a:r>
              <a:rPr spc="-20" dirty="0">
                <a:latin typeface="Arial"/>
                <a:cs typeface="Arial"/>
              </a:rPr>
              <a:t>e</a:t>
            </a:r>
            <a:r>
              <a:rPr spc="75" dirty="0">
                <a:latin typeface="Times New Roman"/>
                <a:cs typeface="Times New Roman"/>
              </a:rPr>
              <a:t> </a:t>
            </a:r>
            <a:r>
              <a:rPr spc="-15" dirty="0">
                <a:latin typeface="Arial"/>
                <a:cs typeface="Arial"/>
              </a:rPr>
              <a:t>XI</a:t>
            </a:r>
            <a:r>
              <a:rPr spc="75" dirty="0">
                <a:latin typeface="Times New Roman"/>
                <a:cs typeface="Times New Roman"/>
              </a:rPr>
              <a:t> </a:t>
            </a:r>
            <a:r>
              <a:rPr spc="-25" dirty="0">
                <a:latin typeface="Arial"/>
                <a:cs typeface="Arial"/>
              </a:rPr>
              <a:t>Res</a:t>
            </a:r>
            <a:r>
              <a:rPr spc="-15" dirty="0">
                <a:latin typeface="Arial"/>
                <a:cs typeface="Arial"/>
              </a:rPr>
              <a:t>ults</a:t>
            </a:r>
          </a:p>
        </p:txBody>
      </p:sp>
      <p:sp>
        <p:nvSpPr>
          <p:cNvPr id="4" name="object 4"/>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
        <p:nvSpPr>
          <p:cNvPr id="3" name="object 3"/>
          <p:cNvSpPr txBox="1"/>
          <p:nvPr/>
        </p:nvSpPr>
        <p:spPr>
          <a:xfrm>
            <a:off x="1717040" y="1684473"/>
            <a:ext cx="8218170" cy="2539157"/>
          </a:xfrm>
          <a:prstGeom prst="rect">
            <a:avLst/>
          </a:prstGeom>
        </p:spPr>
        <p:txBody>
          <a:bodyPr vert="horz" wrap="square" lIns="0" tIns="0" rIns="0" bIns="0" rtlCol="0">
            <a:spAutoFit/>
          </a:bodyPr>
          <a:lstStyle/>
          <a:p>
            <a:pPr marL="355600" indent="-342900">
              <a:buFont typeface="Tahoma"/>
              <a:buChar char="•"/>
              <a:tabLst>
                <a:tab pos="355600" algn="l"/>
              </a:tabLst>
            </a:pPr>
            <a:r>
              <a:rPr sz="2400" spc="-5" dirty="0">
                <a:latin typeface="Tahoma"/>
                <a:cs typeface="Tahoma"/>
              </a:rPr>
              <a:t>Nee</a:t>
            </a:r>
            <a:r>
              <a:rPr sz="2400" dirty="0">
                <a:latin typeface="Tahoma"/>
                <a:cs typeface="Tahoma"/>
              </a:rPr>
              <a:t>d</a:t>
            </a:r>
            <a:r>
              <a:rPr sz="2400" spc="160" dirty="0">
                <a:latin typeface="Times New Roman"/>
                <a:cs typeface="Times New Roman"/>
              </a:rPr>
              <a:t> </a:t>
            </a:r>
            <a:r>
              <a:rPr sz="2400" spc="-5" dirty="0">
                <a:latin typeface="Tahoma"/>
                <a:cs typeface="Tahoma"/>
              </a:rPr>
              <a:t>t</a:t>
            </a:r>
            <a:r>
              <a:rPr sz="2400" spc="5" dirty="0">
                <a:latin typeface="Tahoma"/>
                <a:cs typeface="Tahoma"/>
              </a:rPr>
              <a:t>o</a:t>
            </a:r>
            <a:r>
              <a:rPr sz="2400" spc="-10" dirty="0">
                <a:latin typeface="Tahoma"/>
                <a:cs typeface="Tahoma"/>
              </a:rPr>
              <a:t>:</a:t>
            </a:r>
            <a:endParaRPr sz="2400" dirty="0">
              <a:latin typeface="Tahoma"/>
              <a:cs typeface="Tahoma"/>
            </a:endParaRPr>
          </a:p>
          <a:p>
            <a:pPr marL="355600" indent="-342900">
              <a:spcBef>
                <a:spcPts val="575"/>
              </a:spcBef>
              <a:buFont typeface="Tahoma"/>
              <a:buChar char="•"/>
              <a:tabLst>
                <a:tab pos="355600" algn="l"/>
              </a:tabLst>
            </a:pPr>
            <a:r>
              <a:rPr sz="2400" spc="-20" dirty="0">
                <a:latin typeface="Tahoma"/>
                <a:cs typeface="Tahoma"/>
              </a:rPr>
              <a:t>Salar</a:t>
            </a:r>
            <a:r>
              <a:rPr sz="2400" spc="-15" dirty="0">
                <a:latin typeface="Tahoma"/>
                <a:cs typeface="Tahoma"/>
              </a:rPr>
              <a:t>y</a:t>
            </a:r>
            <a:r>
              <a:rPr sz="2400" spc="160" dirty="0">
                <a:latin typeface="Times New Roman"/>
                <a:cs typeface="Times New Roman"/>
              </a:rPr>
              <a:t> </a:t>
            </a:r>
            <a:r>
              <a:rPr sz="2400" spc="-10" dirty="0">
                <a:latin typeface="Tahoma"/>
                <a:cs typeface="Tahoma"/>
              </a:rPr>
              <a:t>an</a:t>
            </a:r>
            <a:r>
              <a:rPr sz="2400" spc="-15" dirty="0">
                <a:latin typeface="Tahoma"/>
                <a:cs typeface="Tahoma"/>
              </a:rPr>
              <a:t>d</a:t>
            </a:r>
            <a:r>
              <a:rPr sz="2400" spc="155" dirty="0">
                <a:latin typeface="Times New Roman"/>
                <a:cs typeface="Times New Roman"/>
              </a:rPr>
              <a:t> </a:t>
            </a:r>
            <a:r>
              <a:rPr sz="2400" spc="-5" dirty="0">
                <a:latin typeface="Tahoma"/>
                <a:cs typeface="Tahoma"/>
              </a:rPr>
              <a:t>F</a:t>
            </a:r>
            <a:r>
              <a:rPr sz="2400" spc="-10" dirty="0">
                <a:latin typeface="Tahoma"/>
                <a:cs typeface="Tahoma"/>
              </a:rPr>
              <a:t>ring</a:t>
            </a:r>
            <a:r>
              <a:rPr sz="2400" dirty="0">
                <a:latin typeface="Tahoma"/>
                <a:cs typeface="Tahoma"/>
              </a:rPr>
              <a:t>e</a:t>
            </a:r>
            <a:r>
              <a:rPr sz="2400" spc="130" dirty="0">
                <a:latin typeface="Times New Roman"/>
                <a:cs typeface="Times New Roman"/>
              </a:rPr>
              <a:t> </a:t>
            </a:r>
            <a:r>
              <a:rPr sz="2400" spc="-5" dirty="0">
                <a:latin typeface="Tahoma"/>
                <a:cs typeface="Tahoma"/>
              </a:rPr>
              <a:t>Be</a:t>
            </a:r>
            <a:r>
              <a:rPr sz="2400" spc="10" dirty="0">
                <a:latin typeface="Tahoma"/>
                <a:cs typeface="Tahoma"/>
              </a:rPr>
              <a:t>n</a:t>
            </a:r>
            <a:r>
              <a:rPr sz="2400" spc="-5" dirty="0">
                <a:latin typeface="Tahoma"/>
                <a:cs typeface="Tahoma"/>
              </a:rPr>
              <a:t>ef</a:t>
            </a:r>
            <a:r>
              <a:rPr sz="2400" spc="5" dirty="0">
                <a:latin typeface="Tahoma"/>
                <a:cs typeface="Tahoma"/>
              </a:rPr>
              <a:t>i</a:t>
            </a:r>
            <a:r>
              <a:rPr sz="2400" spc="-5" dirty="0">
                <a:latin typeface="Tahoma"/>
                <a:cs typeface="Tahoma"/>
              </a:rPr>
              <a:t>t</a:t>
            </a:r>
            <a:r>
              <a:rPr sz="2400" dirty="0">
                <a:latin typeface="Tahoma"/>
                <a:cs typeface="Tahoma"/>
              </a:rPr>
              <a:t>s</a:t>
            </a:r>
            <a:r>
              <a:rPr sz="2400" spc="150" dirty="0">
                <a:latin typeface="Times New Roman"/>
                <a:cs typeface="Times New Roman"/>
              </a:rPr>
              <a:t> </a:t>
            </a:r>
            <a:r>
              <a:rPr sz="2400" spc="-5" dirty="0" smtClean="0">
                <a:latin typeface="Tahoma"/>
                <a:cs typeface="Tahoma"/>
              </a:rPr>
              <a:t>clear</a:t>
            </a:r>
            <a:endParaRPr sz="2400" dirty="0">
              <a:latin typeface="Tahoma"/>
              <a:cs typeface="Tahoma"/>
            </a:endParaRPr>
          </a:p>
          <a:p>
            <a:pPr marL="355600" indent="-342900">
              <a:spcBef>
                <a:spcPts val="575"/>
              </a:spcBef>
              <a:buFont typeface="Tahoma"/>
              <a:buChar char="•"/>
              <a:tabLst>
                <a:tab pos="355600" algn="l"/>
              </a:tabLst>
            </a:pPr>
            <a:r>
              <a:rPr sz="2400" spc="-5" dirty="0">
                <a:latin typeface="Tahoma"/>
                <a:cs typeface="Tahoma"/>
              </a:rPr>
              <a:t>I</a:t>
            </a:r>
            <a:r>
              <a:rPr sz="2400" spc="5" dirty="0">
                <a:latin typeface="Tahoma"/>
                <a:cs typeface="Tahoma"/>
              </a:rPr>
              <a:t>n</a:t>
            </a:r>
            <a:r>
              <a:rPr sz="2400" dirty="0">
                <a:latin typeface="Tahoma"/>
                <a:cs typeface="Tahoma"/>
              </a:rPr>
              <a:t>d</a:t>
            </a:r>
            <a:r>
              <a:rPr sz="2400" spc="5" dirty="0">
                <a:latin typeface="Tahoma"/>
                <a:cs typeface="Tahoma"/>
              </a:rPr>
              <a:t>i</a:t>
            </a:r>
            <a:r>
              <a:rPr sz="2400" spc="-5" dirty="0">
                <a:latin typeface="Tahoma"/>
                <a:cs typeface="Tahoma"/>
              </a:rPr>
              <a:t>v</a:t>
            </a:r>
            <a:r>
              <a:rPr sz="2400" spc="5" dirty="0">
                <a:latin typeface="Tahoma"/>
                <a:cs typeface="Tahoma"/>
              </a:rPr>
              <a:t>i</a:t>
            </a:r>
            <a:r>
              <a:rPr sz="2400" dirty="0">
                <a:latin typeface="Tahoma"/>
                <a:cs typeface="Tahoma"/>
              </a:rPr>
              <a:t>d</a:t>
            </a:r>
            <a:r>
              <a:rPr sz="2400" spc="10" dirty="0">
                <a:latin typeface="Tahoma"/>
                <a:cs typeface="Tahoma"/>
              </a:rPr>
              <a:t>u</a:t>
            </a:r>
            <a:r>
              <a:rPr sz="2400" dirty="0">
                <a:latin typeface="Tahoma"/>
                <a:cs typeface="Tahoma"/>
              </a:rPr>
              <a:t>al</a:t>
            </a:r>
            <a:r>
              <a:rPr sz="2400" spc="120" dirty="0">
                <a:latin typeface="Times New Roman"/>
                <a:cs typeface="Times New Roman"/>
              </a:rPr>
              <a:t> </a:t>
            </a:r>
            <a:r>
              <a:rPr sz="2400" spc="-5" dirty="0">
                <a:latin typeface="Tahoma"/>
                <a:cs typeface="Tahoma"/>
              </a:rPr>
              <a:t>B</a:t>
            </a:r>
            <a:r>
              <a:rPr sz="2400" spc="5" dirty="0">
                <a:latin typeface="Tahoma"/>
                <a:cs typeface="Tahoma"/>
              </a:rPr>
              <a:t>o</a:t>
            </a:r>
            <a:r>
              <a:rPr sz="2400" dirty="0">
                <a:latin typeface="Tahoma"/>
                <a:cs typeface="Tahoma"/>
              </a:rPr>
              <a:t>n</a:t>
            </a:r>
            <a:r>
              <a:rPr sz="2400" spc="10" dirty="0">
                <a:latin typeface="Tahoma"/>
                <a:cs typeface="Tahoma"/>
              </a:rPr>
              <a:t>u</a:t>
            </a:r>
            <a:r>
              <a:rPr sz="2400" dirty="0">
                <a:latin typeface="Tahoma"/>
                <a:cs typeface="Tahoma"/>
              </a:rPr>
              <a:t>s</a:t>
            </a:r>
            <a:r>
              <a:rPr sz="2400" spc="125" dirty="0">
                <a:latin typeface="Times New Roman"/>
                <a:cs typeface="Times New Roman"/>
              </a:rPr>
              <a:t> </a:t>
            </a:r>
            <a:r>
              <a:rPr sz="2400" spc="-5" dirty="0">
                <a:latin typeface="Tahoma"/>
                <a:cs typeface="Tahoma"/>
              </a:rPr>
              <a:t>f</a:t>
            </a:r>
            <a:r>
              <a:rPr sz="2400" spc="5" dirty="0">
                <a:latin typeface="Tahoma"/>
                <a:cs typeface="Tahoma"/>
              </a:rPr>
              <a:t>o</a:t>
            </a:r>
            <a:r>
              <a:rPr sz="2400" dirty="0">
                <a:latin typeface="Tahoma"/>
                <a:cs typeface="Tahoma"/>
              </a:rPr>
              <a:t>r</a:t>
            </a:r>
            <a:r>
              <a:rPr sz="2400" spc="125" dirty="0">
                <a:latin typeface="Times New Roman"/>
                <a:cs typeface="Times New Roman"/>
              </a:rPr>
              <a:t> </a:t>
            </a:r>
            <a:r>
              <a:rPr sz="2400" spc="-5" dirty="0">
                <a:latin typeface="Tahoma"/>
                <a:cs typeface="Tahoma"/>
              </a:rPr>
              <a:t>Blac</a:t>
            </a:r>
            <a:r>
              <a:rPr sz="2400" dirty="0">
                <a:latin typeface="Tahoma"/>
                <a:cs typeface="Tahoma"/>
              </a:rPr>
              <a:t>k</a:t>
            </a:r>
            <a:r>
              <a:rPr sz="2400" spc="160" dirty="0">
                <a:latin typeface="Times New Roman"/>
                <a:cs typeface="Times New Roman"/>
              </a:rPr>
              <a:t> </a:t>
            </a:r>
            <a:r>
              <a:rPr sz="2400" dirty="0">
                <a:latin typeface="Tahoma"/>
                <a:cs typeface="Tahoma"/>
              </a:rPr>
              <a:t>Bo</a:t>
            </a:r>
            <a:r>
              <a:rPr sz="2400" spc="5" dirty="0">
                <a:latin typeface="Tahoma"/>
                <a:cs typeface="Tahoma"/>
              </a:rPr>
              <a:t>o</a:t>
            </a:r>
            <a:r>
              <a:rPr sz="2400" dirty="0">
                <a:latin typeface="Tahoma"/>
                <a:cs typeface="Tahoma"/>
              </a:rPr>
              <a:t>k</a:t>
            </a:r>
            <a:r>
              <a:rPr sz="2400" spc="135" dirty="0">
                <a:latin typeface="Times New Roman"/>
                <a:cs typeface="Times New Roman"/>
              </a:rPr>
              <a:t> </a:t>
            </a:r>
            <a:r>
              <a:rPr sz="2400" spc="-5" dirty="0">
                <a:latin typeface="Tahoma"/>
                <a:cs typeface="Tahoma"/>
              </a:rPr>
              <a:t>Goal</a:t>
            </a:r>
            <a:r>
              <a:rPr sz="2400" dirty="0">
                <a:latin typeface="Tahoma"/>
                <a:cs typeface="Tahoma"/>
              </a:rPr>
              <a:t>s</a:t>
            </a:r>
            <a:r>
              <a:rPr sz="2400" spc="165" dirty="0">
                <a:latin typeface="Times New Roman"/>
                <a:cs typeface="Times New Roman"/>
              </a:rPr>
              <a:t> </a:t>
            </a:r>
            <a:r>
              <a:rPr sz="2400" dirty="0">
                <a:latin typeface="Tahoma"/>
                <a:cs typeface="Tahoma"/>
              </a:rPr>
              <a:t>as</a:t>
            </a:r>
            <a:r>
              <a:rPr sz="2400" spc="150" dirty="0">
                <a:latin typeface="Times New Roman"/>
                <a:cs typeface="Times New Roman"/>
              </a:rPr>
              <a:t> </a:t>
            </a:r>
            <a:r>
              <a:rPr sz="2400" dirty="0">
                <a:latin typeface="Tahoma"/>
                <a:cs typeface="Tahoma"/>
              </a:rPr>
              <a:t>l</a:t>
            </a:r>
            <a:r>
              <a:rPr sz="2400" spc="5" dirty="0">
                <a:latin typeface="Tahoma"/>
                <a:cs typeface="Tahoma"/>
              </a:rPr>
              <a:t>o</a:t>
            </a:r>
            <a:r>
              <a:rPr sz="2400" dirty="0">
                <a:latin typeface="Tahoma"/>
                <a:cs typeface="Tahoma"/>
              </a:rPr>
              <a:t>ng</a:t>
            </a:r>
            <a:r>
              <a:rPr sz="2400" spc="140" dirty="0">
                <a:latin typeface="Times New Roman"/>
                <a:cs typeface="Times New Roman"/>
              </a:rPr>
              <a:t> </a:t>
            </a:r>
            <a:r>
              <a:rPr sz="2400" dirty="0">
                <a:latin typeface="Tahoma"/>
                <a:cs typeface="Tahoma"/>
              </a:rPr>
              <a:t>as</a:t>
            </a:r>
            <a:r>
              <a:rPr sz="2400" spc="150" dirty="0">
                <a:latin typeface="Times New Roman"/>
                <a:cs typeface="Times New Roman"/>
              </a:rPr>
              <a:t> </a:t>
            </a:r>
            <a:r>
              <a:rPr sz="2400" spc="-5" dirty="0">
                <a:latin typeface="Tahoma"/>
                <a:cs typeface="Tahoma"/>
              </a:rPr>
              <a:t>c</a:t>
            </a:r>
            <a:r>
              <a:rPr sz="2400" spc="5" dirty="0">
                <a:latin typeface="Tahoma"/>
                <a:cs typeface="Tahoma"/>
              </a:rPr>
              <a:t>o</a:t>
            </a:r>
            <a:r>
              <a:rPr sz="2400" dirty="0">
                <a:latin typeface="Tahoma"/>
                <a:cs typeface="Tahoma"/>
              </a:rPr>
              <a:t>mp</a:t>
            </a:r>
            <a:r>
              <a:rPr sz="2400" spc="5" dirty="0">
                <a:latin typeface="Tahoma"/>
                <a:cs typeface="Tahoma"/>
              </a:rPr>
              <a:t>a</a:t>
            </a:r>
            <a:r>
              <a:rPr sz="2400" dirty="0">
                <a:latin typeface="Tahoma"/>
                <a:cs typeface="Tahoma"/>
              </a:rPr>
              <a:t>ny</a:t>
            </a:r>
          </a:p>
          <a:p>
            <a:pPr marL="355600"/>
            <a:r>
              <a:rPr sz="2400" spc="-15" dirty="0">
                <a:latin typeface="Tahoma"/>
                <a:cs typeface="Tahoma"/>
              </a:rPr>
              <a:t>ac</a:t>
            </a:r>
            <a:r>
              <a:rPr sz="2400" spc="-10" dirty="0">
                <a:latin typeface="Tahoma"/>
                <a:cs typeface="Tahoma"/>
              </a:rPr>
              <a:t>hiev</a:t>
            </a:r>
            <a:r>
              <a:rPr sz="2400" spc="-5" dirty="0">
                <a:latin typeface="Tahoma"/>
                <a:cs typeface="Tahoma"/>
              </a:rPr>
              <a:t>e</a:t>
            </a:r>
            <a:r>
              <a:rPr sz="2400" dirty="0">
                <a:latin typeface="Tahoma"/>
                <a:cs typeface="Tahoma"/>
              </a:rPr>
              <a:t>s</a:t>
            </a:r>
            <a:r>
              <a:rPr sz="2400" spc="165" dirty="0">
                <a:latin typeface="Times New Roman"/>
                <a:cs typeface="Times New Roman"/>
              </a:rPr>
              <a:t> </a:t>
            </a:r>
            <a:r>
              <a:rPr sz="2400" spc="-5" dirty="0">
                <a:latin typeface="Tahoma"/>
                <a:cs typeface="Tahoma"/>
              </a:rPr>
              <a:t>t</a:t>
            </a:r>
            <a:r>
              <a:rPr sz="2400" spc="5" dirty="0">
                <a:latin typeface="Tahoma"/>
                <a:cs typeface="Tahoma"/>
              </a:rPr>
              <a:t>h</a:t>
            </a:r>
            <a:r>
              <a:rPr sz="2400" spc="-5" dirty="0">
                <a:latin typeface="Tahoma"/>
                <a:cs typeface="Tahoma"/>
              </a:rPr>
              <a:t>res</a:t>
            </a:r>
            <a:r>
              <a:rPr sz="2400" spc="5" dirty="0">
                <a:latin typeface="Tahoma"/>
                <a:cs typeface="Tahoma"/>
              </a:rPr>
              <a:t>h</a:t>
            </a:r>
            <a:r>
              <a:rPr sz="2400" spc="-15" dirty="0">
                <a:latin typeface="Tahoma"/>
                <a:cs typeface="Tahoma"/>
              </a:rPr>
              <a:t>old</a:t>
            </a:r>
            <a:r>
              <a:rPr sz="2400" spc="125" dirty="0">
                <a:latin typeface="Times New Roman"/>
                <a:cs typeface="Times New Roman"/>
              </a:rPr>
              <a:t> </a:t>
            </a:r>
            <a:r>
              <a:rPr sz="2400" spc="-10" dirty="0">
                <a:latin typeface="Tahoma"/>
                <a:cs typeface="Tahoma"/>
              </a:rPr>
              <a:t>g</a:t>
            </a:r>
            <a:r>
              <a:rPr sz="2400" spc="-15" dirty="0">
                <a:latin typeface="Tahoma"/>
                <a:cs typeface="Tahoma"/>
              </a:rPr>
              <a:t>oals</a:t>
            </a:r>
            <a:endParaRPr sz="2400" dirty="0">
              <a:latin typeface="Tahoma"/>
              <a:cs typeface="Tahoma"/>
            </a:endParaRPr>
          </a:p>
          <a:p>
            <a:pPr>
              <a:spcBef>
                <a:spcPts val="7"/>
              </a:spcBef>
            </a:pPr>
            <a:endParaRPr sz="3500" dirty="0">
              <a:latin typeface="Times New Roman"/>
              <a:cs typeface="Times New Roman"/>
            </a:endParaRPr>
          </a:p>
          <a:p>
            <a:pPr marL="355600" indent="-342900">
              <a:buFont typeface="Tahoma"/>
              <a:buChar char="•"/>
              <a:tabLst>
                <a:tab pos="355600" algn="l"/>
              </a:tabLst>
            </a:pPr>
            <a:r>
              <a:rPr sz="2400" spc="-5" dirty="0">
                <a:latin typeface="Tahoma"/>
                <a:cs typeface="Tahoma"/>
              </a:rPr>
              <a:t>Nic</a:t>
            </a:r>
            <a:r>
              <a:rPr sz="2400" dirty="0">
                <a:latin typeface="Tahoma"/>
                <a:cs typeface="Tahoma"/>
              </a:rPr>
              <a:t>e</a:t>
            </a:r>
            <a:r>
              <a:rPr sz="2400" spc="165" dirty="0">
                <a:latin typeface="Times New Roman"/>
                <a:cs typeface="Times New Roman"/>
              </a:rPr>
              <a:t> </a:t>
            </a:r>
            <a:r>
              <a:rPr sz="2400" spc="-5" dirty="0">
                <a:latin typeface="Tahoma"/>
                <a:cs typeface="Tahoma"/>
              </a:rPr>
              <a:t>t</a:t>
            </a:r>
            <a:r>
              <a:rPr sz="2400" dirty="0">
                <a:latin typeface="Tahoma"/>
                <a:cs typeface="Tahoma"/>
              </a:rPr>
              <a:t>o</a:t>
            </a:r>
            <a:r>
              <a:rPr sz="2400" spc="-10" dirty="0">
                <a:latin typeface="Tahoma"/>
                <a:cs typeface="Tahoma"/>
              </a:rPr>
              <a:t>:</a:t>
            </a:r>
            <a:r>
              <a:rPr sz="2400" spc="130" dirty="0">
                <a:latin typeface="Times New Roman"/>
                <a:cs typeface="Times New Roman"/>
              </a:rPr>
              <a:t> </a:t>
            </a:r>
            <a:r>
              <a:rPr sz="2400" spc="-5" dirty="0">
                <a:latin typeface="Tahoma"/>
                <a:cs typeface="Tahoma"/>
              </a:rPr>
              <a:t>Pro</a:t>
            </a:r>
            <a:r>
              <a:rPr sz="2400" dirty="0">
                <a:latin typeface="Tahoma"/>
                <a:cs typeface="Tahoma"/>
              </a:rPr>
              <a:t>fit</a:t>
            </a:r>
            <a:r>
              <a:rPr sz="2400" spc="130" dirty="0">
                <a:latin typeface="Times New Roman"/>
                <a:cs typeface="Times New Roman"/>
              </a:rPr>
              <a:t> </a:t>
            </a:r>
            <a:r>
              <a:rPr sz="2400" spc="-5" dirty="0">
                <a:latin typeface="Tahoma"/>
                <a:cs typeface="Tahoma"/>
              </a:rPr>
              <a:t>Shari</a:t>
            </a:r>
            <a:r>
              <a:rPr sz="2400" spc="10" dirty="0">
                <a:latin typeface="Tahoma"/>
                <a:cs typeface="Tahoma"/>
              </a:rPr>
              <a:t>n</a:t>
            </a:r>
            <a:r>
              <a:rPr sz="2400" dirty="0">
                <a:latin typeface="Tahoma"/>
                <a:cs typeface="Tahoma"/>
              </a:rPr>
              <a:t>g</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31469" y="1803113"/>
            <a:ext cx="9379585" cy="3499932"/>
          </a:xfrm>
          <a:prstGeom prst="rect">
            <a:avLst/>
          </a:prstGeom>
        </p:spPr>
        <p:txBody>
          <a:bodyPr vert="horz" wrap="square" lIns="0" tIns="0" rIns="0" bIns="0" rtlCol="0">
            <a:spAutoFit/>
          </a:bodyPr>
          <a:lstStyle/>
          <a:p>
            <a:pPr marL="12700"/>
            <a:r>
              <a:rPr sz="2800" dirty="0">
                <a:latin typeface="Arial"/>
                <a:cs typeface="Arial"/>
              </a:rPr>
              <a:t>The</a:t>
            </a:r>
            <a:r>
              <a:rPr sz="2800" spc="65" dirty="0">
                <a:latin typeface="Times New Roman"/>
                <a:cs typeface="Times New Roman"/>
              </a:rPr>
              <a:t> </a:t>
            </a:r>
            <a:r>
              <a:rPr sz="2800" dirty="0">
                <a:latin typeface="Arial"/>
                <a:cs typeface="Arial"/>
              </a:rPr>
              <a:t>ba</a:t>
            </a:r>
            <a:r>
              <a:rPr sz="2800" spc="-10" dirty="0">
                <a:latin typeface="Arial"/>
                <a:cs typeface="Arial"/>
              </a:rPr>
              <a:t>l</a:t>
            </a:r>
            <a:r>
              <a:rPr sz="2800" spc="-5" dirty="0">
                <a:latin typeface="Arial"/>
                <a:cs typeface="Arial"/>
              </a:rPr>
              <a:t>an</a:t>
            </a:r>
            <a:r>
              <a:rPr sz="2800" spc="-15" dirty="0">
                <a:latin typeface="Arial"/>
                <a:cs typeface="Arial"/>
              </a:rPr>
              <a:t>c</a:t>
            </a:r>
            <a:r>
              <a:rPr sz="2800" dirty="0">
                <a:latin typeface="Arial"/>
                <a:cs typeface="Arial"/>
              </a:rPr>
              <a:t>e</a:t>
            </a:r>
            <a:r>
              <a:rPr sz="2800" spc="55" dirty="0">
                <a:latin typeface="Times New Roman"/>
                <a:cs typeface="Times New Roman"/>
              </a:rPr>
              <a:t> </a:t>
            </a:r>
            <a:r>
              <a:rPr sz="2800" dirty="0">
                <a:latin typeface="Arial"/>
                <a:cs typeface="Arial"/>
              </a:rPr>
              <a:t>betwe</a:t>
            </a:r>
            <a:r>
              <a:rPr sz="2800" spc="-20" dirty="0">
                <a:latin typeface="Arial"/>
                <a:cs typeface="Arial"/>
              </a:rPr>
              <a:t>e</a:t>
            </a:r>
            <a:r>
              <a:rPr sz="2800" dirty="0">
                <a:latin typeface="Arial"/>
                <a:cs typeface="Arial"/>
              </a:rPr>
              <a:t>n</a:t>
            </a:r>
            <a:r>
              <a:rPr sz="2800" spc="60" dirty="0">
                <a:latin typeface="Times New Roman"/>
                <a:cs typeface="Times New Roman"/>
              </a:rPr>
              <a:t> </a:t>
            </a:r>
            <a:r>
              <a:rPr sz="2800" dirty="0">
                <a:latin typeface="Arial"/>
                <a:cs typeface="Arial"/>
              </a:rPr>
              <a:t>intrin</a:t>
            </a:r>
            <a:r>
              <a:rPr sz="2800" spc="-15" dirty="0">
                <a:latin typeface="Arial"/>
                <a:cs typeface="Arial"/>
              </a:rPr>
              <a:t>s</a:t>
            </a:r>
            <a:r>
              <a:rPr sz="2800" dirty="0">
                <a:latin typeface="Arial"/>
                <a:cs typeface="Arial"/>
              </a:rPr>
              <a:t>ic</a:t>
            </a:r>
            <a:r>
              <a:rPr sz="2800" spc="50" dirty="0">
                <a:latin typeface="Times New Roman"/>
                <a:cs typeface="Times New Roman"/>
              </a:rPr>
              <a:t> </a:t>
            </a:r>
            <a:r>
              <a:rPr sz="2800" spc="-5" dirty="0">
                <a:latin typeface="Arial"/>
                <a:cs typeface="Arial"/>
              </a:rPr>
              <a:t>an</a:t>
            </a:r>
            <a:r>
              <a:rPr sz="2800" dirty="0">
                <a:latin typeface="Arial"/>
                <a:cs typeface="Arial"/>
              </a:rPr>
              <a:t>d</a:t>
            </a:r>
            <a:r>
              <a:rPr sz="2800" spc="70" dirty="0">
                <a:latin typeface="Times New Roman"/>
                <a:cs typeface="Times New Roman"/>
              </a:rPr>
              <a:t> </a:t>
            </a:r>
            <a:r>
              <a:rPr sz="2800" spc="-5" dirty="0">
                <a:latin typeface="Arial"/>
                <a:cs typeface="Arial"/>
              </a:rPr>
              <a:t>e</a:t>
            </a:r>
            <a:r>
              <a:rPr sz="2800" spc="-15" dirty="0">
                <a:latin typeface="Arial"/>
                <a:cs typeface="Arial"/>
              </a:rPr>
              <a:t>x</a:t>
            </a:r>
            <a:r>
              <a:rPr sz="2800" dirty="0">
                <a:latin typeface="Arial"/>
                <a:cs typeface="Arial"/>
              </a:rPr>
              <a:t>trins</a:t>
            </a:r>
            <a:r>
              <a:rPr sz="2800" spc="-10" dirty="0">
                <a:latin typeface="Arial"/>
                <a:cs typeface="Arial"/>
              </a:rPr>
              <a:t>i</a:t>
            </a:r>
            <a:r>
              <a:rPr sz="2800" dirty="0">
                <a:latin typeface="Arial"/>
                <a:cs typeface="Arial"/>
              </a:rPr>
              <a:t>c</a:t>
            </a:r>
          </a:p>
          <a:p>
            <a:pPr marL="18415">
              <a:spcBef>
                <a:spcPts val="45"/>
              </a:spcBef>
            </a:pPr>
            <a:r>
              <a:rPr sz="2800" spc="-5" dirty="0">
                <a:latin typeface="Arial"/>
                <a:cs typeface="Arial"/>
              </a:rPr>
              <a:t>rew</a:t>
            </a:r>
            <a:r>
              <a:rPr sz="2800" spc="-15" dirty="0">
                <a:latin typeface="Arial"/>
                <a:cs typeface="Arial"/>
              </a:rPr>
              <a:t>a</a:t>
            </a:r>
            <a:r>
              <a:rPr sz="2800" spc="-5" dirty="0">
                <a:latin typeface="Arial"/>
                <a:cs typeface="Arial"/>
              </a:rPr>
              <a:t>rds</a:t>
            </a:r>
            <a:endParaRPr sz="2800" dirty="0">
              <a:latin typeface="Arial"/>
              <a:cs typeface="Arial"/>
            </a:endParaRPr>
          </a:p>
          <a:p>
            <a:pPr marL="18415" marR="854075" indent="-6350">
              <a:lnSpc>
                <a:spcPct val="101099"/>
              </a:lnSpc>
              <a:spcBef>
                <a:spcPts val="1889"/>
              </a:spcBef>
            </a:pPr>
            <a:r>
              <a:rPr sz="2800" spc="-5" dirty="0">
                <a:latin typeface="Arial"/>
                <a:cs typeface="Arial"/>
              </a:rPr>
              <a:t>Rewar</a:t>
            </a:r>
            <a:r>
              <a:rPr sz="2800" dirty="0">
                <a:latin typeface="Arial"/>
                <a:cs typeface="Arial"/>
              </a:rPr>
              <a:t>d</a:t>
            </a:r>
            <a:r>
              <a:rPr sz="2800" spc="60" dirty="0">
                <a:latin typeface="Times New Roman"/>
                <a:cs typeface="Times New Roman"/>
              </a:rPr>
              <a:t> </a:t>
            </a:r>
            <a:r>
              <a:rPr sz="2800" dirty="0">
                <a:latin typeface="Arial"/>
                <a:cs typeface="Arial"/>
              </a:rPr>
              <a:t>Strate</a:t>
            </a:r>
            <a:r>
              <a:rPr sz="2800" spc="-15" dirty="0">
                <a:latin typeface="Arial"/>
                <a:cs typeface="Arial"/>
              </a:rPr>
              <a:t>g</a:t>
            </a:r>
            <a:r>
              <a:rPr sz="2800" dirty="0">
                <a:latin typeface="Arial"/>
                <a:cs typeface="Arial"/>
              </a:rPr>
              <a:t>y</a:t>
            </a:r>
            <a:r>
              <a:rPr sz="2800" spc="70" dirty="0">
                <a:latin typeface="Times New Roman"/>
                <a:cs typeface="Times New Roman"/>
              </a:rPr>
              <a:t> </a:t>
            </a:r>
            <a:r>
              <a:rPr sz="2800" dirty="0">
                <a:latin typeface="Arial"/>
                <a:cs typeface="Arial"/>
              </a:rPr>
              <a:t>is</a:t>
            </a:r>
            <a:r>
              <a:rPr sz="2800" spc="80" dirty="0">
                <a:latin typeface="Times New Roman"/>
                <a:cs typeface="Times New Roman"/>
              </a:rPr>
              <a:t> </a:t>
            </a:r>
            <a:r>
              <a:rPr sz="2800" dirty="0">
                <a:latin typeface="Arial"/>
                <a:cs typeface="Arial"/>
              </a:rPr>
              <a:t>the</a:t>
            </a:r>
            <a:r>
              <a:rPr sz="2800" spc="70" dirty="0">
                <a:latin typeface="Times New Roman"/>
                <a:cs typeface="Times New Roman"/>
              </a:rPr>
              <a:t> </a:t>
            </a:r>
            <a:r>
              <a:rPr sz="2800" spc="-5" dirty="0">
                <a:latin typeface="Arial"/>
                <a:cs typeface="Arial"/>
              </a:rPr>
              <a:t>crit</a:t>
            </a:r>
            <a:r>
              <a:rPr sz="2800" spc="-10" dirty="0">
                <a:latin typeface="Arial"/>
                <a:cs typeface="Arial"/>
              </a:rPr>
              <a:t>e</a:t>
            </a:r>
            <a:r>
              <a:rPr sz="2800" spc="-5" dirty="0">
                <a:latin typeface="Arial"/>
                <a:cs typeface="Arial"/>
              </a:rPr>
              <a:t>ri</a:t>
            </a:r>
            <a:r>
              <a:rPr sz="2800" dirty="0">
                <a:latin typeface="Arial"/>
                <a:cs typeface="Arial"/>
              </a:rPr>
              <a:t>a</a:t>
            </a:r>
            <a:r>
              <a:rPr sz="2800" spc="65" dirty="0">
                <a:latin typeface="Times New Roman"/>
                <a:cs typeface="Times New Roman"/>
              </a:rPr>
              <a:t> </a:t>
            </a:r>
            <a:r>
              <a:rPr sz="2800" dirty="0">
                <a:latin typeface="Arial"/>
                <a:cs typeface="Arial"/>
              </a:rPr>
              <a:t>of</a:t>
            </a:r>
            <a:r>
              <a:rPr sz="2800" spc="70" dirty="0">
                <a:latin typeface="Times New Roman"/>
                <a:cs typeface="Times New Roman"/>
              </a:rPr>
              <a:t> </a:t>
            </a:r>
            <a:r>
              <a:rPr sz="2800" dirty="0">
                <a:latin typeface="Arial"/>
                <a:cs typeface="Arial"/>
              </a:rPr>
              <a:t>the</a:t>
            </a:r>
            <a:r>
              <a:rPr sz="2800" spc="70" dirty="0">
                <a:latin typeface="Times New Roman"/>
                <a:cs typeface="Times New Roman"/>
              </a:rPr>
              <a:t> </a:t>
            </a:r>
            <a:r>
              <a:rPr sz="2800" spc="-5" dirty="0">
                <a:latin typeface="Arial"/>
                <a:cs typeface="Arial"/>
              </a:rPr>
              <a:t>reward</a:t>
            </a:r>
            <a:r>
              <a:rPr sz="2800" spc="-5" dirty="0">
                <a:latin typeface="Times New Roman"/>
                <a:cs typeface="Times New Roman"/>
              </a:rPr>
              <a:t> </a:t>
            </a:r>
            <a:r>
              <a:rPr sz="2800" spc="-5" dirty="0">
                <a:latin typeface="Arial"/>
                <a:cs typeface="Arial"/>
              </a:rPr>
              <a:t>s</a:t>
            </a:r>
            <a:r>
              <a:rPr sz="2800" spc="-15" dirty="0">
                <a:latin typeface="Arial"/>
                <a:cs typeface="Arial"/>
              </a:rPr>
              <a:t>y</a:t>
            </a:r>
            <a:r>
              <a:rPr sz="2800" spc="-5" dirty="0">
                <a:latin typeface="Arial"/>
                <a:cs typeface="Arial"/>
              </a:rPr>
              <a:t>st</a:t>
            </a:r>
            <a:r>
              <a:rPr sz="2800" spc="-15" dirty="0">
                <a:latin typeface="Arial"/>
                <a:cs typeface="Arial"/>
              </a:rPr>
              <a:t>e</a:t>
            </a:r>
            <a:r>
              <a:rPr sz="2800" dirty="0">
                <a:latin typeface="Arial"/>
                <a:cs typeface="Arial"/>
              </a:rPr>
              <a:t>m</a:t>
            </a:r>
            <a:r>
              <a:rPr sz="2800" spc="80" dirty="0">
                <a:latin typeface="Times New Roman"/>
                <a:cs typeface="Times New Roman"/>
              </a:rPr>
              <a:t> </a:t>
            </a:r>
            <a:r>
              <a:rPr sz="2800" dirty="0">
                <a:latin typeface="Arial"/>
                <a:cs typeface="Arial"/>
              </a:rPr>
              <a:t>d</a:t>
            </a:r>
            <a:r>
              <a:rPr sz="2800" spc="-10" dirty="0">
                <a:latin typeface="Arial"/>
                <a:cs typeface="Arial"/>
              </a:rPr>
              <a:t>e</a:t>
            </a:r>
            <a:r>
              <a:rPr sz="2800" dirty="0">
                <a:latin typeface="Arial"/>
                <a:cs typeface="Arial"/>
              </a:rPr>
              <a:t>p</a:t>
            </a:r>
            <a:r>
              <a:rPr sz="2800" spc="-10" dirty="0">
                <a:latin typeface="Arial"/>
                <a:cs typeface="Arial"/>
              </a:rPr>
              <a:t>e</a:t>
            </a:r>
            <a:r>
              <a:rPr sz="2800" dirty="0">
                <a:latin typeface="Arial"/>
                <a:cs typeface="Arial"/>
              </a:rPr>
              <a:t>nd</a:t>
            </a:r>
            <a:r>
              <a:rPr sz="2800" spc="-15" dirty="0">
                <a:latin typeface="Arial"/>
                <a:cs typeface="Arial"/>
              </a:rPr>
              <a:t>e</a:t>
            </a:r>
            <a:r>
              <a:rPr sz="2800" dirty="0">
                <a:latin typeface="Arial"/>
                <a:cs typeface="Arial"/>
              </a:rPr>
              <a:t>nt</a:t>
            </a:r>
            <a:r>
              <a:rPr sz="2800" spc="35" dirty="0">
                <a:latin typeface="Times New Roman"/>
                <a:cs typeface="Times New Roman"/>
              </a:rPr>
              <a:t> </a:t>
            </a:r>
            <a:r>
              <a:rPr sz="2800" dirty="0">
                <a:latin typeface="Arial"/>
                <a:cs typeface="Arial"/>
              </a:rPr>
              <a:t>on</a:t>
            </a:r>
            <a:r>
              <a:rPr sz="2800" spc="65" dirty="0">
                <a:latin typeface="Times New Roman"/>
                <a:cs typeface="Times New Roman"/>
              </a:rPr>
              <a:t> </a:t>
            </a:r>
            <a:r>
              <a:rPr sz="2800" dirty="0">
                <a:latin typeface="Arial"/>
                <a:cs typeface="Arial"/>
              </a:rPr>
              <a:t>LC,</a:t>
            </a:r>
            <a:r>
              <a:rPr sz="2800" spc="85" dirty="0">
                <a:latin typeface="Times New Roman"/>
                <a:cs typeface="Times New Roman"/>
              </a:rPr>
              <a:t> </a:t>
            </a:r>
            <a:r>
              <a:rPr sz="2800" spc="-15" dirty="0">
                <a:latin typeface="Arial"/>
                <a:cs typeface="Arial"/>
              </a:rPr>
              <a:t>S</a:t>
            </a:r>
            <a:r>
              <a:rPr sz="2800" dirty="0">
                <a:latin typeface="Arial"/>
                <a:cs typeface="Arial"/>
              </a:rPr>
              <a:t>trat</a:t>
            </a:r>
            <a:r>
              <a:rPr sz="2800" spc="-15" dirty="0">
                <a:latin typeface="Arial"/>
                <a:cs typeface="Arial"/>
              </a:rPr>
              <a:t>e</a:t>
            </a:r>
            <a:r>
              <a:rPr sz="2800" dirty="0">
                <a:latin typeface="Arial"/>
                <a:cs typeface="Arial"/>
              </a:rPr>
              <a:t>g</a:t>
            </a:r>
            <a:r>
              <a:rPr sz="2800" spc="-254" dirty="0">
                <a:latin typeface="Arial"/>
                <a:cs typeface="Arial"/>
              </a:rPr>
              <a:t>y</a:t>
            </a:r>
            <a:r>
              <a:rPr sz="2800" dirty="0">
                <a:latin typeface="Arial"/>
                <a:cs typeface="Arial"/>
              </a:rPr>
              <a:t>,</a:t>
            </a:r>
            <a:r>
              <a:rPr sz="2800" spc="55" dirty="0">
                <a:latin typeface="Times New Roman"/>
                <a:cs typeface="Times New Roman"/>
              </a:rPr>
              <a:t> </a:t>
            </a:r>
            <a:r>
              <a:rPr sz="2800" spc="-5" dirty="0">
                <a:latin typeface="Arial"/>
                <a:cs typeface="Arial"/>
              </a:rPr>
              <a:t>De</a:t>
            </a:r>
            <a:r>
              <a:rPr sz="2800" spc="-15" dirty="0">
                <a:latin typeface="Arial"/>
                <a:cs typeface="Arial"/>
              </a:rPr>
              <a:t>s</a:t>
            </a:r>
            <a:r>
              <a:rPr sz="2800" dirty="0">
                <a:latin typeface="Arial"/>
                <a:cs typeface="Arial"/>
              </a:rPr>
              <a:t>ired</a:t>
            </a:r>
            <a:r>
              <a:rPr sz="2800" dirty="0">
                <a:latin typeface="Times New Roman"/>
                <a:cs typeface="Times New Roman"/>
              </a:rPr>
              <a:t> </a:t>
            </a:r>
            <a:r>
              <a:rPr sz="2800" spc="-5" dirty="0">
                <a:latin typeface="Arial"/>
                <a:cs typeface="Arial"/>
              </a:rPr>
              <a:t>Beh</a:t>
            </a:r>
            <a:r>
              <a:rPr sz="2800" spc="-10" dirty="0">
                <a:latin typeface="Arial"/>
                <a:cs typeface="Arial"/>
              </a:rPr>
              <a:t>a</a:t>
            </a:r>
            <a:r>
              <a:rPr sz="2800" spc="-5" dirty="0">
                <a:latin typeface="Arial"/>
                <a:cs typeface="Arial"/>
              </a:rPr>
              <a:t>vi</a:t>
            </a:r>
            <a:r>
              <a:rPr sz="2800" spc="-10" dirty="0">
                <a:latin typeface="Arial"/>
                <a:cs typeface="Arial"/>
              </a:rPr>
              <a:t>o</a:t>
            </a:r>
            <a:r>
              <a:rPr sz="2800" spc="-180" dirty="0">
                <a:latin typeface="Arial"/>
                <a:cs typeface="Arial"/>
              </a:rPr>
              <a:t>r</a:t>
            </a:r>
            <a:r>
              <a:rPr sz="2800" dirty="0">
                <a:latin typeface="Arial"/>
                <a:cs typeface="Arial"/>
              </a:rPr>
              <a:t>,</a:t>
            </a:r>
            <a:r>
              <a:rPr sz="2800" spc="75" dirty="0">
                <a:latin typeface="Times New Roman"/>
                <a:cs typeface="Times New Roman"/>
              </a:rPr>
              <a:t> </a:t>
            </a:r>
            <a:r>
              <a:rPr sz="2800" spc="-185" dirty="0">
                <a:latin typeface="Arial"/>
                <a:cs typeface="Arial"/>
              </a:rPr>
              <a:t>V</a:t>
            </a:r>
            <a:r>
              <a:rPr sz="2800" spc="-5" dirty="0">
                <a:latin typeface="Arial"/>
                <a:cs typeface="Arial"/>
              </a:rPr>
              <a:t>al</a:t>
            </a:r>
            <a:r>
              <a:rPr sz="2800" spc="-10" dirty="0">
                <a:latin typeface="Arial"/>
                <a:cs typeface="Arial"/>
              </a:rPr>
              <a:t>u</a:t>
            </a:r>
            <a:r>
              <a:rPr sz="2800" dirty="0">
                <a:latin typeface="Arial"/>
                <a:cs typeface="Arial"/>
              </a:rPr>
              <a:t>e</a:t>
            </a:r>
            <a:r>
              <a:rPr sz="2800" spc="70" dirty="0">
                <a:latin typeface="Times New Roman"/>
                <a:cs typeface="Times New Roman"/>
              </a:rPr>
              <a:t> </a:t>
            </a:r>
            <a:r>
              <a:rPr sz="2800" dirty="0">
                <a:latin typeface="Arial"/>
                <a:cs typeface="Arial"/>
              </a:rPr>
              <a:t>Propo</a:t>
            </a:r>
            <a:r>
              <a:rPr sz="2800" spc="-10" dirty="0">
                <a:latin typeface="Arial"/>
                <a:cs typeface="Arial"/>
              </a:rPr>
              <a:t>s</a:t>
            </a:r>
            <a:r>
              <a:rPr sz="2800" dirty="0">
                <a:latin typeface="Arial"/>
                <a:cs typeface="Arial"/>
              </a:rPr>
              <a:t>ition,</a:t>
            </a:r>
            <a:r>
              <a:rPr sz="2800" spc="55" dirty="0">
                <a:latin typeface="Times New Roman"/>
                <a:cs typeface="Times New Roman"/>
              </a:rPr>
              <a:t> </a:t>
            </a:r>
            <a:r>
              <a:rPr sz="2800" dirty="0">
                <a:latin typeface="Arial"/>
                <a:cs typeface="Arial"/>
              </a:rPr>
              <a:t>Mi</a:t>
            </a:r>
            <a:r>
              <a:rPr sz="2800" spc="-15" dirty="0">
                <a:latin typeface="Arial"/>
                <a:cs typeface="Arial"/>
              </a:rPr>
              <a:t>s</a:t>
            </a:r>
            <a:r>
              <a:rPr sz="2800" spc="-5" dirty="0">
                <a:latin typeface="Arial"/>
                <a:cs typeface="Arial"/>
              </a:rPr>
              <a:t>si</a:t>
            </a:r>
            <a:r>
              <a:rPr sz="2800" spc="-10" dirty="0">
                <a:latin typeface="Arial"/>
                <a:cs typeface="Arial"/>
              </a:rPr>
              <a:t>o</a:t>
            </a:r>
            <a:r>
              <a:rPr sz="2800" dirty="0">
                <a:latin typeface="Arial"/>
                <a:cs typeface="Arial"/>
              </a:rPr>
              <a:t>n</a:t>
            </a:r>
            <a:r>
              <a:rPr sz="2800" spc="60" dirty="0">
                <a:latin typeface="Times New Roman"/>
                <a:cs typeface="Times New Roman"/>
              </a:rPr>
              <a:t> </a:t>
            </a:r>
            <a:r>
              <a:rPr sz="2800" spc="-5" dirty="0">
                <a:latin typeface="Arial"/>
                <a:cs typeface="Arial"/>
              </a:rPr>
              <a:t>and</a:t>
            </a:r>
            <a:r>
              <a:rPr sz="2800" spc="-5" dirty="0">
                <a:latin typeface="Times New Roman"/>
                <a:cs typeface="Times New Roman"/>
              </a:rPr>
              <a:t> </a:t>
            </a:r>
            <a:r>
              <a:rPr sz="2800" spc="-185" dirty="0">
                <a:latin typeface="Arial"/>
                <a:cs typeface="Arial"/>
              </a:rPr>
              <a:t>V</a:t>
            </a:r>
            <a:r>
              <a:rPr sz="2800" spc="-5" dirty="0">
                <a:latin typeface="Arial"/>
                <a:cs typeface="Arial"/>
              </a:rPr>
              <a:t>al</a:t>
            </a:r>
            <a:r>
              <a:rPr sz="2800" spc="-10" dirty="0">
                <a:latin typeface="Arial"/>
                <a:cs typeface="Arial"/>
              </a:rPr>
              <a:t>u</a:t>
            </a:r>
            <a:r>
              <a:rPr sz="2800" spc="-5" dirty="0">
                <a:latin typeface="Arial"/>
                <a:cs typeface="Arial"/>
              </a:rPr>
              <a:t>e</a:t>
            </a:r>
            <a:r>
              <a:rPr sz="2800" spc="-15" dirty="0">
                <a:latin typeface="Arial"/>
                <a:cs typeface="Arial"/>
              </a:rPr>
              <a:t>s</a:t>
            </a:r>
            <a:r>
              <a:rPr sz="2800" dirty="0">
                <a:latin typeface="Arial"/>
                <a:cs typeface="Arial"/>
              </a:rPr>
              <a:t>)</a:t>
            </a:r>
            <a:r>
              <a:rPr sz="2800" spc="75" dirty="0">
                <a:latin typeface="Times New Roman"/>
                <a:cs typeface="Times New Roman"/>
              </a:rPr>
              <a:t> </a:t>
            </a:r>
            <a:r>
              <a:rPr sz="2800" spc="-5" dirty="0">
                <a:latin typeface="Arial"/>
                <a:cs typeface="Arial"/>
              </a:rPr>
              <a:t>and</a:t>
            </a:r>
            <a:endParaRPr sz="2800" dirty="0">
              <a:latin typeface="Arial"/>
              <a:cs typeface="Arial"/>
            </a:endParaRPr>
          </a:p>
          <a:p>
            <a:pPr marL="18415" marR="5080" indent="-6350">
              <a:lnSpc>
                <a:spcPct val="101200"/>
              </a:lnSpc>
              <a:spcBef>
                <a:spcPts val="1885"/>
              </a:spcBef>
            </a:pPr>
            <a:r>
              <a:rPr sz="2800" spc="-5" dirty="0">
                <a:latin typeface="Arial"/>
                <a:cs typeface="Arial"/>
              </a:rPr>
              <a:t>Rewar</a:t>
            </a:r>
            <a:r>
              <a:rPr sz="2800" dirty="0">
                <a:latin typeface="Arial"/>
                <a:cs typeface="Arial"/>
              </a:rPr>
              <a:t>d</a:t>
            </a:r>
            <a:r>
              <a:rPr sz="2800" spc="60" dirty="0">
                <a:latin typeface="Times New Roman"/>
                <a:cs typeface="Times New Roman"/>
              </a:rPr>
              <a:t> </a:t>
            </a:r>
            <a:r>
              <a:rPr sz="2800" spc="-5" dirty="0">
                <a:latin typeface="Arial"/>
                <a:cs typeface="Arial"/>
              </a:rPr>
              <a:t>s</a:t>
            </a:r>
            <a:r>
              <a:rPr sz="2800" spc="-15" dirty="0">
                <a:latin typeface="Arial"/>
                <a:cs typeface="Arial"/>
              </a:rPr>
              <a:t>y</a:t>
            </a:r>
            <a:r>
              <a:rPr sz="2800" spc="-5" dirty="0">
                <a:latin typeface="Arial"/>
                <a:cs typeface="Arial"/>
              </a:rPr>
              <a:t>st</a:t>
            </a:r>
            <a:r>
              <a:rPr sz="2800" spc="-10" dirty="0">
                <a:latin typeface="Arial"/>
                <a:cs typeface="Arial"/>
              </a:rPr>
              <a:t>e</a:t>
            </a:r>
            <a:r>
              <a:rPr sz="2800" dirty="0">
                <a:latin typeface="Arial"/>
                <a:cs typeface="Arial"/>
              </a:rPr>
              <a:t>m</a:t>
            </a:r>
            <a:r>
              <a:rPr sz="2800" spc="90" dirty="0">
                <a:latin typeface="Times New Roman"/>
                <a:cs typeface="Times New Roman"/>
              </a:rPr>
              <a:t> </a:t>
            </a:r>
            <a:r>
              <a:rPr sz="2800" dirty="0">
                <a:latin typeface="Arial"/>
                <a:cs typeface="Arial"/>
              </a:rPr>
              <a:t>(the</a:t>
            </a:r>
            <a:r>
              <a:rPr sz="2800" spc="60" dirty="0">
                <a:latin typeface="Times New Roman"/>
                <a:cs typeface="Times New Roman"/>
              </a:rPr>
              <a:t> </a:t>
            </a:r>
            <a:r>
              <a:rPr sz="2800" spc="-5" dirty="0">
                <a:latin typeface="Arial"/>
                <a:cs typeface="Arial"/>
              </a:rPr>
              <a:t>m</a:t>
            </a:r>
            <a:r>
              <a:rPr sz="2800" spc="-10" dirty="0">
                <a:latin typeface="Arial"/>
                <a:cs typeface="Arial"/>
              </a:rPr>
              <a:t>e</a:t>
            </a:r>
            <a:r>
              <a:rPr sz="2800" spc="-5" dirty="0">
                <a:latin typeface="Arial"/>
                <a:cs typeface="Arial"/>
              </a:rPr>
              <a:t>ch</a:t>
            </a:r>
            <a:r>
              <a:rPr sz="2800" spc="-15" dirty="0">
                <a:latin typeface="Arial"/>
                <a:cs typeface="Arial"/>
              </a:rPr>
              <a:t>a</a:t>
            </a:r>
            <a:r>
              <a:rPr sz="2800" dirty="0">
                <a:latin typeface="Arial"/>
                <a:cs typeface="Arial"/>
              </a:rPr>
              <a:t>ni</a:t>
            </a:r>
            <a:r>
              <a:rPr sz="2800" spc="-10" dirty="0">
                <a:latin typeface="Arial"/>
                <a:cs typeface="Arial"/>
              </a:rPr>
              <a:t>c</a:t>
            </a:r>
            <a:r>
              <a:rPr sz="2800" dirty="0">
                <a:latin typeface="Arial"/>
                <a:cs typeface="Arial"/>
              </a:rPr>
              <a:t>s</a:t>
            </a:r>
            <a:r>
              <a:rPr sz="2800" spc="70" dirty="0">
                <a:latin typeface="Times New Roman"/>
                <a:cs typeface="Times New Roman"/>
              </a:rPr>
              <a:t> </a:t>
            </a:r>
            <a:r>
              <a:rPr sz="2800" dirty="0">
                <a:latin typeface="Arial"/>
                <a:cs typeface="Arial"/>
              </a:rPr>
              <a:t>of</a:t>
            </a:r>
            <a:r>
              <a:rPr sz="2800" spc="70" dirty="0">
                <a:latin typeface="Times New Roman"/>
                <a:cs typeface="Times New Roman"/>
              </a:rPr>
              <a:t> </a:t>
            </a:r>
            <a:r>
              <a:rPr sz="2800" spc="-5" dirty="0">
                <a:latin typeface="Arial"/>
                <a:cs typeface="Arial"/>
              </a:rPr>
              <a:t>s</a:t>
            </a:r>
            <a:r>
              <a:rPr sz="2800" spc="-15" dirty="0">
                <a:latin typeface="Arial"/>
                <a:cs typeface="Arial"/>
              </a:rPr>
              <a:t>a</a:t>
            </a:r>
            <a:r>
              <a:rPr sz="2800" dirty="0">
                <a:latin typeface="Arial"/>
                <a:cs typeface="Arial"/>
              </a:rPr>
              <a:t>lar</a:t>
            </a:r>
            <a:r>
              <a:rPr sz="2800" spc="-260" dirty="0">
                <a:latin typeface="Arial"/>
                <a:cs typeface="Arial"/>
              </a:rPr>
              <a:t>y</a:t>
            </a:r>
            <a:r>
              <a:rPr sz="2800" dirty="0">
                <a:latin typeface="Arial"/>
                <a:cs typeface="Arial"/>
              </a:rPr>
              <a:t>,</a:t>
            </a:r>
            <a:r>
              <a:rPr sz="2800" spc="90" dirty="0">
                <a:latin typeface="Times New Roman"/>
                <a:cs typeface="Times New Roman"/>
              </a:rPr>
              <a:t> </a:t>
            </a:r>
            <a:r>
              <a:rPr sz="2800" dirty="0">
                <a:latin typeface="Arial"/>
                <a:cs typeface="Arial"/>
              </a:rPr>
              <a:t>bo</a:t>
            </a:r>
            <a:r>
              <a:rPr sz="2800" spc="-10" dirty="0">
                <a:latin typeface="Arial"/>
                <a:cs typeface="Arial"/>
              </a:rPr>
              <a:t>n</a:t>
            </a:r>
            <a:r>
              <a:rPr sz="2800" dirty="0">
                <a:latin typeface="Arial"/>
                <a:cs typeface="Arial"/>
              </a:rPr>
              <a:t>us,</a:t>
            </a:r>
            <a:r>
              <a:rPr sz="2800" dirty="0">
                <a:latin typeface="Times New Roman"/>
                <a:cs typeface="Times New Roman"/>
              </a:rPr>
              <a:t> </a:t>
            </a:r>
            <a:r>
              <a:rPr sz="2800" dirty="0">
                <a:latin typeface="Arial"/>
                <a:cs typeface="Arial"/>
              </a:rPr>
              <a:t>profit</a:t>
            </a:r>
            <a:r>
              <a:rPr sz="2800" spc="55" dirty="0">
                <a:latin typeface="Times New Roman"/>
                <a:cs typeface="Times New Roman"/>
              </a:rPr>
              <a:t> </a:t>
            </a:r>
            <a:r>
              <a:rPr sz="2800" spc="-5" dirty="0">
                <a:latin typeface="Arial"/>
                <a:cs typeface="Arial"/>
              </a:rPr>
              <a:t>sh</a:t>
            </a:r>
            <a:r>
              <a:rPr sz="2800" spc="-15" dirty="0">
                <a:latin typeface="Arial"/>
                <a:cs typeface="Arial"/>
              </a:rPr>
              <a:t>a</a:t>
            </a:r>
            <a:r>
              <a:rPr sz="2800" spc="-5" dirty="0">
                <a:latin typeface="Arial"/>
                <a:cs typeface="Arial"/>
              </a:rPr>
              <a:t>rin</a:t>
            </a:r>
            <a:r>
              <a:rPr sz="2800" dirty="0">
                <a:latin typeface="Arial"/>
                <a:cs typeface="Arial"/>
              </a:rPr>
              <a:t>g</a:t>
            </a:r>
            <a:r>
              <a:rPr sz="2800" spc="75" dirty="0">
                <a:latin typeface="Times New Roman"/>
                <a:cs typeface="Times New Roman"/>
              </a:rPr>
              <a:t> </a:t>
            </a:r>
            <a:r>
              <a:rPr sz="2800" spc="-5" dirty="0">
                <a:latin typeface="Arial"/>
                <a:cs typeface="Arial"/>
              </a:rPr>
              <a:t>an</a:t>
            </a:r>
            <a:r>
              <a:rPr sz="2800" dirty="0">
                <a:latin typeface="Arial"/>
                <a:cs typeface="Arial"/>
              </a:rPr>
              <a:t>d</a:t>
            </a:r>
            <a:r>
              <a:rPr sz="2800" spc="55" dirty="0">
                <a:latin typeface="Times New Roman"/>
                <a:cs typeface="Times New Roman"/>
              </a:rPr>
              <a:t> </a:t>
            </a:r>
            <a:r>
              <a:rPr sz="2800" spc="-5" dirty="0">
                <a:latin typeface="Arial"/>
                <a:cs typeface="Arial"/>
              </a:rPr>
              <a:t>equ</a:t>
            </a:r>
            <a:r>
              <a:rPr sz="2800" spc="-15" dirty="0">
                <a:latin typeface="Arial"/>
                <a:cs typeface="Arial"/>
              </a:rPr>
              <a:t>i</a:t>
            </a:r>
            <a:r>
              <a:rPr sz="2800" dirty="0">
                <a:latin typeface="Arial"/>
                <a:cs typeface="Arial"/>
              </a:rPr>
              <a:t>ty)</a:t>
            </a:r>
          </a:p>
        </p:txBody>
      </p:sp>
      <p:sp>
        <p:nvSpPr>
          <p:cNvPr id="4" name="object 4"/>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
        <p:nvSpPr>
          <p:cNvPr id="3" name="object 3"/>
          <p:cNvSpPr txBox="1">
            <a:spLocks noGrp="1"/>
          </p:cNvSpPr>
          <p:nvPr>
            <p:ph type="title"/>
          </p:nvPr>
        </p:nvSpPr>
        <p:spPr>
          <a:xfrm>
            <a:off x="1981200" y="595057"/>
            <a:ext cx="10515600" cy="865698"/>
          </a:xfrm>
          <a:prstGeom prst="rect">
            <a:avLst/>
          </a:prstGeom>
        </p:spPr>
        <p:txBody>
          <a:bodyPr vert="horz" wrap="square" lIns="0" tIns="186766" rIns="0" bIns="0" rtlCol="0" anchor="ctr">
            <a:spAutoFit/>
          </a:bodyPr>
          <a:lstStyle/>
          <a:p>
            <a:pPr marL="2922905">
              <a:lnSpc>
                <a:spcPct val="100000"/>
              </a:lnSpc>
            </a:pPr>
            <a:r>
              <a:rPr spc="-25" dirty="0"/>
              <a:t>A</a:t>
            </a:r>
            <a:r>
              <a:rPr spc="-25" dirty="0">
                <a:latin typeface="Times New Roman"/>
                <a:cs typeface="Times New Roman"/>
              </a:rPr>
              <a:t> </a:t>
            </a:r>
            <a:r>
              <a:rPr spc="-25" dirty="0"/>
              <a:t>Rewa</a:t>
            </a:r>
            <a:r>
              <a:rPr spc="-10" dirty="0"/>
              <a:t>r</a:t>
            </a:r>
            <a:r>
              <a:rPr spc="-20" dirty="0"/>
              <a:t>d</a:t>
            </a:r>
            <a:r>
              <a:rPr spc="85" dirty="0">
                <a:latin typeface="Times New Roman"/>
                <a:cs typeface="Times New Roman"/>
              </a:rPr>
              <a:t> </a:t>
            </a:r>
            <a:r>
              <a:rPr spc="-15" dirty="0"/>
              <a:t>Strate</a:t>
            </a:r>
            <a:r>
              <a:rPr spc="-20" dirty="0"/>
              <a:t>gy</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1981200" y="1825625"/>
            <a:ext cx="10515600" cy="3120952"/>
          </a:xfrm>
          <a:prstGeom prst="rect">
            <a:avLst/>
          </a:prstGeom>
        </p:spPr>
        <p:txBody>
          <a:bodyPr vert="horz" wrap="square" lIns="0" tIns="248509" rIns="0" bIns="0" rtlCol="0">
            <a:spAutoFit/>
          </a:bodyPr>
          <a:lstStyle/>
          <a:p>
            <a:pPr marL="38735">
              <a:lnSpc>
                <a:spcPct val="100000"/>
              </a:lnSpc>
            </a:pPr>
            <a:r>
              <a:rPr sz="3600" dirty="0">
                <a:solidFill>
                  <a:srgbClr val="001F5F"/>
                </a:solidFill>
              </a:rPr>
              <a:t>Who</a:t>
            </a:r>
            <a:r>
              <a:rPr sz="3600" spc="150" dirty="0">
                <a:solidFill>
                  <a:srgbClr val="001F5F"/>
                </a:solidFill>
                <a:latin typeface="Times New Roman"/>
                <a:cs typeface="Times New Roman"/>
              </a:rPr>
              <a:t> </a:t>
            </a:r>
            <a:r>
              <a:rPr sz="3600" spc="-15" dirty="0">
                <a:solidFill>
                  <a:srgbClr val="001F5F"/>
                </a:solidFill>
              </a:rPr>
              <a:t>is</a:t>
            </a:r>
            <a:r>
              <a:rPr sz="3600" spc="135" dirty="0">
                <a:solidFill>
                  <a:srgbClr val="001F5F"/>
                </a:solidFill>
                <a:latin typeface="Times New Roman"/>
                <a:cs typeface="Times New Roman"/>
              </a:rPr>
              <a:t> </a:t>
            </a:r>
            <a:r>
              <a:rPr sz="3600" spc="-5" dirty="0">
                <a:solidFill>
                  <a:srgbClr val="001F5F"/>
                </a:solidFill>
              </a:rPr>
              <a:t>goin</a:t>
            </a:r>
            <a:r>
              <a:rPr sz="3600" dirty="0">
                <a:solidFill>
                  <a:srgbClr val="001F5F"/>
                </a:solidFill>
              </a:rPr>
              <a:t>g</a:t>
            </a:r>
            <a:r>
              <a:rPr sz="3600" spc="150" dirty="0">
                <a:solidFill>
                  <a:srgbClr val="001F5F"/>
                </a:solidFill>
                <a:latin typeface="Times New Roman"/>
                <a:cs typeface="Times New Roman"/>
              </a:rPr>
              <a:t> </a:t>
            </a:r>
            <a:r>
              <a:rPr sz="3600" spc="-20" dirty="0">
                <a:solidFill>
                  <a:srgbClr val="001F5F"/>
                </a:solidFill>
              </a:rPr>
              <a:t>to</a:t>
            </a:r>
            <a:r>
              <a:rPr sz="3600" spc="150" dirty="0">
                <a:solidFill>
                  <a:srgbClr val="001F5F"/>
                </a:solidFill>
                <a:latin typeface="Times New Roman"/>
                <a:cs typeface="Times New Roman"/>
              </a:rPr>
              <a:t> </a:t>
            </a:r>
            <a:r>
              <a:rPr sz="3600" spc="-35" dirty="0">
                <a:solidFill>
                  <a:srgbClr val="001F5F"/>
                </a:solidFill>
              </a:rPr>
              <a:t>w</a:t>
            </a:r>
            <a:r>
              <a:rPr sz="3600" spc="-40" dirty="0">
                <a:solidFill>
                  <a:srgbClr val="001F5F"/>
                </a:solidFill>
              </a:rPr>
              <a:t>o</a:t>
            </a:r>
            <a:r>
              <a:rPr sz="3600" spc="-20" dirty="0">
                <a:solidFill>
                  <a:srgbClr val="001F5F"/>
                </a:solidFill>
              </a:rPr>
              <a:t>rk</a:t>
            </a:r>
            <a:r>
              <a:rPr sz="3600" spc="155" dirty="0">
                <a:solidFill>
                  <a:srgbClr val="001F5F"/>
                </a:solidFill>
                <a:latin typeface="Times New Roman"/>
                <a:cs typeface="Times New Roman"/>
              </a:rPr>
              <a:t> </a:t>
            </a:r>
            <a:r>
              <a:rPr sz="3600" spc="-5" dirty="0">
                <a:solidFill>
                  <a:srgbClr val="001F5F"/>
                </a:solidFill>
              </a:rPr>
              <a:t>o</a:t>
            </a:r>
            <a:r>
              <a:rPr sz="3600" dirty="0">
                <a:solidFill>
                  <a:srgbClr val="001F5F"/>
                </a:solidFill>
              </a:rPr>
              <a:t>n</a:t>
            </a:r>
            <a:r>
              <a:rPr sz="3600" spc="155" dirty="0">
                <a:solidFill>
                  <a:srgbClr val="001F5F"/>
                </a:solidFill>
                <a:latin typeface="Times New Roman"/>
                <a:cs typeface="Times New Roman"/>
              </a:rPr>
              <a:t> </a:t>
            </a:r>
            <a:r>
              <a:rPr sz="3600" spc="-20" dirty="0">
                <a:solidFill>
                  <a:srgbClr val="001F5F"/>
                </a:solidFill>
              </a:rPr>
              <a:t>this?</a:t>
            </a:r>
            <a:endParaRPr sz="3600" dirty="0">
              <a:latin typeface="Times New Roman"/>
              <a:cs typeface="Times New Roman"/>
            </a:endParaRPr>
          </a:p>
          <a:p>
            <a:pPr marL="38735">
              <a:lnSpc>
                <a:spcPct val="100000"/>
              </a:lnSpc>
              <a:spcBef>
                <a:spcPts val="165"/>
              </a:spcBef>
            </a:pPr>
            <a:r>
              <a:rPr sz="3600" spc="-5" dirty="0">
                <a:solidFill>
                  <a:srgbClr val="001F5F"/>
                </a:solidFill>
              </a:rPr>
              <a:t>PO</a:t>
            </a:r>
            <a:r>
              <a:rPr sz="3600" dirty="0">
                <a:solidFill>
                  <a:srgbClr val="001F5F"/>
                </a:solidFill>
              </a:rPr>
              <a:t>C</a:t>
            </a:r>
            <a:r>
              <a:rPr sz="3600" spc="155" dirty="0">
                <a:solidFill>
                  <a:srgbClr val="001F5F"/>
                </a:solidFill>
                <a:latin typeface="Times New Roman"/>
                <a:cs typeface="Times New Roman"/>
              </a:rPr>
              <a:t> </a:t>
            </a:r>
            <a:r>
              <a:rPr sz="3600" dirty="0">
                <a:solidFill>
                  <a:srgbClr val="001F5F"/>
                </a:solidFill>
              </a:rPr>
              <a:t>-</a:t>
            </a:r>
            <a:r>
              <a:rPr sz="3600" spc="135" dirty="0">
                <a:solidFill>
                  <a:srgbClr val="001F5F"/>
                </a:solidFill>
                <a:latin typeface="Times New Roman"/>
                <a:cs typeface="Times New Roman"/>
              </a:rPr>
              <a:t> </a:t>
            </a:r>
            <a:r>
              <a:rPr sz="3600" spc="-5" dirty="0">
                <a:solidFill>
                  <a:srgbClr val="001F5F"/>
                </a:solidFill>
              </a:rPr>
              <a:t>Synerteam</a:t>
            </a:r>
            <a:endParaRPr sz="3600" dirty="0">
              <a:latin typeface="Times New Roman"/>
              <a:cs typeface="Times New Roman"/>
            </a:endParaRPr>
          </a:p>
          <a:p>
            <a:pPr marL="38735">
              <a:lnSpc>
                <a:spcPct val="100000"/>
              </a:lnSpc>
              <a:spcBef>
                <a:spcPts val="180"/>
              </a:spcBef>
            </a:pPr>
            <a:r>
              <a:rPr sz="3600" dirty="0">
                <a:solidFill>
                  <a:srgbClr val="001F5F"/>
                </a:solidFill>
              </a:rPr>
              <a:t>Who</a:t>
            </a:r>
            <a:r>
              <a:rPr sz="3600" spc="150" dirty="0">
                <a:solidFill>
                  <a:srgbClr val="001F5F"/>
                </a:solidFill>
                <a:latin typeface="Times New Roman"/>
                <a:cs typeface="Times New Roman"/>
              </a:rPr>
              <a:t> </a:t>
            </a:r>
            <a:r>
              <a:rPr sz="3600" spc="-20" dirty="0">
                <a:solidFill>
                  <a:srgbClr val="001F5F"/>
                </a:solidFill>
              </a:rPr>
              <a:t>are</a:t>
            </a:r>
            <a:r>
              <a:rPr sz="3600" spc="135" dirty="0">
                <a:solidFill>
                  <a:srgbClr val="001F5F"/>
                </a:solidFill>
                <a:latin typeface="Times New Roman"/>
                <a:cs typeface="Times New Roman"/>
              </a:rPr>
              <a:t> </a:t>
            </a:r>
            <a:r>
              <a:rPr sz="3600" spc="-20" dirty="0">
                <a:solidFill>
                  <a:srgbClr val="001F5F"/>
                </a:solidFill>
              </a:rPr>
              <a:t>the</a:t>
            </a:r>
            <a:r>
              <a:rPr sz="3600" spc="135" dirty="0">
                <a:solidFill>
                  <a:srgbClr val="001F5F"/>
                </a:solidFill>
                <a:latin typeface="Times New Roman"/>
                <a:cs typeface="Times New Roman"/>
              </a:rPr>
              <a:t> </a:t>
            </a:r>
            <a:r>
              <a:rPr sz="3600" spc="-30" dirty="0">
                <a:solidFill>
                  <a:srgbClr val="001F5F"/>
                </a:solidFill>
              </a:rPr>
              <a:t>Ke</a:t>
            </a:r>
            <a:r>
              <a:rPr sz="3600" spc="-25" dirty="0">
                <a:solidFill>
                  <a:srgbClr val="001F5F"/>
                </a:solidFill>
              </a:rPr>
              <a:t>y</a:t>
            </a:r>
            <a:r>
              <a:rPr sz="3600" spc="160" dirty="0">
                <a:solidFill>
                  <a:srgbClr val="001F5F"/>
                </a:solidFill>
                <a:latin typeface="Times New Roman"/>
                <a:cs typeface="Times New Roman"/>
              </a:rPr>
              <a:t> </a:t>
            </a:r>
            <a:r>
              <a:rPr sz="3600" spc="-5" dirty="0">
                <a:solidFill>
                  <a:srgbClr val="001F5F"/>
                </a:solidFill>
              </a:rPr>
              <a:t>p</a:t>
            </a:r>
            <a:r>
              <a:rPr sz="3600" spc="5" dirty="0">
                <a:solidFill>
                  <a:srgbClr val="001F5F"/>
                </a:solidFill>
              </a:rPr>
              <a:t>l</a:t>
            </a:r>
            <a:r>
              <a:rPr sz="3600" spc="-20" dirty="0">
                <a:solidFill>
                  <a:srgbClr val="001F5F"/>
                </a:solidFill>
              </a:rPr>
              <a:t>ayers?</a:t>
            </a:r>
            <a:r>
              <a:rPr sz="3600" spc="120" dirty="0">
                <a:solidFill>
                  <a:srgbClr val="001F5F"/>
                </a:solidFill>
                <a:latin typeface="Times New Roman"/>
                <a:cs typeface="Times New Roman"/>
              </a:rPr>
              <a:t> </a:t>
            </a:r>
            <a:r>
              <a:rPr sz="3600" spc="-25" dirty="0">
                <a:solidFill>
                  <a:srgbClr val="001F5F"/>
                </a:solidFill>
              </a:rPr>
              <a:t>Invol</a:t>
            </a:r>
            <a:r>
              <a:rPr sz="3600" spc="-10" dirty="0">
                <a:solidFill>
                  <a:srgbClr val="001F5F"/>
                </a:solidFill>
              </a:rPr>
              <a:t>v</a:t>
            </a:r>
            <a:r>
              <a:rPr sz="3600" spc="-25" dirty="0">
                <a:solidFill>
                  <a:srgbClr val="001F5F"/>
                </a:solidFill>
              </a:rPr>
              <a:t>e</a:t>
            </a:r>
            <a:endParaRPr sz="3600" dirty="0">
              <a:latin typeface="Times New Roman"/>
              <a:cs typeface="Times New Roman"/>
            </a:endParaRPr>
          </a:p>
          <a:p>
            <a:pPr marL="44450">
              <a:lnSpc>
                <a:spcPct val="100000"/>
              </a:lnSpc>
              <a:spcBef>
                <a:spcPts val="165"/>
              </a:spcBef>
            </a:pPr>
            <a:r>
              <a:rPr sz="3600" spc="-5" dirty="0">
                <a:solidFill>
                  <a:srgbClr val="001F5F"/>
                </a:solidFill>
              </a:rPr>
              <a:t>CEO!!</a:t>
            </a:r>
            <a:endParaRPr sz="3600" dirty="0"/>
          </a:p>
          <a:p>
            <a:pPr marL="38735">
              <a:lnSpc>
                <a:spcPts val="4315"/>
              </a:lnSpc>
              <a:spcBef>
                <a:spcPts val="180"/>
              </a:spcBef>
            </a:pPr>
            <a:r>
              <a:rPr sz="3600" spc="-25" dirty="0">
                <a:solidFill>
                  <a:srgbClr val="001F5F"/>
                </a:solidFill>
              </a:rPr>
              <a:t>Invol</a:t>
            </a:r>
            <a:r>
              <a:rPr sz="3600" spc="-10" dirty="0">
                <a:solidFill>
                  <a:srgbClr val="001F5F"/>
                </a:solidFill>
              </a:rPr>
              <a:t>v</a:t>
            </a:r>
            <a:r>
              <a:rPr sz="3600" spc="-25" dirty="0">
                <a:solidFill>
                  <a:srgbClr val="001F5F"/>
                </a:solidFill>
              </a:rPr>
              <a:t>e</a:t>
            </a:r>
            <a:r>
              <a:rPr sz="3600" spc="140" dirty="0">
                <a:solidFill>
                  <a:srgbClr val="001F5F"/>
                </a:solidFill>
                <a:latin typeface="Times New Roman"/>
                <a:cs typeface="Times New Roman"/>
              </a:rPr>
              <a:t> </a:t>
            </a:r>
            <a:r>
              <a:rPr sz="3600" spc="-20" dirty="0">
                <a:solidFill>
                  <a:srgbClr val="001F5F"/>
                </a:solidFill>
              </a:rPr>
              <a:t>the</a:t>
            </a:r>
            <a:r>
              <a:rPr sz="3600" spc="135" dirty="0">
                <a:solidFill>
                  <a:srgbClr val="001F5F"/>
                </a:solidFill>
                <a:latin typeface="Times New Roman"/>
                <a:cs typeface="Times New Roman"/>
              </a:rPr>
              <a:t> </a:t>
            </a:r>
            <a:r>
              <a:rPr sz="3600" spc="-5" dirty="0">
                <a:solidFill>
                  <a:srgbClr val="001F5F"/>
                </a:solidFill>
              </a:rPr>
              <a:t>POC</a:t>
            </a:r>
            <a:endParaRPr sz="3600" dirty="0">
              <a:latin typeface="Times New Roman"/>
              <a:cs typeface="Times New Roman"/>
            </a:endParaRPr>
          </a:p>
        </p:txBody>
      </p:sp>
      <p:sp>
        <p:nvSpPr>
          <p:cNvPr id="4" name="object 4"/>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
        <p:nvSpPr>
          <p:cNvPr id="3" name="object 3"/>
          <p:cNvSpPr txBox="1">
            <a:spLocks noGrp="1"/>
          </p:cNvSpPr>
          <p:nvPr>
            <p:ph type="title"/>
          </p:nvPr>
        </p:nvSpPr>
        <p:spPr>
          <a:xfrm>
            <a:off x="1571768" y="551945"/>
            <a:ext cx="10515600" cy="865702"/>
          </a:xfrm>
          <a:prstGeom prst="rect">
            <a:avLst/>
          </a:prstGeom>
        </p:spPr>
        <p:txBody>
          <a:bodyPr vert="horz" wrap="square" lIns="0" tIns="186770" rIns="0" bIns="0" rtlCol="0" anchor="ctr">
            <a:spAutoFit/>
          </a:bodyPr>
          <a:lstStyle/>
          <a:p>
            <a:pPr marL="1363980">
              <a:lnSpc>
                <a:spcPct val="100000"/>
              </a:lnSpc>
            </a:pPr>
            <a:r>
              <a:rPr spc="-20" dirty="0"/>
              <a:t>Implementa</a:t>
            </a:r>
            <a:r>
              <a:rPr spc="-5" dirty="0"/>
              <a:t>t</a:t>
            </a:r>
            <a:r>
              <a:rPr spc="-15" dirty="0"/>
              <a:t>ion</a:t>
            </a:r>
            <a:r>
              <a:rPr spc="114" dirty="0">
                <a:latin typeface="Times New Roman"/>
                <a:cs typeface="Times New Roman"/>
              </a:rPr>
              <a:t> </a:t>
            </a:r>
            <a:r>
              <a:rPr spc="-20" dirty="0">
                <a:latin typeface="Arial"/>
                <a:cs typeface="Arial"/>
              </a:rPr>
              <a:t>–</a:t>
            </a:r>
            <a:r>
              <a:rPr spc="-10" dirty="0">
                <a:latin typeface="Arial"/>
                <a:cs typeface="Arial"/>
              </a:rPr>
              <a:t> </a:t>
            </a:r>
            <a:r>
              <a:rPr spc="-15" dirty="0"/>
              <a:t>Start</a:t>
            </a:r>
            <a:r>
              <a:rPr spc="75" dirty="0">
                <a:latin typeface="Times New Roman"/>
                <a:cs typeface="Times New Roman"/>
              </a:rPr>
              <a:t> </a:t>
            </a:r>
            <a:r>
              <a:rPr spc="-20" dirty="0"/>
              <a:t>up</a:t>
            </a:r>
            <a:r>
              <a:rPr spc="85" dirty="0">
                <a:latin typeface="Times New Roman"/>
                <a:cs typeface="Times New Roman"/>
              </a:rPr>
              <a:t> </a:t>
            </a:r>
            <a:r>
              <a:rPr spc="-15" dirty="0"/>
              <a:t>definitions</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81200" y="1462104"/>
            <a:ext cx="7484745" cy="4543616"/>
          </a:xfrm>
          <a:prstGeom prst="rect">
            <a:avLst/>
          </a:prstGeom>
        </p:spPr>
        <p:txBody>
          <a:bodyPr vert="horz" wrap="square" lIns="0" tIns="0" rIns="0" bIns="0" rtlCol="0">
            <a:spAutoFit/>
          </a:bodyPr>
          <a:lstStyle/>
          <a:p>
            <a:pPr marL="368935"/>
            <a:r>
              <a:rPr sz="2800" spc="-5" dirty="0">
                <a:solidFill>
                  <a:srgbClr val="C00000"/>
                </a:solidFill>
                <a:latin typeface="Tahoma"/>
                <a:cs typeface="Tahoma"/>
              </a:rPr>
              <a:t>Dif</a:t>
            </a:r>
            <a:r>
              <a:rPr sz="2800" spc="5" dirty="0">
                <a:solidFill>
                  <a:srgbClr val="C00000"/>
                </a:solidFill>
                <a:latin typeface="Tahoma"/>
                <a:cs typeface="Tahoma"/>
              </a:rPr>
              <a:t>f</a:t>
            </a:r>
            <a:r>
              <a:rPr sz="2800" dirty="0">
                <a:solidFill>
                  <a:srgbClr val="C00000"/>
                </a:solidFill>
                <a:latin typeface="Tahoma"/>
                <a:cs typeface="Tahoma"/>
              </a:rPr>
              <a:t>e</a:t>
            </a:r>
            <a:r>
              <a:rPr sz="2800" spc="5" dirty="0">
                <a:solidFill>
                  <a:srgbClr val="C00000"/>
                </a:solidFill>
                <a:latin typeface="Tahoma"/>
                <a:cs typeface="Tahoma"/>
              </a:rPr>
              <a:t>r</a:t>
            </a:r>
            <a:r>
              <a:rPr sz="2800" dirty="0">
                <a:solidFill>
                  <a:srgbClr val="C00000"/>
                </a:solidFill>
                <a:latin typeface="Tahoma"/>
                <a:cs typeface="Tahoma"/>
              </a:rPr>
              <a:t>e</a:t>
            </a:r>
            <a:r>
              <a:rPr sz="2800" spc="5" dirty="0">
                <a:solidFill>
                  <a:srgbClr val="C00000"/>
                </a:solidFill>
                <a:latin typeface="Tahoma"/>
                <a:cs typeface="Tahoma"/>
              </a:rPr>
              <a:t>n</a:t>
            </a:r>
            <a:r>
              <a:rPr sz="2800" dirty="0">
                <a:solidFill>
                  <a:srgbClr val="C00000"/>
                </a:solidFill>
                <a:latin typeface="Tahoma"/>
                <a:cs typeface="Tahoma"/>
              </a:rPr>
              <a:t>t</a:t>
            </a:r>
            <a:r>
              <a:rPr sz="2800" spc="110" dirty="0">
                <a:solidFill>
                  <a:srgbClr val="C00000"/>
                </a:solidFill>
                <a:latin typeface="Times New Roman"/>
                <a:cs typeface="Times New Roman"/>
              </a:rPr>
              <a:t> </a:t>
            </a:r>
            <a:r>
              <a:rPr sz="2800" dirty="0">
                <a:solidFill>
                  <a:srgbClr val="C00000"/>
                </a:solidFill>
                <a:latin typeface="Tahoma"/>
                <a:cs typeface="Tahoma"/>
              </a:rPr>
              <a:t>l</a:t>
            </a:r>
            <a:r>
              <a:rPr sz="2800" spc="10" dirty="0">
                <a:solidFill>
                  <a:srgbClr val="C00000"/>
                </a:solidFill>
                <a:latin typeface="Tahoma"/>
                <a:cs typeface="Tahoma"/>
              </a:rPr>
              <a:t>e</a:t>
            </a:r>
            <a:r>
              <a:rPr sz="2800" dirty="0">
                <a:solidFill>
                  <a:srgbClr val="C00000"/>
                </a:solidFill>
                <a:latin typeface="Tahoma"/>
                <a:cs typeface="Tahoma"/>
              </a:rPr>
              <a:t>vels</a:t>
            </a:r>
            <a:r>
              <a:rPr sz="2800" spc="100" dirty="0">
                <a:solidFill>
                  <a:srgbClr val="C00000"/>
                </a:solidFill>
                <a:latin typeface="Times New Roman"/>
                <a:cs typeface="Times New Roman"/>
              </a:rPr>
              <a:t> </a:t>
            </a:r>
            <a:r>
              <a:rPr sz="2800" dirty="0">
                <a:solidFill>
                  <a:srgbClr val="C00000"/>
                </a:solidFill>
                <a:latin typeface="Tahoma"/>
                <a:cs typeface="Tahoma"/>
              </a:rPr>
              <a:t>in</a:t>
            </a:r>
            <a:r>
              <a:rPr sz="2800" spc="135" dirty="0">
                <a:solidFill>
                  <a:srgbClr val="C00000"/>
                </a:solidFill>
                <a:latin typeface="Times New Roman"/>
                <a:cs typeface="Times New Roman"/>
              </a:rPr>
              <a:t> </a:t>
            </a:r>
            <a:r>
              <a:rPr sz="2800" dirty="0">
                <a:solidFill>
                  <a:srgbClr val="C00000"/>
                </a:solidFill>
                <a:latin typeface="Tahoma"/>
                <a:cs typeface="Tahoma"/>
              </a:rPr>
              <a:t>t</a:t>
            </a:r>
            <a:r>
              <a:rPr sz="2800" spc="5" dirty="0">
                <a:solidFill>
                  <a:srgbClr val="C00000"/>
                </a:solidFill>
                <a:latin typeface="Tahoma"/>
                <a:cs typeface="Tahoma"/>
              </a:rPr>
              <a:t>h</a:t>
            </a:r>
            <a:r>
              <a:rPr sz="2800" dirty="0">
                <a:solidFill>
                  <a:srgbClr val="C00000"/>
                </a:solidFill>
                <a:latin typeface="Tahoma"/>
                <a:cs typeface="Tahoma"/>
              </a:rPr>
              <a:t>e</a:t>
            </a:r>
            <a:r>
              <a:rPr sz="2800" spc="120" dirty="0">
                <a:solidFill>
                  <a:srgbClr val="C00000"/>
                </a:solidFill>
                <a:latin typeface="Times New Roman"/>
                <a:cs typeface="Times New Roman"/>
              </a:rPr>
              <a:t> </a:t>
            </a:r>
            <a:r>
              <a:rPr sz="2800" spc="-5" dirty="0">
                <a:solidFill>
                  <a:srgbClr val="C00000"/>
                </a:solidFill>
                <a:latin typeface="Tahoma"/>
                <a:cs typeface="Tahoma"/>
              </a:rPr>
              <a:t>or</a:t>
            </a:r>
            <a:r>
              <a:rPr sz="2800" spc="10" dirty="0">
                <a:solidFill>
                  <a:srgbClr val="C00000"/>
                </a:solidFill>
                <a:latin typeface="Tahoma"/>
                <a:cs typeface="Tahoma"/>
              </a:rPr>
              <a:t>g</a:t>
            </a:r>
            <a:r>
              <a:rPr sz="2800" dirty="0">
                <a:solidFill>
                  <a:srgbClr val="C00000"/>
                </a:solidFill>
                <a:latin typeface="Tahoma"/>
                <a:cs typeface="Tahoma"/>
              </a:rPr>
              <a:t>an</a:t>
            </a:r>
            <a:r>
              <a:rPr sz="2800" spc="5" dirty="0">
                <a:solidFill>
                  <a:srgbClr val="C00000"/>
                </a:solidFill>
                <a:latin typeface="Tahoma"/>
                <a:cs typeface="Tahoma"/>
              </a:rPr>
              <a:t>i</a:t>
            </a:r>
            <a:r>
              <a:rPr sz="2800" dirty="0">
                <a:solidFill>
                  <a:srgbClr val="C00000"/>
                </a:solidFill>
                <a:latin typeface="Tahoma"/>
                <a:cs typeface="Tahoma"/>
              </a:rPr>
              <a:t>sation</a:t>
            </a:r>
            <a:endParaRPr sz="2800" dirty="0">
              <a:latin typeface="Tahoma"/>
              <a:cs typeface="Tahoma"/>
            </a:endParaRPr>
          </a:p>
          <a:p>
            <a:pPr marL="12700">
              <a:spcBef>
                <a:spcPts val="250"/>
              </a:spcBef>
            </a:pPr>
            <a:r>
              <a:rPr sz="2800" dirty="0">
                <a:solidFill>
                  <a:srgbClr val="C00000"/>
                </a:solidFill>
                <a:latin typeface="Symbol"/>
                <a:cs typeface="Symbol"/>
              </a:rPr>
              <a:t></a:t>
            </a:r>
            <a:r>
              <a:rPr sz="2800" spc="-5" dirty="0">
                <a:solidFill>
                  <a:srgbClr val="C00000"/>
                </a:solidFill>
                <a:latin typeface="Tahoma"/>
                <a:cs typeface="Tahoma"/>
              </a:rPr>
              <a:t>CEO</a:t>
            </a:r>
            <a:endParaRPr sz="2800" dirty="0">
              <a:latin typeface="Tahoma"/>
              <a:cs typeface="Tahoma"/>
            </a:endParaRPr>
          </a:p>
          <a:p>
            <a:pPr marL="12700">
              <a:spcBef>
                <a:spcPts val="145"/>
              </a:spcBef>
            </a:pPr>
            <a:r>
              <a:rPr sz="2800" spc="5" dirty="0">
                <a:solidFill>
                  <a:srgbClr val="C00000"/>
                </a:solidFill>
                <a:latin typeface="Symbol"/>
                <a:cs typeface="Symbol"/>
              </a:rPr>
              <a:t></a:t>
            </a:r>
            <a:r>
              <a:rPr sz="2800" spc="-5" dirty="0">
                <a:solidFill>
                  <a:srgbClr val="C00000"/>
                </a:solidFill>
                <a:latin typeface="Tahoma"/>
                <a:cs typeface="Tahoma"/>
              </a:rPr>
              <a:t>To</a:t>
            </a:r>
            <a:r>
              <a:rPr sz="2800" dirty="0">
                <a:solidFill>
                  <a:srgbClr val="C00000"/>
                </a:solidFill>
                <a:latin typeface="Tahoma"/>
                <a:cs typeface="Tahoma"/>
              </a:rPr>
              <a:t>p</a:t>
            </a:r>
            <a:r>
              <a:rPr sz="2800" spc="135" dirty="0">
                <a:solidFill>
                  <a:srgbClr val="C00000"/>
                </a:solidFill>
                <a:latin typeface="Times New Roman"/>
                <a:cs typeface="Times New Roman"/>
              </a:rPr>
              <a:t> </a:t>
            </a:r>
            <a:r>
              <a:rPr sz="2800" spc="-5" dirty="0">
                <a:solidFill>
                  <a:srgbClr val="C00000"/>
                </a:solidFill>
                <a:latin typeface="Tahoma"/>
                <a:cs typeface="Tahoma"/>
              </a:rPr>
              <a:t>Manag</a:t>
            </a:r>
            <a:r>
              <a:rPr sz="2800" spc="10" dirty="0">
                <a:solidFill>
                  <a:srgbClr val="C00000"/>
                </a:solidFill>
                <a:latin typeface="Tahoma"/>
                <a:cs typeface="Tahoma"/>
              </a:rPr>
              <a:t>e</a:t>
            </a:r>
            <a:r>
              <a:rPr sz="2800" dirty="0">
                <a:solidFill>
                  <a:srgbClr val="C00000"/>
                </a:solidFill>
                <a:latin typeface="Tahoma"/>
                <a:cs typeface="Tahoma"/>
              </a:rPr>
              <a:t>m</a:t>
            </a:r>
            <a:r>
              <a:rPr sz="2800" spc="5" dirty="0">
                <a:solidFill>
                  <a:srgbClr val="C00000"/>
                </a:solidFill>
                <a:latin typeface="Tahoma"/>
                <a:cs typeface="Tahoma"/>
              </a:rPr>
              <a:t>e</a:t>
            </a:r>
            <a:r>
              <a:rPr sz="2800" spc="-5" dirty="0">
                <a:solidFill>
                  <a:srgbClr val="C00000"/>
                </a:solidFill>
                <a:latin typeface="Tahoma"/>
                <a:cs typeface="Tahoma"/>
              </a:rPr>
              <a:t>nt</a:t>
            </a:r>
            <a:endParaRPr sz="2800" dirty="0">
              <a:latin typeface="Tahoma"/>
              <a:cs typeface="Tahoma"/>
            </a:endParaRPr>
          </a:p>
          <a:p>
            <a:pPr marL="12700">
              <a:spcBef>
                <a:spcPts val="155"/>
              </a:spcBef>
            </a:pPr>
            <a:r>
              <a:rPr sz="2800" spc="5" dirty="0">
                <a:solidFill>
                  <a:srgbClr val="C00000"/>
                </a:solidFill>
                <a:latin typeface="Symbol"/>
                <a:cs typeface="Symbol"/>
              </a:rPr>
              <a:t></a:t>
            </a:r>
            <a:r>
              <a:rPr sz="2800" spc="-5" dirty="0">
                <a:solidFill>
                  <a:srgbClr val="C00000"/>
                </a:solidFill>
                <a:latin typeface="Tahoma"/>
                <a:cs typeface="Tahoma"/>
              </a:rPr>
              <a:t>Staff</a:t>
            </a:r>
            <a:r>
              <a:rPr sz="2800" dirty="0">
                <a:solidFill>
                  <a:srgbClr val="C00000"/>
                </a:solidFill>
                <a:latin typeface="Tahoma"/>
                <a:cs typeface="Tahoma"/>
              </a:rPr>
              <a:t>,</a:t>
            </a:r>
            <a:r>
              <a:rPr sz="2800" spc="130" dirty="0">
                <a:solidFill>
                  <a:srgbClr val="C00000"/>
                </a:solidFill>
                <a:latin typeface="Times New Roman"/>
                <a:cs typeface="Times New Roman"/>
              </a:rPr>
              <a:t> </a:t>
            </a:r>
            <a:r>
              <a:rPr sz="2800" spc="-5" dirty="0">
                <a:solidFill>
                  <a:srgbClr val="C00000"/>
                </a:solidFill>
                <a:latin typeface="Tahoma"/>
                <a:cs typeface="Tahoma"/>
              </a:rPr>
              <a:t>Ind</a:t>
            </a:r>
            <a:r>
              <a:rPr sz="2800" spc="10" dirty="0">
                <a:solidFill>
                  <a:srgbClr val="C00000"/>
                </a:solidFill>
                <a:latin typeface="Tahoma"/>
                <a:cs typeface="Tahoma"/>
              </a:rPr>
              <a:t>i</a:t>
            </a:r>
            <a:r>
              <a:rPr sz="2800" dirty="0">
                <a:solidFill>
                  <a:srgbClr val="C00000"/>
                </a:solidFill>
                <a:latin typeface="Tahoma"/>
                <a:cs typeface="Tahoma"/>
              </a:rPr>
              <a:t>vidual</a:t>
            </a:r>
            <a:r>
              <a:rPr sz="2800" spc="95" dirty="0">
                <a:solidFill>
                  <a:srgbClr val="C00000"/>
                </a:solidFill>
                <a:latin typeface="Times New Roman"/>
                <a:cs typeface="Times New Roman"/>
              </a:rPr>
              <a:t> </a:t>
            </a:r>
            <a:r>
              <a:rPr sz="2800" spc="-5" dirty="0">
                <a:solidFill>
                  <a:srgbClr val="C00000"/>
                </a:solidFill>
                <a:latin typeface="Tahoma"/>
                <a:cs typeface="Tahoma"/>
              </a:rPr>
              <a:t>Experts</a:t>
            </a:r>
            <a:endParaRPr sz="2800" dirty="0">
              <a:latin typeface="Tahoma"/>
              <a:cs typeface="Tahoma"/>
            </a:endParaRPr>
          </a:p>
          <a:p>
            <a:pPr marL="12700">
              <a:spcBef>
                <a:spcPts val="160"/>
              </a:spcBef>
            </a:pPr>
            <a:r>
              <a:rPr sz="2800" spc="5" dirty="0">
                <a:solidFill>
                  <a:srgbClr val="C00000"/>
                </a:solidFill>
                <a:latin typeface="Symbol"/>
                <a:cs typeface="Symbol"/>
              </a:rPr>
              <a:t></a:t>
            </a:r>
            <a:r>
              <a:rPr sz="2800" dirty="0">
                <a:solidFill>
                  <a:srgbClr val="C00000"/>
                </a:solidFill>
                <a:latin typeface="Tahoma"/>
                <a:cs typeface="Tahoma"/>
              </a:rPr>
              <a:t>Worke</a:t>
            </a:r>
            <a:r>
              <a:rPr sz="2800" spc="5" dirty="0">
                <a:solidFill>
                  <a:srgbClr val="C00000"/>
                </a:solidFill>
                <a:latin typeface="Tahoma"/>
                <a:cs typeface="Tahoma"/>
              </a:rPr>
              <a:t>r</a:t>
            </a:r>
            <a:r>
              <a:rPr sz="2800" dirty="0">
                <a:solidFill>
                  <a:srgbClr val="C00000"/>
                </a:solidFill>
                <a:latin typeface="Tahoma"/>
                <a:cs typeface="Tahoma"/>
              </a:rPr>
              <a:t>s</a:t>
            </a:r>
            <a:endParaRPr sz="2800" dirty="0">
              <a:latin typeface="Tahoma"/>
              <a:cs typeface="Tahoma"/>
            </a:endParaRPr>
          </a:p>
          <a:p>
            <a:pPr marL="12700">
              <a:spcBef>
                <a:spcPts val="155"/>
              </a:spcBef>
            </a:pPr>
            <a:r>
              <a:rPr sz="2800" spc="5" dirty="0">
                <a:solidFill>
                  <a:srgbClr val="C00000"/>
                </a:solidFill>
                <a:latin typeface="Symbol"/>
                <a:cs typeface="Symbol"/>
              </a:rPr>
              <a:t></a:t>
            </a:r>
            <a:r>
              <a:rPr sz="2800" spc="-5" dirty="0">
                <a:solidFill>
                  <a:srgbClr val="C00000"/>
                </a:solidFill>
                <a:latin typeface="Tahoma"/>
                <a:cs typeface="Tahoma"/>
              </a:rPr>
              <a:t>Gr</a:t>
            </a:r>
            <a:r>
              <a:rPr sz="2800" spc="5" dirty="0">
                <a:solidFill>
                  <a:srgbClr val="C00000"/>
                </a:solidFill>
                <a:latin typeface="Tahoma"/>
                <a:cs typeface="Tahoma"/>
              </a:rPr>
              <a:t>e</a:t>
            </a:r>
            <a:r>
              <a:rPr sz="2800" dirty="0">
                <a:solidFill>
                  <a:srgbClr val="C00000"/>
                </a:solidFill>
                <a:latin typeface="Tahoma"/>
                <a:cs typeface="Tahoma"/>
              </a:rPr>
              <a:t>en,</a:t>
            </a:r>
            <a:r>
              <a:rPr sz="2800" spc="120" dirty="0">
                <a:solidFill>
                  <a:srgbClr val="C00000"/>
                </a:solidFill>
                <a:latin typeface="Times New Roman"/>
                <a:cs typeface="Times New Roman"/>
              </a:rPr>
              <a:t> </a:t>
            </a:r>
            <a:r>
              <a:rPr sz="2800" spc="-5" dirty="0">
                <a:solidFill>
                  <a:srgbClr val="C00000"/>
                </a:solidFill>
                <a:latin typeface="Tahoma"/>
                <a:cs typeface="Tahoma"/>
              </a:rPr>
              <a:t>Ye</a:t>
            </a:r>
            <a:r>
              <a:rPr sz="2800" spc="10" dirty="0">
                <a:solidFill>
                  <a:srgbClr val="C00000"/>
                </a:solidFill>
                <a:latin typeface="Tahoma"/>
                <a:cs typeface="Tahoma"/>
              </a:rPr>
              <a:t>l</a:t>
            </a:r>
            <a:r>
              <a:rPr sz="2800" dirty="0">
                <a:solidFill>
                  <a:srgbClr val="C00000"/>
                </a:solidFill>
                <a:latin typeface="Tahoma"/>
                <a:cs typeface="Tahoma"/>
              </a:rPr>
              <a:t>l</a:t>
            </a:r>
            <a:r>
              <a:rPr sz="2800" spc="5" dirty="0">
                <a:solidFill>
                  <a:srgbClr val="C00000"/>
                </a:solidFill>
                <a:latin typeface="Tahoma"/>
                <a:cs typeface="Tahoma"/>
              </a:rPr>
              <a:t>o</a:t>
            </a:r>
            <a:r>
              <a:rPr sz="2800" dirty="0">
                <a:solidFill>
                  <a:srgbClr val="C00000"/>
                </a:solidFill>
                <a:latin typeface="Tahoma"/>
                <a:cs typeface="Tahoma"/>
              </a:rPr>
              <a:t>w,</a:t>
            </a:r>
            <a:r>
              <a:rPr sz="2800" spc="100" dirty="0">
                <a:solidFill>
                  <a:srgbClr val="C00000"/>
                </a:solidFill>
                <a:latin typeface="Times New Roman"/>
                <a:cs typeface="Times New Roman"/>
              </a:rPr>
              <a:t> </a:t>
            </a:r>
            <a:r>
              <a:rPr sz="2800" spc="-5" dirty="0">
                <a:solidFill>
                  <a:srgbClr val="C00000"/>
                </a:solidFill>
                <a:latin typeface="Tahoma"/>
                <a:cs typeface="Tahoma"/>
              </a:rPr>
              <a:t>Re</a:t>
            </a:r>
            <a:r>
              <a:rPr sz="2800" spc="5" dirty="0">
                <a:solidFill>
                  <a:srgbClr val="C00000"/>
                </a:solidFill>
                <a:latin typeface="Tahoma"/>
                <a:cs typeface="Tahoma"/>
              </a:rPr>
              <a:t>d</a:t>
            </a:r>
            <a:r>
              <a:rPr sz="2800" dirty="0">
                <a:solidFill>
                  <a:srgbClr val="C00000"/>
                </a:solidFill>
                <a:latin typeface="Tahoma"/>
                <a:cs typeface="Tahoma"/>
              </a:rPr>
              <a:t>s</a:t>
            </a:r>
            <a:endParaRPr sz="2800" dirty="0">
              <a:latin typeface="Tahoma"/>
              <a:cs typeface="Tahoma"/>
            </a:endParaRPr>
          </a:p>
          <a:p>
            <a:pPr marL="12700">
              <a:spcBef>
                <a:spcPts val="155"/>
              </a:spcBef>
            </a:pPr>
            <a:r>
              <a:rPr sz="2800" dirty="0">
                <a:solidFill>
                  <a:srgbClr val="C00000"/>
                </a:solidFill>
                <a:latin typeface="Symbol"/>
                <a:cs typeface="Symbol"/>
              </a:rPr>
              <a:t></a:t>
            </a:r>
            <a:r>
              <a:rPr sz="2800" spc="-5" dirty="0">
                <a:solidFill>
                  <a:srgbClr val="C00000"/>
                </a:solidFill>
                <a:latin typeface="Tahoma"/>
                <a:cs typeface="Tahoma"/>
              </a:rPr>
              <a:t>Sen</a:t>
            </a:r>
            <a:r>
              <a:rPr sz="2800" spc="5" dirty="0">
                <a:solidFill>
                  <a:srgbClr val="C00000"/>
                </a:solidFill>
                <a:latin typeface="Tahoma"/>
                <a:cs typeface="Tahoma"/>
              </a:rPr>
              <a:t>i</a:t>
            </a:r>
            <a:r>
              <a:rPr sz="2800" spc="-5" dirty="0">
                <a:solidFill>
                  <a:srgbClr val="C00000"/>
                </a:solidFill>
                <a:latin typeface="Tahoma"/>
                <a:cs typeface="Tahoma"/>
              </a:rPr>
              <a:t>ority</a:t>
            </a:r>
            <a:endParaRPr sz="2800" dirty="0">
              <a:latin typeface="Tahoma"/>
              <a:cs typeface="Tahoma"/>
            </a:endParaRPr>
          </a:p>
          <a:p>
            <a:pPr marL="12700">
              <a:spcBef>
                <a:spcPts val="145"/>
              </a:spcBef>
            </a:pPr>
            <a:r>
              <a:rPr sz="2800" spc="5" dirty="0">
                <a:solidFill>
                  <a:srgbClr val="C00000"/>
                </a:solidFill>
                <a:latin typeface="Symbol"/>
                <a:cs typeface="Symbol"/>
              </a:rPr>
              <a:t></a:t>
            </a:r>
            <a:r>
              <a:rPr sz="2800" spc="-5" dirty="0">
                <a:solidFill>
                  <a:srgbClr val="C00000"/>
                </a:solidFill>
                <a:latin typeface="Tahoma"/>
                <a:cs typeface="Tahoma"/>
              </a:rPr>
              <a:t>Ge</a:t>
            </a:r>
            <a:r>
              <a:rPr sz="2800" spc="10" dirty="0">
                <a:solidFill>
                  <a:srgbClr val="C00000"/>
                </a:solidFill>
                <a:latin typeface="Tahoma"/>
                <a:cs typeface="Tahoma"/>
              </a:rPr>
              <a:t>o</a:t>
            </a:r>
            <a:r>
              <a:rPr sz="2800" spc="-5" dirty="0">
                <a:solidFill>
                  <a:srgbClr val="C00000"/>
                </a:solidFill>
                <a:latin typeface="Tahoma"/>
                <a:cs typeface="Tahoma"/>
              </a:rPr>
              <a:t>grap</a:t>
            </a:r>
            <a:r>
              <a:rPr sz="2800" spc="10" dirty="0">
                <a:solidFill>
                  <a:srgbClr val="C00000"/>
                </a:solidFill>
                <a:latin typeface="Tahoma"/>
                <a:cs typeface="Tahoma"/>
              </a:rPr>
              <a:t>h</a:t>
            </a:r>
            <a:r>
              <a:rPr sz="2800" dirty="0">
                <a:solidFill>
                  <a:srgbClr val="C00000"/>
                </a:solidFill>
                <a:latin typeface="Tahoma"/>
                <a:cs typeface="Tahoma"/>
              </a:rPr>
              <a:t>y</a:t>
            </a:r>
            <a:endParaRPr sz="2800" dirty="0">
              <a:latin typeface="Tahoma"/>
              <a:cs typeface="Tahoma"/>
            </a:endParaRPr>
          </a:p>
          <a:p>
            <a:pPr marL="12700">
              <a:spcBef>
                <a:spcPts val="155"/>
              </a:spcBef>
            </a:pPr>
            <a:r>
              <a:rPr sz="2800" dirty="0">
                <a:solidFill>
                  <a:srgbClr val="C00000"/>
                </a:solidFill>
                <a:latin typeface="Symbol"/>
                <a:cs typeface="Symbol"/>
              </a:rPr>
              <a:t></a:t>
            </a:r>
            <a:r>
              <a:rPr sz="2800" spc="-5" dirty="0">
                <a:solidFill>
                  <a:srgbClr val="C00000"/>
                </a:solidFill>
                <a:latin typeface="Tahoma"/>
                <a:cs typeface="Tahoma"/>
              </a:rPr>
              <a:t>Plac</a:t>
            </a:r>
            <a:r>
              <a:rPr sz="2800" dirty="0">
                <a:solidFill>
                  <a:srgbClr val="C00000"/>
                </a:solidFill>
                <a:latin typeface="Tahoma"/>
                <a:cs typeface="Tahoma"/>
              </a:rPr>
              <a:t>e</a:t>
            </a:r>
            <a:r>
              <a:rPr sz="2800" spc="120" dirty="0">
                <a:solidFill>
                  <a:srgbClr val="C00000"/>
                </a:solidFill>
                <a:latin typeface="Times New Roman"/>
                <a:cs typeface="Times New Roman"/>
              </a:rPr>
              <a:t> </a:t>
            </a:r>
            <a:r>
              <a:rPr sz="2800" spc="-5" dirty="0">
                <a:solidFill>
                  <a:srgbClr val="C00000"/>
                </a:solidFill>
                <a:latin typeface="Tahoma"/>
                <a:cs typeface="Tahoma"/>
              </a:rPr>
              <a:t>o</a:t>
            </a:r>
            <a:r>
              <a:rPr sz="2800" dirty="0">
                <a:solidFill>
                  <a:srgbClr val="C00000"/>
                </a:solidFill>
                <a:latin typeface="Tahoma"/>
                <a:cs typeface="Tahoma"/>
              </a:rPr>
              <a:t>n</a:t>
            </a:r>
            <a:r>
              <a:rPr sz="2800" spc="135" dirty="0">
                <a:solidFill>
                  <a:srgbClr val="C00000"/>
                </a:solidFill>
                <a:latin typeface="Times New Roman"/>
                <a:cs typeface="Times New Roman"/>
              </a:rPr>
              <a:t> </a:t>
            </a:r>
            <a:r>
              <a:rPr sz="2800" spc="-10" dirty="0">
                <a:solidFill>
                  <a:srgbClr val="C00000"/>
                </a:solidFill>
                <a:latin typeface="Tahoma"/>
                <a:cs typeface="Tahoma"/>
              </a:rPr>
              <a:t>t</a:t>
            </a:r>
            <a:r>
              <a:rPr sz="2800" spc="-5" dirty="0">
                <a:solidFill>
                  <a:srgbClr val="C00000"/>
                </a:solidFill>
                <a:latin typeface="Tahoma"/>
                <a:cs typeface="Tahoma"/>
              </a:rPr>
              <a:t>h</a:t>
            </a:r>
            <a:r>
              <a:rPr sz="2800" dirty="0">
                <a:solidFill>
                  <a:srgbClr val="C00000"/>
                </a:solidFill>
                <a:latin typeface="Tahoma"/>
                <a:cs typeface="Tahoma"/>
              </a:rPr>
              <a:t>e</a:t>
            </a:r>
            <a:r>
              <a:rPr sz="2800" spc="130" dirty="0">
                <a:solidFill>
                  <a:srgbClr val="C00000"/>
                </a:solidFill>
                <a:latin typeface="Times New Roman"/>
                <a:cs typeface="Times New Roman"/>
              </a:rPr>
              <a:t> </a:t>
            </a:r>
            <a:r>
              <a:rPr sz="2800" spc="-5" dirty="0">
                <a:solidFill>
                  <a:srgbClr val="C00000"/>
                </a:solidFill>
                <a:latin typeface="Tahoma"/>
                <a:cs typeface="Tahoma"/>
              </a:rPr>
              <a:t>Lif</a:t>
            </a:r>
            <a:r>
              <a:rPr sz="2800" dirty="0">
                <a:solidFill>
                  <a:srgbClr val="C00000"/>
                </a:solidFill>
                <a:latin typeface="Tahoma"/>
                <a:cs typeface="Tahoma"/>
              </a:rPr>
              <a:t>e</a:t>
            </a:r>
            <a:r>
              <a:rPr sz="2800" spc="-5" dirty="0">
                <a:solidFill>
                  <a:srgbClr val="C00000"/>
                </a:solidFill>
                <a:latin typeface="Tahoma"/>
                <a:cs typeface="Tahoma"/>
              </a:rPr>
              <a:t>-cycle</a:t>
            </a:r>
            <a:endParaRPr sz="2800" dirty="0">
              <a:latin typeface="Tahoma"/>
              <a:cs typeface="Tahoma"/>
            </a:endParaRPr>
          </a:p>
          <a:p>
            <a:pPr marL="12700">
              <a:lnSpc>
                <a:spcPts val="3775"/>
              </a:lnSpc>
              <a:spcBef>
                <a:spcPts val="155"/>
              </a:spcBef>
            </a:pPr>
            <a:r>
              <a:rPr sz="2800" spc="5" dirty="0">
                <a:solidFill>
                  <a:srgbClr val="C00000"/>
                </a:solidFill>
                <a:latin typeface="Symbol"/>
                <a:cs typeface="Symbol"/>
              </a:rPr>
              <a:t></a:t>
            </a:r>
            <a:r>
              <a:rPr sz="2800" dirty="0">
                <a:solidFill>
                  <a:srgbClr val="C00000"/>
                </a:solidFill>
                <a:latin typeface="Tahoma"/>
                <a:cs typeface="Tahoma"/>
              </a:rPr>
              <a:t>And</a:t>
            </a:r>
            <a:r>
              <a:rPr sz="2800" spc="125" dirty="0">
                <a:solidFill>
                  <a:srgbClr val="C00000"/>
                </a:solidFill>
                <a:latin typeface="Times New Roman"/>
                <a:cs typeface="Times New Roman"/>
              </a:rPr>
              <a:t> </a:t>
            </a:r>
            <a:r>
              <a:rPr sz="2800" dirty="0">
                <a:solidFill>
                  <a:srgbClr val="C00000"/>
                </a:solidFill>
                <a:latin typeface="Tahoma"/>
                <a:cs typeface="Tahoma"/>
              </a:rPr>
              <a:t>m</a:t>
            </a:r>
            <a:r>
              <a:rPr sz="2800" spc="5" dirty="0">
                <a:solidFill>
                  <a:srgbClr val="C00000"/>
                </a:solidFill>
                <a:latin typeface="Tahoma"/>
                <a:cs typeface="Tahoma"/>
              </a:rPr>
              <a:t>o</a:t>
            </a:r>
            <a:r>
              <a:rPr sz="2800" dirty="0">
                <a:solidFill>
                  <a:srgbClr val="C00000"/>
                </a:solidFill>
                <a:latin typeface="Tahoma"/>
                <a:cs typeface="Tahoma"/>
              </a:rPr>
              <a:t>re</a:t>
            </a:r>
            <a:endParaRPr sz="2800" dirty="0">
              <a:latin typeface="Tahoma"/>
              <a:cs typeface="Tahoma"/>
            </a:endParaRPr>
          </a:p>
        </p:txBody>
      </p:sp>
      <p:sp>
        <p:nvSpPr>
          <p:cNvPr id="4" name="object 4"/>
          <p:cNvSpPr txBox="1">
            <a:spLocks noGrp="1"/>
          </p:cNvSpPr>
          <p:nvPr>
            <p:ph type="ftr" sz="quarter" idx="5"/>
          </p:nvPr>
        </p:nvSpPr>
        <p:spPr>
          <a:xfrm>
            <a:off x="3682748" y="6628236"/>
            <a:ext cx="2230754" cy="184666"/>
          </a:xfrm>
          <a:prstGeom prst="rect">
            <a:avLst/>
          </a:prstGeom>
        </p:spPr>
        <p:txBody>
          <a:bodyPr vert="horz" wrap="square" lIns="0" tIns="0" rIns="0" bIns="0" rtlCol="0">
            <a:spAutoFit/>
          </a:bodyPr>
          <a:lstStyle>
            <a:defPPr>
              <a:defRPr lang="de-DE"/>
            </a:defPPr>
            <a:lvl1pPr marL="0" algn="l" defTabSz="914400" rtl="0" eaLnBrk="1" latinLnBrk="0" hangingPunct="1">
              <a:defRPr sz="12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endParaRPr dirty="0"/>
          </a:p>
        </p:txBody>
      </p:sp>
      <p:sp>
        <p:nvSpPr>
          <p:cNvPr id="3" name="object 3"/>
          <p:cNvSpPr txBox="1">
            <a:spLocks noGrp="1"/>
          </p:cNvSpPr>
          <p:nvPr>
            <p:ph type="title"/>
          </p:nvPr>
        </p:nvSpPr>
        <p:spPr>
          <a:xfrm>
            <a:off x="1981200" y="695821"/>
            <a:ext cx="10515600" cy="664173"/>
          </a:xfrm>
          <a:prstGeom prst="rect">
            <a:avLst/>
          </a:prstGeom>
        </p:spPr>
        <p:txBody>
          <a:bodyPr vert="horz" wrap="square" lIns="0" tIns="199470" rIns="0" bIns="0" rtlCol="0" anchor="ctr">
            <a:spAutoFit/>
          </a:bodyPr>
          <a:lstStyle/>
          <a:p>
            <a:pPr marL="2489835">
              <a:lnSpc>
                <a:spcPts val="3329"/>
              </a:lnSpc>
            </a:pPr>
            <a:r>
              <a:rPr spc="-25" dirty="0"/>
              <a:t>How</a:t>
            </a:r>
            <a:r>
              <a:rPr spc="85" dirty="0">
                <a:latin typeface="Times New Roman"/>
                <a:cs typeface="Times New Roman"/>
              </a:rPr>
              <a:t> </a:t>
            </a:r>
            <a:r>
              <a:rPr spc="-15" dirty="0"/>
              <a:t>to</a:t>
            </a:r>
            <a:r>
              <a:rPr spc="85" dirty="0">
                <a:latin typeface="Times New Roman"/>
                <a:cs typeface="Times New Roman"/>
              </a:rPr>
              <a:t> </a:t>
            </a:r>
            <a:r>
              <a:rPr spc="-15" dirty="0"/>
              <a:t>handle</a:t>
            </a:r>
            <a:r>
              <a:rPr spc="85" dirty="0">
                <a:latin typeface="Times New Roman"/>
                <a:cs typeface="Times New Roman"/>
              </a:rPr>
              <a:t> </a:t>
            </a:r>
            <a:r>
              <a:rPr spc="-25" dirty="0"/>
              <a:t>Rew</a:t>
            </a:r>
            <a:r>
              <a:rPr spc="-15" dirty="0"/>
              <a:t>a</a:t>
            </a:r>
            <a:r>
              <a:rPr spc="-20" dirty="0"/>
              <a:t>rds</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D7E38E-DDCB-407B-92EC-B18CF1BCF0DC}"/>
              </a:ext>
            </a:extLst>
          </p:cNvPr>
          <p:cNvSpPr txBox="1"/>
          <p:nvPr/>
        </p:nvSpPr>
        <p:spPr>
          <a:xfrm>
            <a:off x="3425227" y="1349188"/>
            <a:ext cx="5325176" cy="2554545"/>
          </a:xfrm>
          <a:prstGeom prst="rect">
            <a:avLst/>
          </a:prstGeom>
          <a:noFill/>
        </p:spPr>
        <p:txBody>
          <a:bodyPr wrap="none" rtlCol="0">
            <a:spAutoFit/>
          </a:bodyPr>
          <a:lstStyle/>
          <a:p>
            <a:pPr algn="ctr"/>
            <a:r>
              <a:rPr lang="en-US" sz="3200" dirty="0"/>
              <a:t>Thank You!</a:t>
            </a:r>
          </a:p>
          <a:p>
            <a:pPr algn="ctr"/>
            <a:endParaRPr lang="en-US" sz="3200" dirty="0"/>
          </a:p>
          <a:p>
            <a:pPr algn="ctr"/>
            <a:r>
              <a:rPr lang="lv-LV" sz="3200" dirty="0"/>
              <a:t>Greg Mathers, senior associate</a:t>
            </a:r>
          </a:p>
          <a:p>
            <a:pPr algn="ctr"/>
            <a:r>
              <a:rPr lang="lv-LV" sz="3200" dirty="0"/>
              <a:t>Adizes Institute</a:t>
            </a:r>
            <a:endParaRPr lang="en-US" sz="2400" dirty="0"/>
          </a:p>
          <a:p>
            <a:pPr algn="ctr"/>
            <a:endParaRPr lang="en-US" sz="3200" dirty="0"/>
          </a:p>
        </p:txBody>
      </p:sp>
    </p:spTree>
    <p:extLst>
      <p:ext uri="{BB962C8B-B14F-4D97-AF65-F5344CB8AC3E}">
        <p14:creationId xmlns:p14="http://schemas.microsoft.com/office/powerpoint/2010/main" val="207482884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2840</TotalTime>
  <Words>1513</Words>
  <Application>Microsoft Office PowerPoint</Application>
  <PresentationFormat>Widescreen</PresentationFormat>
  <Paragraphs>472</Paragraphs>
  <Slides>56</Slides>
  <Notes>43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56</vt:i4>
      </vt:variant>
    </vt:vector>
  </HeadingPairs>
  <TitlesOfParts>
    <vt:vector size="69" baseType="lpstr">
      <vt:lpstr>ＭＳ Ｐゴシック</vt:lpstr>
      <vt:lpstr>ＭＳ Ｐゴシック</vt:lpstr>
      <vt:lpstr>Arial</vt:lpstr>
      <vt:lpstr>Calibri</vt:lpstr>
      <vt:lpstr>Calibri Light</vt:lpstr>
      <vt:lpstr>Cambria</vt:lpstr>
      <vt:lpstr>Comic Sans MS</vt:lpstr>
      <vt:lpstr>Symbol</vt:lpstr>
      <vt:lpstr>Tahoma</vt:lpstr>
      <vt:lpstr>Times New Roman</vt:lpstr>
      <vt:lpstr>Office Theme</vt:lpstr>
      <vt:lpstr>MS Org Chart</vt:lpstr>
      <vt:lpstr>Worksheet</vt:lpstr>
      <vt:lpstr>Growing Incredible Managers:   </vt:lpstr>
      <vt:lpstr>PowerPoint Presentation</vt:lpstr>
      <vt:lpstr>PowerPoint Presentation</vt:lpstr>
      <vt:lpstr>PowerPoint Presentation</vt:lpstr>
      <vt:lpstr>PowerPoint Presentation</vt:lpstr>
      <vt:lpstr>PowerPoint Presentation</vt:lpstr>
      <vt:lpstr>Blue Book  and budgeting</vt:lpstr>
      <vt:lpstr>ORGANIZATIONAL LEVELS NEW TERM -Distance From Source-</vt:lpstr>
      <vt:lpstr>PowerPoint Presentation</vt:lpstr>
      <vt:lpstr>PowerPoint Presentation</vt:lpstr>
      <vt:lpstr>PowerPoint Presentation</vt:lpstr>
      <vt:lpstr>Computers</vt:lpstr>
      <vt:lpstr>PowerPoint Presentation</vt:lpstr>
      <vt:lpstr>Computers</vt:lpstr>
      <vt:lpstr>PLANT</vt:lpstr>
      <vt:lpstr>ADMINISTRATION</vt:lpstr>
      <vt:lpstr>PowerPoint Presentation</vt:lpstr>
      <vt:lpstr>STEP 1</vt:lpstr>
      <vt:lpstr>PowerPoint Presentation</vt:lpstr>
      <vt:lpstr>STEP 2</vt:lpstr>
      <vt:lpstr>PowerPoint Presentation</vt:lpstr>
      <vt:lpstr>STEP 3</vt:lpstr>
      <vt:lpstr>PowerPoint Presentation</vt:lpstr>
      <vt:lpstr>STEP 4</vt:lpstr>
      <vt:lpstr>PowerPoint Presentation</vt:lpstr>
      <vt:lpstr>PowerPoint Presentation</vt:lpstr>
      <vt:lpstr>SHARING PROCESS EXAMPLE</vt:lpstr>
      <vt:lpstr>SHARING PROCESS EXAMPLE</vt:lpstr>
      <vt:lpstr>PowerPoint Presentation</vt:lpstr>
      <vt:lpstr>PowerPoint Presentation</vt:lpstr>
      <vt:lpstr>PowerPoint Presentation</vt:lpstr>
      <vt:lpstr>PowerPoint Presentation</vt:lpstr>
      <vt:lpstr>Adizes Approach to Reward System</vt:lpstr>
      <vt:lpstr>PowerPoint Presentation</vt:lpstr>
      <vt:lpstr>PowerPoint Presentation</vt:lpstr>
      <vt:lpstr>PowerPoint Presentation</vt:lpstr>
      <vt:lpstr>Rewards General Principles</vt:lpstr>
      <vt:lpstr>PowerPoint Presentation</vt:lpstr>
      <vt:lpstr>Rewards &amp; PAEI</vt:lpstr>
      <vt:lpstr>Extrinsic Rewards</vt:lpstr>
      <vt:lpstr>PowerPoint Presentation</vt:lpstr>
      <vt:lpstr>PowerPoint Presentation</vt:lpstr>
      <vt:lpstr>Fixed / Variable Profile for Each Position</vt:lpstr>
      <vt:lpstr>PowerPoint Presentation</vt:lpstr>
      <vt:lpstr>Structure of Variable Pay</vt:lpstr>
      <vt:lpstr>PowerPoint Presentation</vt:lpstr>
      <vt:lpstr>Implementation: Requirements</vt:lpstr>
      <vt:lpstr>Implementation: Approach</vt:lpstr>
      <vt:lpstr>Implementation: Approach</vt:lpstr>
      <vt:lpstr>Implementation: Approach</vt:lpstr>
      <vt:lpstr>Implementation: Benefits</vt:lpstr>
      <vt:lpstr>Phase XI Results</vt:lpstr>
      <vt:lpstr>A Reward Strategy</vt:lpstr>
      <vt:lpstr>Implementation – Start up definitions</vt:lpstr>
      <vt:lpstr>How to handle Rewards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Greg Mathers</dc:creator>
  <cp:lastModifiedBy>Gregory Scott Mathers</cp:lastModifiedBy>
  <cp:revision>20</cp:revision>
  <cp:lastPrinted>2019-07-16T07:19:14Z</cp:lastPrinted>
  <dcterms:created xsi:type="dcterms:W3CDTF">2019-07-11T09:25:57Z</dcterms:created>
  <dcterms:modified xsi:type="dcterms:W3CDTF">2019-07-16T08:18:09Z</dcterms:modified>
</cp:coreProperties>
</file>